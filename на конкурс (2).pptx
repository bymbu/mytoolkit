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2" r:id="rId6"/>
    <p:sldId id="267" r:id="rId7"/>
    <p:sldId id="269" r:id="rId8"/>
    <p:sldId id="268" r:id="rId9"/>
    <p:sldId id="271" r:id="rId10"/>
    <p:sldId id="266" r:id="rId11"/>
    <p:sldId id="270" r:id="rId12"/>
    <p:sldId id="272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66FFCC"/>
    <a:srgbClr val="FFFFCC"/>
    <a:srgbClr val="FFCCFF"/>
    <a:srgbClr val="66FFFF"/>
    <a:srgbClr val="CCFFFF"/>
    <a:srgbClr val="EA6216"/>
    <a:srgbClr val="91FF00"/>
    <a:srgbClr val="41D9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68" autoAdjust="0"/>
    <p:restoredTop sz="96331" autoAdjust="0"/>
  </p:normalViewPr>
  <p:slideViewPr>
    <p:cSldViewPr snapToGrid="0">
      <p:cViewPr>
        <p:scale>
          <a:sx n="50" d="100"/>
          <a:sy n="50" d="100"/>
        </p:scale>
        <p:origin x="3330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A4539-50C6-4CF0-AAC5-5F141D5B685C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349805-AE37-4FFE-A9DB-B9950FF08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191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49805-AE37-4FFE-A9DB-B9950FF08F2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478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3009D-76CB-9875-9210-C63663A8F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72CC69C-1BF7-A43A-715E-482E6569C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C7BB42D-475B-FB98-7659-29A45BA34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450595-2052-FA9E-BD3B-E0EB0787A2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49805-AE37-4FFE-A9DB-B9950FF08F2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797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A724B-B0BD-F803-2163-CCCBBCBF4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C98DF47-0B3D-77B2-05DA-2B8C10C1A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46E69AB-0940-FF0E-6FE5-B864D14A2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8B2ACB-0805-FBDD-7035-3327D3642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49805-AE37-4FFE-A9DB-B9950FF08F2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840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23B04-BA9A-501D-8F54-7030B3EF1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3E767EE-194B-55FA-D3BA-8C6677831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D18D1B0-26B4-B288-9D04-9F0E49938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8224DD-7D35-4633-FA3F-9C2BBE429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49805-AE37-4FFE-A9DB-B9950FF08F2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1552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35AA1-BA2B-1283-2CCD-73B94DF06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6F6FEFE-F4AD-F511-40AF-5791564C4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A88D163-5607-5094-146A-A14316F17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E82C47-ADD8-C8E6-263F-CE9146390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49805-AE37-4FFE-A9DB-B9950FF08F2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031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EAF90-420C-3472-610E-E9E0977FD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2F11409-5A06-4533-EDD6-6ED3DEC07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4166F2-0704-FD3F-11CC-A0C52463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FDD33D-43C6-B714-33BD-CC4F44E50A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49805-AE37-4FFE-A9DB-B9950FF08F2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263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AEC32-FA05-D344-B360-29CFE5EA8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59B4D1-928C-B650-7B35-09AA74514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10F9309-7575-4BDC-D890-AA0F50A78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4C1D03-A029-16EF-8717-3A4910792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49805-AE37-4FFE-A9DB-B9950FF08F2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01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B8BB93-C9B9-1607-F376-F02287A4B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0C331C-BA3D-18F5-FAD6-75BE3C42A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A7B4CD-93B5-6EBE-009B-4D5B20660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411A-E55F-4B0D-B934-E02077781C2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34AE88-B0D9-41F1-93F8-06B5735A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2F50E6-BE23-94F1-B4AF-D37C5246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E48AB-449F-454B-A381-EFD76D8CDF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5035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50CE97-DAB3-4623-4CA8-D180E1A57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245F81-B4C0-298F-6840-BE9345A2D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6E2AB0-D87D-5BEB-065D-D0BE50CF0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411A-E55F-4B0D-B934-E02077781C2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DD838B-0D04-5813-3B77-E9081EE47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18E6EF-39B7-47E5-E99C-2224139E4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E48AB-449F-454B-A381-EFD76D8CDF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500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AA77F8-1634-D2B3-B0A4-96D37694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90C9D7-5B6A-8FAC-7B07-60241BD46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F319C1-29D2-0CEF-8B9A-8F51D07C9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411A-E55F-4B0D-B934-E02077781C2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25423A-5398-CA99-1367-E922A26A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FF192D-60D7-689E-AC1B-C8B67BEB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E48AB-449F-454B-A381-EFD76D8CDF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988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30FA2A-0590-D355-0EDB-46A488EA2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2A369A-956B-1BDB-373A-9107935A8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0C785F-4ED0-F249-73B4-6A6C75E32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F93E30-7B75-E8AD-5706-5019C370E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411A-E55F-4B0D-B934-E02077781C2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7B88A4-ADC5-EF32-B134-EA7BEF92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BD931C-9953-4D88-6440-40A667D76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E48AB-449F-454B-A381-EFD76D8CDF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639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0D5AC-2D3A-A2AC-4BBF-3E7683B45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B121A8-0034-3514-C54D-2222865A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7FF65B-9FE9-CDC8-3BB6-11B842189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1E683A-F001-913D-F10C-57F688A361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6064C4D-F7BE-22DE-5664-5EEA697030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EB72E2C-FE8B-4ADD-9564-3B76F9EE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411A-E55F-4B0D-B934-E02077781C2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86F2306-DBF9-41A5-EBA2-CD98E67F7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219E90D-5AC7-67AD-F38E-4B9461A6C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E48AB-449F-454B-A381-EFD76D8CDF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753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74964-53BE-533E-12F5-7867C1FC3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258FABD-3F09-220B-DF33-1CA494F46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411A-E55F-4B0D-B934-E02077781C2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3291B05-9A80-318B-E29C-1E664F3B6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5BB5A1C-BEBE-EF0A-BEDC-3FD25279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E48AB-449F-454B-A381-EFD76D8CDF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896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2158464-8094-23F7-4421-80F704065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411A-E55F-4B0D-B934-E02077781C2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6A4EFC7-B157-0425-2B10-8BA43838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C569D7-BF06-A695-F9AE-6ABB30F10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E48AB-449F-454B-A381-EFD76D8CDF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168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FE8305-AF7B-E960-53C9-2C20AE3DC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D5B030-90AD-7CDF-DDA4-B603DF1AA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5FFE8DE-D968-8C41-181D-E113BD81F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4E3C37-1035-C303-DDA6-A7CD72CA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411A-E55F-4B0D-B934-E02077781C2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657C6D-C91E-FE1A-6358-29241AAA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182229-32A3-C046-ACC1-5B5A7A3FA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E48AB-449F-454B-A381-EFD76D8CDF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709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977843-ADEE-E312-70BA-AFD4DC2D9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EEFD578-6FD1-73B5-5DE6-363753A477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F6A835-B11D-11A6-C176-266A65E4C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7E52F7-2B4C-A6B7-2237-1F6DEC1BB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411A-E55F-4B0D-B934-E02077781C2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DDA2C8-06CE-895D-C5CE-4121D3292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2D10DA-47BB-E00C-4F12-ACE91A5CA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E48AB-449F-454B-A381-EFD76D8CDF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857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E50934-6CA1-3081-12DD-B53E71634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B44567D-931E-26AB-F774-5D34555E1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1D8798-F4AD-B5B2-44E5-100865B2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411A-E55F-4B0D-B934-E02077781C2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B5B967-A6D1-D428-AF6B-89D178CBF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56817E-F0D8-926B-480A-3253A0AA6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E48AB-449F-454B-A381-EFD76D8CDF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08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F3DA32E-EE55-34A9-1EEB-7D53DB641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13C6C7-E884-F03E-6379-EB6B557DC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074540-4312-0EC7-B8A3-C9B4489F8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411A-E55F-4B0D-B934-E02077781C2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AB854D-B1C9-4101-8980-C0E9E2A6C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101720-9F78-A9A6-57F0-941A397A2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E48AB-449F-454B-A381-EFD76D8CDF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754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7EA816-56F9-29CF-969F-8129A7670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7A0F19-7249-CA8C-8429-EFA726A2D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60EA92-98F3-735C-C367-99342C4066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9411A-E55F-4B0D-B934-E02077781C2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A265EF-A63B-96C3-EBF2-AC0A63929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5ED183-2F4F-F6C9-27CD-766F5DC9D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8E48AB-449F-454B-A381-EFD76D8CDF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451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F1A19E09-576A-8EB8-A97A-A4113202F319}"/>
              </a:ext>
            </a:extLst>
          </p:cNvPr>
          <p:cNvSpPr/>
          <p:nvPr/>
        </p:nvSpPr>
        <p:spPr>
          <a:xfrm>
            <a:off x="382107" y="217785"/>
            <a:ext cx="385152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32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MyToolKit</a:t>
            </a:r>
          </a:p>
          <a:p>
            <a:r>
              <a:rPr lang="ru-RU" sz="32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Твоя панель. Твой порядок. </a:t>
            </a:r>
            <a:endParaRPr lang="ru-RU" sz="3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2EF97CBA-5448-3656-B34F-691A159C14E0}"/>
              </a:ext>
            </a:extLst>
          </p:cNvPr>
          <p:cNvSpPr/>
          <p:nvPr/>
        </p:nvSpPr>
        <p:spPr>
          <a:xfrm>
            <a:off x="382107" y="5363979"/>
            <a:ext cx="4784043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Разработчик: </a:t>
            </a:r>
            <a:r>
              <a:rPr lang="en-US" sz="1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Bold" panose="020B0502040204020203" pitchFamily="34" charset="0"/>
              </a:rPr>
              <a:t>CrashSystem</a:t>
            </a:r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hnschrift SemiBold" panose="020B0502040204020203" pitchFamily="34" charset="0"/>
            </a:endParaRPr>
          </a:p>
          <a:p>
            <a:r>
              <a:rPr lang="ru-RU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Конкурс: </a:t>
            </a:r>
            <a:r>
              <a:rPr lang="ru-RU" sz="1400" dirty="0">
                <a:ln w="0"/>
                <a:solidFill>
                  <a:schemeClr val="bg1"/>
                </a:solidFill>
                <a:latin typeface="Bahnschrift SemiBold" panose="020B0502040204020203" pitchFamily="34" charset="0"/>
              </a:rPr>
              <a:t>Открытые АЙТИ проекты, </a:t>
            </a:r>
            <a:r>
              <a:rPr lang="ru-RU" sz="1400" dirty="0" err="1">
                <a:ln w="0"/>
                <a:solidFill>
                  <a:schemeClr val="bg1"/>
                </a:solidFill>
                <a:latin typeface="Bahnschrift SemiBold" panose="020B0502040204020203" pitchFamily="34" charset="0"/>
              </a:rPr>
              <a:t>СибГУТИ</a:t>
            </a:r>
            <a:endParaRPr lang="ru-RU" sz="1400" dirty="0">
              <a:ln w="0"/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r>
              <a:rPr lang="ru-RU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Технологии: </a:t>
            </a:r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Bold" panose="020B0502040204020203" pitchFamily="34" charset="0"/>
              </a:rPr>
              <a:t>HTML, CSS, JavaScript (</a:t>
            </a:r>
            <a:r>
              <a:rPr lang="ru-RU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Bold" panose="020B0502040204020203" pitchFamily="34" charset="0"/>
              </a:rPr>
              <a:t>чистый </a:t>
            </a:r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Bold" panose="020B0502040204020203" pitchFamily="34" charset="0"/>
              </a:rPr>
              <a:t>JS)</a:t>
            </a:r>
          </a:p>
        </p:txBody>
      </p:sp>
      <p:sp>
        <p:nvSpPr>
          <p:cNvPr id="67" name="Google Shape;135;p9">
            <a:extLst>
              <a:ext uri="{FF2B5EF4-FFF2-40B4-BE49-F238E27FC236}">
                <a16:creationId xmlns:a16="http://schemas.microsoft.com/office/drawing/2014/main" id="{3F2C3D32-EDF8-5A1B-9139-02D41E1D0CEF}"/>
              </a:ext>
            </a:extLst>
          </p:cNvPr>
          <p:cNvSpPr/>
          <p:nvPr/>
        </p:nvSpPr>
        <p:spPr>
          <a:xfrm>
            <a:off x="5747350" y="720845"/>
            <a:ext cx="5971582" cy="4632890"/>
          </a:xfrm>
          <a:custGeom>
            <a:avLst/>
            <a:gdLst/>
            <a:ahLst/>
            <a:cxnLst/>
            <a:rect l="l" t="t" r="r" b="b"/>
            <a:pathLst>
              <a:path w="21184" h="21286" extrusionOk="0">
                <a:moveTo>
                  <a:pt x="18899" y="4710"/>
                </a:moveTo>
                <a:cubicBezTo>
                  <a:pt x="18180" y="3606"/>
                  <a:pt x="17438" y="2499"/>
                  <a:pt x="16400" y="1601"/>
                </a:cubicBezTo>
                <a:cubicBezTo>
                  <a:pt x="15362" y="703"/>
                  <a:pt x="13984" y="30"/>
                  <a:pt x="12510" y="1"/>
                </a:cubicBezTo>
                <a:cubicBezTo>
                  <a:pt x="11127" y="-23"/>
                  <a:pt x="9810" y="521"/>
                  <a:pt x="8666" y="1190"/>
                </a:cubicBezTo>
                <a:cubicBezTo>
                  <a:pt x="7522" y="1859"/>
                  <a:pt x="6490" y="2661"/>
                  <a:pt x="5296" y="3272"/>
                </a:cubicBezTo>
                <a:cubicBezTo>
                  <a:pt x="3097" y="4394"/>
                  <a:pt x="659" y="5259"/>
                  <a:pt x="201" y="7709"/>
                </a:cubicBezTo>
                <a:cubicBezTo>
                  <a:pt x="-5" y="8807"/>
                  <a:pt x="408" y="9877"/>
                  <a:pt x="631" y="10947"/>
                </a:cubicBezTo>
                <a:cubicBezTo>
                  <a:pt x="837" y="11945"/>
                  <a:pt x="670" y="12967"/>
                  <a:pt x="525" y="13965"/>
                </a:cubicBezTo>
                <a:cubicBezTo>
                  <a:pt x="380" y="14982"/>
                  <a:pt x="229" y="15999"/>
                  <a:pt x="84" y="17016"/>
                </a:cubicBezTo>
                <a:cubicBezTo>
                  <a:pt x="-33" y="17823"/>
                  <a:pt x="-117" y="18731"/>
                  <a:pt x="480" y="19366"/>
                </a:cubicBezTo>
                <a:cubicBezTo>
                  <a:pt x="1607" y="20560"/>
                  <a:pt x="3571" y="19920"/>
                  <a:pt x="5061" y="20125"/>
                </a:cubicBezTo>
                <a:cubicBezTo>
                  <a:pt x="6964" y="20393"/>
                  <a:pt x="8365" y="21577"/>
                  <a:pt x="10407" y="21219"/>
                </a:cubicBezTo>
                <a:cubicBezTo>
                  <a:pt x="13939" y="20593"/>
                  <a:pt x="16562" y="18010"/>
                  <a:pt x="18621" y="15665"/>
                </a:cubicBezTo>
                <a:cubicBezTo>
                  <a:pt x="19742" y="14385"/>
                  <a:pt x="20875" y="12981"/>
                  <a:pt x="21120" y="11357"/>
                </a:cubicBezTo>
                <a:cubicBezTo>
                  <a:pt x="21483" y="8903"/>
                  <a:pt x="20250" y="6787"/>
                  <a:pt x="18899" y="471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138;p9">
            <a:extLst>
              <a:ext uri="{FF2B5EF4-FFF2-40B4-BE49-F238E27FC236}">
                <a16:creationId xmlns:a16="http://schemas.microsoft.com/office/drawing/2014/main" id="{4B145F4B-9C47-AB12-5D4E-B39938638737}"/>
              </a:ext>
            </a:extLst>
          </p:cNvPr>
          <p:cNvSpPr/>
          <p:nvPr/>
        </p:nvSpPr>
        <p:spPr>
          <a:xfrm>
            <a:off x="5629017" y="1027593"/>
            <a:ext cx="6425672" cy="5109562"/>
          </a:xfrm>
          <a:custGeom>
            <a:avLst/>
            <a:gdLst/>
            <a:ahLst/>
            <a:cxnLst/>
            <a:rect l="l" t="t" r="r" b="b"/>
            <a:pathLst>
              <a:path w="21600" h="21576" extrusionOk="0">
                <a:moveTo>
                  <a:pt x="11680" y="8488"/>
                </a:moveTo>
                <a:cubicBezTo>
                  <a:pt x="11680" y="8483"/>
                  <a:pt x="11680" y="8483"/>
                  <a:pt x="11680" y="8488"/>
                </a:cubicBezTo>
                <a:cubicBezTo>
                  <a:pt x="11680" y="8483"/>
                  <a:pt x="11680" y="8483"/>
                  <a:pt x="11680" y="8488"/>
                </a:cubicBezTo>
                <a:lnTo>
                  <a:pt x="11680" y="8488"/>
                </a:lnTo>
                <a:close/>
                <a:moveTo>
                  <a:pt x="19119" y="7691"/>
                </a:moveTo>
                <a:cubicBezTo>
                  <a:pt x="19119" y="7691"/>
                  <a:pt x="19119" y="7691"/>
                  <a:pt x="19119" y="7691"/>
                </a:cubicBezTo>
                <a:cubicBezTo>
                  <a:pt x="19119" y="7691"/>
                  <a:pt x="19119" y="7691"/>
                  <a:pt x="19119" y="7691"/>
                </a:cubicBezTo>
                <a:lnTo>
                  <a:pt x="19119" y="7691"/>
                </a:lnTo>
                <a:close/>
                <a:moveTo>
                  <a:pt x="18586" y="6923"/>
                </a:moveTo>
                <a:cubicBezTo>
                  <a:pt x="18586" y="6923"/>
                  <a:pt x="18586" y="6923"/>
                  <a:pt x="18586" y="6923"/>
                </a:cubicBezTo>
                <a:cubicBezTo>
                  <a:pt x="18586" y="6923"/>
                  <a:pt x="18589" y="6928"/>
                  <a:pt x="18586" y="6923"/>
                </a:cubicBezTo>
                <a:lnTo>
                  <a:pt x="18586" y="6923"/>
                </a:lnTo>
                <a:close/>
                <a:moveTo>
                  <a:pt x="17550" y="13620"/>
                </a:moveTo>
                <a:cubicBezTo>
                  <a:pt x="17546" y="13620"/>
                  <a:pt x="17546" y="13620"/>
                  <a:pt x="17550" y="13620"/>
                </a:cubicBezTo>
                <a:cubicBezTo>
                  <a:pt x="17546" y="13620"/>
                  <a:pt x="17546" y="13620"/>
                  <a:pt x="17550" y="13620"/>
                </a:cubicBezTo>
                <a:lnTo>
                  <a:pt x="17550" y="13620"/>
                </a:lnTo>
                <a:close/>
                <a:moveTo>
                  <a:pt x="10411" y="7784"/>
                </a:moveTo>
                <a:cubicBezTo>
                  <a:pt x="10407" y="7784"/>
                  <a:pt x="10407" y="7789"/>
                  <a:pt x="10411" y="7784"/>
                </a:cubicBezTo>
                <a:cubicBezTo>
                  <a:pt x="10411" y="7789"/>
                  <a:pt x="10411" y="7789"/>
                  <a:pt x="10411" y="7784"/>
                </a:cubicBezTo>
                <a:lnTo>
                  <a:pt x="10411" y="7784"/>
                </a:lnTo>
                <a:close/>
                <a:moveTo>
                  <a:pt x="13764" y="1849"/>
                </a:moveTo>
                <a:lnTo>
                  <a:pt x="13764" y="1849"/>
                </a:lnTo>
                <a:cubicBezTo>
                  <a:pt x="13764" y="1849"/>
                  <a:pt x="13764" y="1849"/>
                  <a:pt x="13764" y="1849"/>
                </a:cubicBezTo>
                <a:cubicBezTo>
                  <a:pt x="13764" y="1854"/>
                  <a:pt x="13764" y="1854"/>
                  <a:pt x="13764" y="1849"/>
                </a:cubicBezTo>
                <a:lnTo>
                  <a:pt x="13764" y="1849"/>
                </a:lnTo>
                <a:cubicBezTo>
                  <a:pt x="13764" y="1854"/>
                  <a:pt x="13764" y="1854"/>
                  <a:pt x="13764" y="1849"/>
                </a:cubicBezTo>
                <a:lnTo>
                  <a:pt x="13764" y="1849"/>
                </a:lnTo>
                <a:lnTo>
                  <a:pt x="13764" y="1849"/>
                </a:lnTo>
                <a:cubicBezTo>
                  <a:pt x="13764" y="1849"/>
                  <a:pt x="13764" y="1849"/>
                  <a:pt x="13764" y="1849"/>
                </a:cubicBezTo>
                <a:cubicBezTo>
                  <a:pt x="13764" y="1849"/>
                  <a:pt x="13764" y="1849"/>
                  <a:pt x="13764" y="1849"/>
                </a:cubicBezTo>
                <a:cubicBezTo>
                  <a:pt x="13764" y="1849"/>
                  <a:pt x="13764" y="1849"/>
                  <a:pt x="13764" y="1849"/>
                </a:cubicBezTo>
                <a:close/>
                <a:moveTo>
                  <a:pt x="21600" y="19760"/>
                </a:moveTo>
                <a:cubicBezTo>
                  <a:pt x="21374" y="19834"/>
                  <a:pt x="21144" y="19824"/>
                  <a:pt x="20915" y="19834"/>
                </a:cubicBezTo>
                <a:cubicBezTo>
                  <a:pt x="20167" y="19858"/>
                  <a:pt x="19419" y="19863"/>
                  <a:pt x="18667" y="19878"/>
                </a:cubicBezTo>
                <a:cubicBezTo>
                  <a:pt x="18621" y="19878"/>
                  <a:pt x="18562" y="19839"/>
                  <a:pt x="18554" y="19961"/>
                </a:cubicBezTo>
                <a:cubicBezTo>
                  <a:pt x="18550" y="20039"/>
                  <a:pt x="18480" y="19995"/>
                  <a:pt x="18453" y="19966"/>
                </a:cubicBezTo>
                <a:cubicBezTo>
                  <a:pt x="18387" y="19883"/>
                  <a:pt x="18305" y="19883"/>
                  <a:pt x="18219" y="19883"/>
                </a:cubicBezTo>
                <a:cubicBezTo>
                  <a:pt x="17261" y="19897"/>
                  <a:pt x="16299" y="19917"/>
                  <a:pt x="15341" y="19902"/>
                </a:cubicBezTo>
                <a:cubicBezTo>
                  <a:pt x="15298" y="19902"/>
                  <a:pt x="15244" y="19873"/>
                  <a:pt x="15259" y="19981"/>
                </a:cubicBezTo>
                <a:cubicBezTo>
                  <a:pt x="15271" y="20049"/>
                  <a:pt x="15209" y="20030"/>
                  <a:pt x="15182" y="20064"/>
                </a:cubicBezTo>
                <a:cubicBezTo>
                  <a:pt x="15037" y="20259"/>
                  <a:pt x="14882" y="20436"/>
                  <a:pt x="14749" y="20646"/>
                </a:cubicBezTo>
                <a:cubicBezTo>
                  <a:pt x="14741" y="20656"/>
                  <a:pt x="14734" y="20666"/>
                  <a:pt x="14726" y="20680"/>
                </a:cubicBezTo>
                <a:cubicBezTo>
                  <a:pt x="14702" y="20695"/>
                  <a:pt x="14687" y="20714"/>
                  <a:pt x="14675" y="20744"/>
                </a:cubicBezTo>
                <a:cubicBezTo>
                  <a:pt x="14644" y="20778"/>
                  <a:pt x="14613" y="20817"/>
                  <a:pt x="14558" y="20881"/>
                </a:cubicBezTo>
                <a:cubicBezTo>
                  <a:pt x="14640" y="20856"/>
                  <a:pt x="14664" y="20803"/>
                  <a:pt x="14691" y="20763"/>
                </a:cubicBezTo>
                <a:cubicBezTo>
                  <a:pt x="14710" y="20739"/>
                  <a:pt x="14726" y="20719"/>
                  <a:pt x="14745" y="20695"/>
                </a:cubicBezTo>
                <a:cubicBezTo>
                  <a:pt x="14753" y="20685"/>
                  <a:pt x="14761" y="20675"/>
                  <a:pt x="14765" y="20670"/>
                </a:cubicBezTo>
                <a:cubicBezTo>
                  <a:pt x="14936" y="20480"/>
                  <a:pt x="15104" y="20284"/>
                  <a:pt x="15256" y="20108"/>
                </a:cubicBezTo>
                <a:cubicBezTo>
                  <a:pt x="15302" y="20308"/>
                  <a:pt x="15236" y="20504"/>
                  <a:pt x="15069" y="20651"/>
                </a:cubicBezTo>
                <a:cubicBezTo>
                  <a:pt x="15069" y="20651"/>
                  <a:pt x="15072" y="20651"/>
                  <a:pt x="15072" y="20651"/>
                </a:cubicBezTo>
                <a:cubicBezTo>
                  <a:pt x="15002" y="20744"/>
                  <a:pt x="14924" y="20822"/>
                  <a:pt x="14862" y="20925"/>
                </a:cubicBezTo>
                <a:cubicBezTo>
                  <a:pt x="14738" y="21135"/>
                  <a:pt x="14570" y="21184"/>
                  <a:pt x="14375" y="21184"/>
                </a:cubicBezTo>
                <a:cubicBezTo>
                  <a:pt x="13546" y="21184"/>
                  <a:pt x="12716" y="21189"/>
                  <a:pt x="11891" y="21165"/>
                </a:cubicBezTo>
                <a:cubicBezTo>
                  <a:pt x="10929" y="21140"/>
                  <a:pt x="9963" y="21140"/>
                  <a:pt x="8997" y="21121"/>
                </a:cubicBezTo>
                <a:cubicBezTo>
                  <a:pt x="8463" y="21111"/>
                  <a:pt x="7934" y="21077"/>
                  <a:pt x="7400" y="21057"/>
                </a:cubicBezTo>
                <a:cubicBezTo>
                  <a:pt x="7084" y="21037"/>
                  <a:pt x="6769" y="21013"/>
                  <a:pt x="6450" y="20993"/>
                </a:cubicBezTo>
                <a:cubicBezTo>
                  <a:pt x="6450" y="21003"/>
                  <a:pt x="6450" y="21018"/>
                  <a:pt x="6450" y="21028"/>
                </a:cubicBezTo>
                <a:cubicBezTo>
                  <a:pt x="6718" y="21047"/>
                  <a:pt x="6983" y="21067"/>
                  <a:pt x="7252" y="21086"/>
                </a:cubicBezTo>
                <a:cubicBezTo>
                  <a:pt x="7902" y="21130"/>
                  <a:pt x="8549" y="21214"/>
                  <a:pt x="9199" y="21277"/>
                </a:cubicBezTo>
                <a:cubicBezTo>
                  <a:pt x="9865" y="21341"/>
                  <a:pt x="10531" y="21390"/>
                  <a:pt x="11197" y="21443"/>
                </a:cubicBezTo>
                <a:cubicBezTo>
                  <a:pt x="11489" y="21468"/>
                  <a:pt x="11781" y="21487"/>
                  <a:pt x="12070" y="21512"/>
                </a:cubicBezTo>
                <a:cubicBezTo>
                  <a:pt x="12093" y="21512"/>
                  <a:pt x="12120" y="21512"/>
                  <a:pt x="12148" y="21571"/>
                </a:cubicBezTo>
                <a:cubicBezTo>
                  <a:pt x="9846" y="21600"/>
                  <a:pt x="7564" y="21512"/>
                  <a:pt x="5273" y="21165"/>
                </a:cubicBezTo>
                <a:cubicBezTo>
                  <a:pt x="5336" y="21199"/>
                  <a:pt x="5379" y="21228"/>
                  <a:pt x="5433" y="21258"/>
                </a:cubicBezTo>
                <a:cubicBezTo>
                  <a:pt x="5215" y="21350"/>
                  <a:pt x="2512" y="20573"/>
                  <a:pt x="2076" y="20294"/>
                </a:cubicBezTo>
                <a:cubicBezTo>
                  <a:pt x="2169" y="20245"/>
                  <a:pt x="2991" y="20367"/>
                  <a:pt x="3462" y="20470"/>
                </a:cubicBezTo>
                <a:cubicBezTo>
                  <a:pt x="3926" y="20568"/>
                  <a:pt x="4385" y="20695"/>
                  <a:pt x="4857" y="20744"/>
                </a:cubicBezTo>
                <a:cubicBezTo>
                  <a:pt x="4720" y="20646"/>
                  <a:pt x="4557" y="20656"/>
                  <a:pt x="4401" y="20538"/>
                </a:cubicBezTo>
                <a:cubicBezTo>
                  <a:pt x="4646" y="20450"/>
                  <a:pt x="4876" y="20470"/>
                  <a:pt x="5133" y="20396"/>
                </a:cubicBezTo>
                <a:cubicBezTo>
                  <a:pt x="4779" y="20274"/>
                  <a:pt x="4448" y="20455"/>
                  <a:pt x="4132" y="20328"/>
                </a:cubicBezTo>
                <a:cubicBezTo>
                  <a:pt x="4280" y="20274"/>
                  <a:pt x="4428" y="20308"/>
                  <a:pt x="4588" y="20284"/>
                </a:cubicBezTo>
                <a:cubicBezTo>
                  <a:pt x="4210" y="20191"/>
                  <a:pt x="3836" y="20235"/>
                  <a:pt x="3470" y="20137"/>
                </a:cubicBezTo>
                <a:cubicBezTo>
                  <a:pt x="3579" y="20083"/>
                  <a:pt x="3688" y="20098"/>
                  <a:pt x="3797" y="20103"/>
                </a:cubicBezTo>
                <a:cubicBezTo>
                  <a:pt x="4031" y="20113"/>
                  <a:pt x="4269" y="20098"/>
                  <a:pt x="4491" y="20167"/>
                </a:cubicBezTo>
                <a:cubicBezTo>
                  <a:pt x="4794" y="20259"/>
                  <a:pt x="5098" y="20269"/>
                  <a:pt x="5406" y="20308"/>
                </a:cubicBezTo>
                <a:cubicBezTo>
                  <a:pt x="5643" y="20343"/>
                  <a:pt x="5873" y="20245"/>
                  <a:pt x="6111" y="20269"/>
                </a:cubicBezTo>
                <a:cubicBezTo>
                  <a:pt x="6029" y="19888"/>
                  <a:pt x="6029" y="19888"/>
                  <a:pt x="5737" y="19888"/>
                </a:cubicBezTo>
                <a:cubicBezTo>
                  <a:pt x="3984" y="19883"/>
                  <a:pt x="2232" y="19868"/>
                  <a:pt x="483" y="19809"/>
                </a:cubicBezTo>
                <a:cubicBezTo>
                  <a:pt x="323" y="19804"/>
                  <a:pt x="164" y="19785"/>
                  <a:pt x="0" y="19770"/>
                </a:cubicBezTo>
                <a:cubicBezTo>
                  <a:pt x="27" y="19702"/>
                  <a:pt x="74" y="19721"/>
                  <a:pt x="113" y="19716"/>
                </a:cubicBezTo>
                <a:cubicBezTo>
                  <a:pt x="1122" y="19643"/>
                  <a:pt x="2134" y="19628"/>
                  <a:pt x="3143" y="19619"/>
                </a:cubicBezTo>
                <a:cubicBezTo>
                  <a:pt x="4043" y="19609"/>
                  <a:pt x="4946" y="19609"/>
                  <a:pt x="5846" y="19604"/>
                </a:cubicBezTo>
                <a:cubicBezTo>
                  <a:pt x="5865" y="19604"/>
                  <a:pt x="5885" y="19599"/>
                  <a:pt x="5912" y="19594"/>
                </a:cubicBezTo>
                <a:cubicBezTo>
                  <a:pt x="5636" y="18718"/>
                  <a:pt x="5359" y="17852"/>
                  <a:pt x="5086" y="16991"/>
                </a:cubicBezTo>
                <a:cubicBezTo>
                  <a:pt x="5071" y="16918"/>
                  <a:pt x="5059" y="16849"/>
                  <a:pt x="5024" y="16786"/>
                </a:cubicBezTo>
                <a:cubicBezTo>
                  <a:pt x="4829" y="16130"/>
                  <a:pt x="4635" y="15475"/>
                  <a:pt x="4436" y="14819"/>
                </a:cubicBezTo>
                <a:cubicBezTo>
                  <a:pt x="4428" y="14775"/>
                  <a:pt x="4424" y="14731"/>
                  <a:pt x="4393" y="14697"/>
                </a:cubicBezTo>
                <a:cubicBezTo>
                  <a:pt x="4378" y="14628"/>
                  <a:pt x="4354" y="14565"/>
                  <a:pt x="4343" y="14496"/>
                </a:cubicBezTo>
                <a:cubicBezTo>
                  <a:pt x="4331" y="14418"/>
                  <a:pt x="4319" y="14340"/>
                  <a:pt x="4405" y="14310"/>
                </a:cubicBezTo>
                <a:cubicBezTo>
                  <a:pt x="4405" y="14310"/>
                  <a:pt x="4413" y="14305"/>
                  <a:pt x="4413" y="14305"/>
                </a:cubicBezTo>
                <a:cubicBezTo>
                  <a:pt x="4413" y="14305"/>
                  <a:pt x="4413" y="14296"/>
                  <a:pt x="4413" y="14291"/>
                </a:cubicBezTo>
                <a:cubicBezTo>
                  <a:pt x="4409" y="14291"/>
                  <a:pt x="4405" y="14291"/>
                  <a:pt x="4401" y="14296"/>
                </a:cubicBezTo>
                <a:cubicBezTo>
                  <a:pt x="4144" y="14330"/>
                  <a:pt x="3883" y="14369"/>
                  <a:pt x="3626" y="14398"/>
                </a:cubicBezTo>
                <a:cubicBezTo>
                  <a:pt x="3096" y="14467"/>
                  <a:pt x="2567" y="14482"/>
                  <a:pt x="2037" y="14413"/>
                </a:cubicBezTo>
                <a:cubicBezTo>
                  <a:pt x="1924" y="14398"/>
                  <a:pt x="1834" y="14325"/>
                  <a:pt x="1749" y="14242"/>
                </a:cubicBezTo>
                <a:cubicBezTo>
                  <a:pt x="1757" y="14178"/>
                  <a:pt x="1729" y="14134"/>
                  <a:pt x="1698" y="14095"/>
                </a:cubicBezTo>
                <a:cubicBezTo>
                  <a:pt x="1507" y="13811"/>
                  <a:pt x="1542" y="13454"/>
                  <a:pt x="1499" y="13131"/>
                </a:cubicBezTo>
                <a:cubicBezTo>
                  <a:pt x="1277" y="11458"/>
                  <a:pt x="1297" y="9770"/>
                  <a:pt x="1297" y="8082"/>
                </a:cubicBezTo>
                <a:cubicBezTo>
                  <a:pt x="1297" y="7676"/>
                  <a:pt x="1480" y="7388"/>
                  <a:pt x="1780" y="7241"/>
                </a:cubicBezTo>
                <a:cubicBezTo>
                  <a:pt x="1936" y="7162"/>
                  <a:pt x="1982" y="7045"/>
                  <a:pt x="1979" y="6849"/>
                </a:cubicBezTo>
                <a:cubicBezTo>
                  <a:pt x="1975" y="6575"/>
                  <a:pt x="2049" y="6492"/>
                  <a:pt x="2267" y="6487"/>
                </a:cubicBezTo>
                <a:cubicBezTo>
                  <a:pt x="2337" y="6487"/>
                  <a:pt x="2325" y="6438"/>
                  <a:pt x="2333" y="6389"/>
                </a:cubicBezTo>
                <a:cubicBezTo>
                  <a:pt x="2481" y="5592"/>
                  <a:pt x="2695" y="4824"/>
                  <a:pt x="2964" y="4075"/>
                </a:cubicBezTo>
                <a:cubicBezTo>
                  <a:pt x="3018" y="3924"/>
                  <a:pt x="3096" y="3831"/>
                  <a:pt x="3229" y="3826"/>
                </a:cubicBezTo>
                <a:cubicBezTo>
                  <a:pt x="3310" y="3821"/>
                  <a:pt x="3377" y="3782"/>
                  <a:pt x="3431" y="3718"/>
                </a:cubicBezTo>
                <a:cubicBezTo>
                  <a:pt x="3494" y="3650"/>
                  <a:pt x="3564" y="3645"/>
                  <a:pt x="3634" y="3674"/>
                </a:cubicBezTo>
                <a:cubicBezTo>
                  <a:pt x="3965" y="3816"/>
                  <a:pt x="4296" y="3968"/>
                  <a:pt x="4631" y="4105"/>
                </a:cubicBezTo>
                <a:cubicBezTo>
                  <a:pt x="4732" y="4149"/>
                  <a:pt x="4779" y="4217"/>
                  <a:pt x="4798" y="4349"/>
                </a:cubicBezTo>
                <a:cubicBezTo>
                  <a:pt x="4857" y="4716"/>
                  <a:pt x="4927" y="5078"/>
                  <a:pt x="4993" y="5445"/>
                </a:cubicBezTo>
                <a:cubicBezTo>
                  <a:pt x="5016" y="5568"/>
                  <a:pt x="5001" y="5665"/>
                  <a:pt x="4923" y="5763"/>
                </a:cubicBezTo>
                <a:cubicBezTo>
                  <a:pt x="4631" y="6125"/>
                  <a:pt x="4300" y="6409"/>
                  <a:pt x="3906" y="6566"/>
                </a:cubicBezTo>
                <a:cubicBezTo>
                  <a:pt x="3879" y="6575"/>
                  <a:pt x="3840" y="6575"/>
                  <a:pt x="3832" y="6615"/>
                </a:cubicBezTo>
                <a:cubicBezTo>
                  <a:pt x="3786" y="6874"/>
                  <a:pt x="3610" y="7050"/>
                  <a:pt x="3595" y="7348"/>
                </a:cubicBezTo>
                <a:cubicBezTo>
                  <a:pt x="3571" y="7833"/>
                  <a:pt x="3458" y="8302"/>
                  <a:pt x="3369" y="8777"/>
                </a:cubicBezTo>
                <a:cubicBezTo>
                  <a:pt x="3318" y="9046"/>
                  <a:pt x="3385" y="9325"/>
                  <a:pt x="3400" y="9599"/>
                </a:cubicBezTo>
                <a:cubicBezTo>
                  <a:pt x="3439" y="10235"/>
                  <a:pt x="3505" y="10866"/>
                  <a:pt x="3470" y="11507"/>
                </a:cubicBezTo>
                <a:cubicBezTo>
                  <a:pt x="3466" y="11556"/>
                  <a:pt x="3435" y="11644"/>
                  <a:pt x="3501" y="11654"/>
                </a:cubicBezTo>
                <a:cubicBezTo>
                  <a:pt x="3575" y="11668"/>
                  <a:pt x="3653" y="11712"/>
                  <a:pt x="3719" y="11605"/>
                </a:cubicBezTo>
                <a:cubicBezTo>
                  <a:pt x="3836" y="11414"/>
                  <a:pt x="3953" y="11213"/>
                  <a:pt x="4105" y="11062"/>
                </a:cubicBezTo>
                <a:cubicBezTo>
                  <a:pt x="4245" y="10925"/>
                  <a:pt x="4401" y="10856"/>
                  <a:pt x="4584" y="10856"/>
                </a:cubicBezTo>
                <a:cubicBezTo>
                  <a:pt x="4701" y="10856"/>
                  <a:pt x="4806" y="10783"/>
                  <a:pt x="4919" y="10734"/>
                </a:cubicBezTo>
                <a:cubicBezTo>
                  <a:pt x="4884" y="10675"/>
                  <a:pt x="4841" y="10729"/>
                  <a:pt x="4779" y="10675"/>
                </a:cubicBezTo>
                <a:cubicBezTo>
                  <a:pt x="5020" y="10729"/>
                  <a:pt x="5176" y="10577"/>
                  <a:pt x="5344" y="10460"/>
                </a:cubicBezTo>
                <a:cubicBezTo>
                  <a:pt x="5363" y="10445"/>
                  <a:pt x="5382" y="10440"/>
                  <a:pt x="5398" y="10426"/>
                </a:cubicBezTo>
                <a:cubicBezTo>
                  <a:pt x="5503" y="10328"/>
                  <a:pt x="5667" y="10391"/>
                  <a:pt x="5749" y="10196"/>
                </a:cubicBezTo>
                <a:cubicBezTo>
                  <a:pt x="5811" y="10034"/>
                  <a:pt x="5959" y="9961"/>
                  <a:pt x="6056" y="9824"/>
                </a:cubicBezTo>
                <a:lnTo>
                  <a:pt x="6056" y="9824"/>
                </a:lnTo>
                <a:cubicBezTo>
                  <a:pt x="6228" y="9663"/>
                  <a:pt x="6399" y="9501"/>
                  <a:pt x="6578" y="9349"/>
                </a:cubicBezTo>
                <a:cubicBezTo>
                  <a:pt x="6613" y="9315"/>
                  <a:pt x="6617" y="9286"/>
                  <a:pt x="6613" y="9247"/>
                </a:cubicBezTo>
                <a:cubicBezTo>
                  <a:pt x="6598" y="8958"/>
                  <a:pt x="6722" y="8797"/>
                  <a:pt x="6925" y="8699"/>
                </a:cubicBezTo>
                <a:cubicBezTo>
                  <a:pt x="7065" y="8635"/>
                  <a:pt x="7205" y="8596"/>
                  <a:pt x="7353" y="8576"/>
                </a:cubicBezTo>
                <a:cubicBezTo>
                  <a:pt x="7490" y="8562"/>
                  <a:pt x="7618" y="8532"/>
                  <a:pt x="7743" y="8459"/>
                </a:cubicBezTo>
                <a:cubicBezTo>
                  <a:pt x="7980" y="8312"/>
                  <a:pt x="8237" y="8258"/>
                  <a:pt x="8502" y="8239"/>
                </a:cubicBezTo>
                <a:cubicBezTo>
                  <a:pt x="8615" y="8229"/>
                  <a:pt x="8709" y="8151"/>
                  <a:pt x="8810" y="8117"/>
                </a:cubicBezTo>
                <a:cubicBezTo>
                  <a:pt x="9110" y="8009"/>
                  <a:pt x="9304" y="7730"/>
                  <a:pt x="9523" y="7485"/>
                </a:cubicBezTo>
                <a:cubicBezTo>
                  <a:pt x="9745" y="7241"/>
                  <a:pt x="9955" y="6977"/>
                  <a:pt x="10235" y="6835"/>
                </a:cubicBezTo>
                <a:cubicBezTo>
                  <a:pt x="10263" y="6820"/>
                  <a:pt x="10274" y="6800"/>
                  <a:pt x="10278" y="6766"/>
                </a:cubicBezTo>
                <a:cubicBezTo>
                  <a:pt x="10294" y="6600"/>
                  <a:pt x="10325" y="6434"/>
                  <a:pt x="10263" y="6267"/>
                </a:cubicBezTo>
                <a:cubicBezTo>
                  <a:pt x="10200" y="6101"/>
                  <a:pt x="10157" y="5920"/>
                  <a:pt x="10091" y="5758"/>
                </a:cubicBezTo>
                <a:cubicBezTo>
                  <a:pt x="9838" y="5157"/>
                  <a:pt x="9869" y="4535"/>
                  <a:pt x="10005" y="3909"/>
                </a:cubicBezTo>
                <a:cubicBezTo>
                  <a:pt x="10048" y="3708"/>
                  <a:pt x="10029" y="3498"/>
                  <a:pt x="10064" y="3297"/>
                </a:cubicBezTo>
                <a:cubicBezTo>
                  <a:pt x="10079" y="3209"/>
                  <a:pt x="10021" y="3102"/>
                  <a:pt x="9990" y="3009"/>
                </a:cubicBezTo>
                <a:cubicBezTo>
                  <a:pt x="9955" y="2906"/>
                  <a:pt x="9931" y="2798"/>
                  <a:pt x="9920" y="2691"/>
                </a:cubicBezTo>
                <a:cubicBezTo>
                  <a:pt x="9900" y="2515"/>
                  <a:pt x="9904" y="2510"/>
                  <a:pt x="9815" y="2583"/>
                </a:cubicBezTo>
                <a:cubicBezTo>
                  <a:pt x="9826" y="2554"/>
                  <a:pt x="9807" y="2554"/>
                  <a:pt x="9791" y="2554"/>
                </a:cubicBezTo>
                <a:cubicBezTo>
                  <a:pt x="9741" y="2554"/>
                  <a:pt x="9694" y="2534"/>
                  <a:pt x="9651" y="2461"/>
                </a:cubicBezTo>
                <a:cubicBezTo>
                  <a:pt x="9737" y="2456"/>
                  <a:pt x="9815" y="2476"/>
                  <a:pt x="9881" y="2417"/>
                </a:cubicBezTo>
                <a:cubicBezTo>
                  <a:pt x="9783" y="2348"/>
                  <a:pt x="9686" y="2275"/>
                  <a:pt x="9655" y="2099"/>
                </a:cubicBezTo>
                <a:cubicBezTo>
                  <a:pt x="9729" y="2138"/>
                  <a:pt x="9787" y="2172"/>
                  <a:pt x="9850" y="2192"/>
                </a:cubicBezTo>
                <a:cubicBezTo>
                  <a:pt x="9924" y="2216"/>
                  <a:pt x="9951" y="2158"/>
                  <a:pt x="9963" y="2104"/>
                </a:cubicBezTo>
                <a:cubicBezTo>
                  <a:pt x="9978" y="2030"/>
                  <a:pt x="9916" y="2055"/>
                  <a:pt x="9885" y="2040"/>
                </a:cubicBezTo>
                <a:cubicBezTo>
                  <a:pt x="9709" y="1967"/>
                  <a:pt x="9647" y="1844"/>
                  <a:pt x="9643" y="1575"/>
                </a:cubicBezTo>
                <a:cubicBezTo>
                  <a:pt x="9702" y="1619"/>
                  <a:pt x="9694" y="1707"/>
                  <a:pt x="9729" y="1761"/>
                </a:cubicBezTo>
                <a:cubicBezTo>
                  <a:pt x="9764" y="1820"/>
                  <a:pt x="9803" y="1869"/>
                  <a:pt x="9881" y="1884"/>
                </a:cubicBezTo>
                <a:cubicBezTo>
                  <a:pt x="9830" y="1751"/>
                  <a:pt x="9815" y="1624"/>
                  <a:pt x="9803" y="1497"/>
                </a:cubicBezTo>
                <a:cubicBezTo>
                  <a:pt x="9819" y="1409"/>
                  <a:pt x="9783" y="1316"/>
                  <a:pt x="9822" y="1228"/>
                </a:cubicBezTo>
                <a:cubicBezTo>
                  <a:pt x="9857" y="1277"/>
                  <a:pt x="9854" y="1331"/>
                  <a:pt x="9865" y="1380"/>
                </a:cubicBezTo>
                <a:cubicBezTo>
                  <a:pt x="9896" y="1541"/>
                  <a:pt x="9912" y="1712"/>
                  <a:pt x="9978" y="1864"/>
                </a:cubicBezTo>
                <a:cubicBezTo>
                  <a:pt x="10009" y="1933"/>
                  <a:pt x="10064" y="1957"/>
                  <a:pt x="10115" y="1957"/>
                </a:cubicBezTo>
                <a:cubicBezTo>
                  <a:pt x="10161" y="1957"/>
                  <a:pt x="10130" y="1888"/>
                  <a:pt x="10142" y="1854"/>
                </a:cubicBezTo>
                <a:cubicBezTo>
                  <a:pt x="10111" y="1864"/>
                  <a:pt x="10091" y="1844"/>
                  <a:pt x="10079" y="1810"/>
                </a:cubicBezTo>
                <a:cubicBezTo>
                  <a:pt x="10091" y="1800"/>
                  <a:pt x="10107" y="1796"/>
                  <a:pt x="10118" y="1786"/>
                </a:cubicBezTo>
                <a:cubicBezTo>
                  <a:pt x="10068" y="1683"/>
                  <a:pt x="9970" y="1610"/>
                  <a:pt x="9967" y="1468"/>
                </a:cubicBezTo>
                <a:cubicBezTo>
                  <a:pt x="9970" y="1463"/>
                  <a:pt x="9974" y="1463"/>
                  <a:pt x="9978" y="1458"/>
                </a:cubicBezTo>
                <a:cubicBezTo>
                  <a:pt x="10041" y="1487"/>
                  <a:pt x="10068" y="1585"/>
                  <a:pt x="10142" y="1600"/>
                </a:cubicBezTo>
                <a:cubicBezTo>
                  <a:pt x="10146" y="1614"/>
                  <a:pt x="10157" y="1629"/>
                  <a:pt x="10165" y="1614"/>
                </a:cubicBezTo>
                <a:cubicBezTo>
                  <a:pt x="10177" y="1600"/>
                  <a:pt x="10161" y="1590"/>
                  <a:pt x="10150" y="1590"/>
                </a:cubicBezTo>
                <a:cubicBezTo>
                  <a:pt x="10161" y="1438"/>
                  <a:pt x="10037" y="1409"/>
                  <a:pt x="9990" y="1311"/>
                </a:cubicBezTo>
                <a:cubicBezTo>
                  <a:pt x="9783" y="900"/>
                  <a:pt x="9826" y="455"/>
                  <a:pt x="9881" y="0"/>
                </a:cubicBezTo>
                <a:cubicBezTo>
                  <a:pt x="9908" y="274"/>
                  <a:pt x="10064" y="391"/>
                  <a:pt x="10239" y="479"/>
                </a:cubicBezTo>
                <a:cubicBezTo>
                  <a:pt x="10333" y="563"/>
                  <a:pt x="10449" y="582"/>
                  <a:pt x="10559" y="612"/>
                </a:cubicBezTo>
                <a:cubicBezTo>
                  <a:pt x="10699" y="651"/>
                  <a:pt x="10843" y="656"/>
                  <a:pt x="11006" y="753"/>
                </a:cubicBezTo>
                <a:cubicBezTo>
                  <a:pt x="10781" y="822"/>
                  <a:pt x="10601" y="700"/>
                  <a:pt x="10414" y="690"/>
                </a:cubicBezTo>
                <a:cubicBezTo>
                  <a:pt x="10387" y="680"/>
                  <a:pt x="10356" y="675"/>
                  <a:pt x="10329" y="665"/>
                </a:cubicBezTo>
                <a:lnTo>
                  <a:pt x="10333" y="665"/>
                </a:lnTo>
                <a:cubicBezTo>
                  <a:pt x="10196" y="577"/>
                  <a:pt x="10041" y="528"/>
                  <a:pt x="9931" y="372"/>
                </a:cubicBezTo>
                <a:cubicBezTo>
                  <a:pt x="9967" y="475"/>
                  <a:pt x="9951" y="577"/>
                  <a:pt x="9959" y="675"/>
                </a:cubicBezTo>
                <a:cubicBezTo>
                  <a:pt x="9963" y="881"/>
                  <a:pt x="10009" y="1076"/>
                  <a:pt x="10107" y="1238"/>
                </a:cubicBezTo>
                <a:cubicBezTo>
                  <a:pt x="10239" y="1458"/>
                  <a:pt x="10407" y="1634"/>
                  <a:pt x="10648" y="1605"/>
                </a:cubicBezTo>
                <a:cubicBezTo>
                  <a:pt x="10827" y="1580"/>
                  <a:pt x="11006" y="1546"/>
                  <a:pt x="11166" y="1429"/>
                </a:cubicBezTo>
                <a:cubicBezTo>
                  <a:pt x="11201" y="1404"/>
                  <a:pt x="11221" y="1419"/>
                  <a:pt x="11244" y="1438"/>
                </a:cubicBezTo>
                <a:cubicBezTo>
                  <a:pt x="11318" y="1492"/>
                  <a:pt x="11353" y="1409"/>
                  <a:pt x="11388" y="1360"/>
                </a:cubicBezTo>
                <a:cubicBezTo>
                  <a:pt x="11435" y="1292"/>
                  <a:pt x="11373" y="1257"/>
                  <a:pt x="11341" y="1223"/>
                </a:cubicBezTo>
                <a:cubicBezTo>
                  <a:pt x="11279" y="1155"/>
                  <a:pt x="11205" y="1111"/>
                  <a:pt x="11127" y="1101"/>
                </a:cubicBezTo>
                <a:cubicBezTo>
                  <a:pt x="10948" y="1076"/>
                  <a:pt x="10765" y="1047"/>
                  <a:pt x="10582" y="1067"/>
                </a:cubicBezTo>
                <a:cubicBezTo>
                  <a:pt x="10562" y="1067"/>
                  <a:pt x="10531" y="1067"/>
                  <a:pt x="10520" y="1120"/>
                </a:cubicBezTo>
                <a:cubicBezTo>
                  <a:pt x="10597" y="1155"/>
                  <a:pt x="10671" y="1184"/>
                  <a:pt x="10745" y="1218"/>
                </a:cubicBezTo>
                <a:cubicBezTo>
                  <a:pt x="10823" y="1257"/>
                  <a:pt x="10909" y="1262"/>
                  <a:pt x="10979" y="1336"/>
                </a:cubicBezTo>
                <a:cubicBezTo>
                  <a:pt x="10644" y="1414"/>
                  <a:pt x="10259" y="1169"/>
                  <a:pt x="10189" y="841"/>
                </a:cubicBezTo>
                <a:cubicBezTo>
                  <a:pt x="10329" y="954"/>
                  <a:pt x="10473" y="983"/>
                  <a:pt x="10636" y="964"/>
                </a:cubicBezTo>
                <a:cubicBezTo>
                  <a:pt x="10734" y="949"/>
                  <a:pt x="10800" y="832"/>
                  <a:pt x="10909" y="876"/>
                </a:cubicBezTo>
                <a:cubicBezTo>
                  <a:pt x="10952" y="890"/>
                  <a:pt x="10999" y="920"/>
                  <a:pt x="11053" y="915"/>
                </a:cubicBezTo>
                <a:cubicBezTo>
                  <a:pt x="11217" y="900"/>
                  <a:pt x="11357" y="974"/>
                  <a:pt x="11493" y="1081"/>
                </a:cubicBezTo>
                <a:cubicBezTo>
                  <a:pt x="11633" y="1194"/>
                  <a:pt x="11711" y="1355"/>
                  <a:pt x="11743" y="1561"/>
                </a:cubicBezTo>
                <a:cubicBezTo>
                  <a:pt x="11840" y="1326"/>
                  <a:pt x="11723" y="1184"/>
                  <a:pt x="11614" y="1042"/>
                </a:cubicBezTo>
                <a:cubicBezTo>
                  <a:pt x="11559" y="1022"/>
                  <a:pt x="11509" y="993"/>
                  <a:pt x="11470" y="939"/>
                </a:cubicBezTo>
                <a:cubicBezTo>
                  <a:pt x="11532" y="944"/>
                  <a:pt x="11587" y="969"/>
                  <a:pt x="11630" y="1022"/>
                </a:cubicBezTo>
                <a:cubicBezTo>
                  <a:pt x="11630" y="1022"/>
                  <a:pt x="11630" y="1022"/>
                  <a:pt x="11630" y="1022"/>
                </a:cubicBezTo>
                <a:cubicBezTo>
                  <a:pt x="11937" y="1194"/>
                  <a:pt x="12027" y="1536"/>
                  <a:pt x="11902" y="1835"/>
                </a:cubicBezTo>
                <a:cubicBezTo>
                  <a:pt x="11848" y="1825"/>
                  <a:pt x="11793" y="1923"/>
                  <a:pt x="11750" y="1874"/>
                </a:cubicBezTo>
                <a:cubicBezTo>
                  <a:pt x="11665" y="1771"/>
                  <a:pt x="11626" y="1874"/>
                  <a:pt x="11571" y="1918"/>
                </a:cubicBezTo>
                <a:cubicBezTo>
                  <a:pt x="11474" y="2011"/>
                  <a:pt x="11373" y="2094"/>
                  <a:pt x="11263" y="2158"/>
                </a:cubicBezTo>
                <a:cubicBezTo>
                  <a:pt x="10979" y="2324"/>
                  <a:pt x="10687" y="2471"/>
                  <a:pt x="10430" y="2696"/>
                </a:cubicBezTo>
                <a:lnTo>
                  <a:pt x="10426" y="2691"/>
                </a:lnTo>
                <a:cubicBezTo>
                  <a:pt x="10426" y="2691"/>
                  <a:pt x="10430" y="2696"/>
                  <a:pt x="10430" y="2696"/>
                </a:cubicBezTo>
                <a:cubicBezTo>
                  <a:pt x="10426" y="2705"/>
                  <a:pt x="10418" y="2715"/>
                  <a:pt x="10414" y="2725"/>
                </a:cubicBezTo>
                <a:cubicBezTo>
                  <a:pt x="10411" y="2720"/>
                  <a:pt x="10407" y="2715"/>
                  <a:pt x="10407" y="2715"/>
                </a:cubicBezTo>
                <a:cubicBezTo>
                  <a:pt x="10411" y="2705"/>
                  <a:pt x="10418" y="2696"/>
                  <a:pt x="10422" y="2686"/>
                </a:cubicBezTo>
                <a:cubicBezTo>
                  <a:pt x="10422" y="2686"/>
                  <a:pt x="10422" y="2686"/>
                  <a:pt x="10422" y="2686"/>
                </a:cubicBezTo>
                <a:lnTo>
                  <a:pt x="10422" y="2686"/>
                </a:lnTo>
                <a:cubicBezTo>
                  <a:pt x="10442" y="2608"/>
                  <a:pt x="10500" y="2564"/>
                  <a:pt x="10547" y="2510"/>
                </a:cubicBezTo>
                <a:cubicBezTo>
                  <a:pt x="10679" y="2363"/>
                  <a:pt x="10843" y="2275"/>
                  <a:pt x="10987" y="2153"/>
                </a:cubicBezTo>
                <a:cubicBezTo>
                  <a:pt x="10999" y="2148"/>
                  <a:pt x="11010" y="2148"/>
                  <a:pt x="11022" y="2143"/>
                </a:cubicBezTo>
                <a:cubicBezTo>
                  <a:pt x="11123" y="2074"/>
                  <a:pt x="11228" y="2011"/>
                  <a:pt x="11310" y="1898"/>
                </a:cubicBezTo>
                <a:cubicBezTo>
                  <a:pt x="11018" y="2050"/>
                  <a:pt x="10730" y="2187"/>
                  <a:pt x="10407" y="1981"/>
                </a:cubicBezTo>
                <a:cubicBezTo>
                  <a:pt x="10407" y="2153"/>
                  <a:pt x="10321" y="2290"/>
                  <a:pt x="10321" y="2451"/>
                </a:cubicBezTo>
                <a:cubicBezTo>
                  <a:pt x="10270" y="2759"/>
                  <a:pt x="10224" y="3068"/>
                  <a:pt x="10165" y="3425"/>
                </a:cubicBezTo>
                <a:cubicBezTo>
                  <a:pt x="10259" y="3195"/>
                  <a:pt x="10411" y="3175"/>
                  <a:pt x="10547" y="3156"/>
                </a:cubicBezTo>
                <a:cubicBezTo>
                  <a:pt x="10671" y="3136"/>
                  <a:pt x="10819" y="3102"/>
                  <a:pt x="10921" y="3258"/>
                </a:cubicBezTo>
                <a:cubicBezTo>
                  <a:pt x="10948" y="3302"/>
                  <a:pt x="10983" y="3366"/>
                  <a:pt x="10956" y="3415"/>
                </a:cubicBezTo>
                <a:cubicBezTo>
                  <a:pt x="10932" y="3459"/>
                  <a:pt x="10890" y="3415"/>
                  <a:pt x="10851" y="3400"/>
                </a:cubicBezTo>
                <a:cubicBezTo>
                  <a:pt x="10823" y="3390"/>
                  <a:pt x="10792" y="3386"/>
                  <a:pt x="10765" y="3390"/>
                </a:cubicBezTo>
                <a:cubicBezTo>
                  <a:pt x="10590" y="3395"/>
                  <a:pt x="10411" y="3405"/>
                  <a:pt x="10235" y="3430"/>
                </a:cubicBezTo>
                <a:cubicBezTo>
                  <a:pt x="10150" y="3444"/>
                  <a:pt x="10134" y="3478"/>
                  <a:pt x="10122" y="3562"/>
                </a:cubicBezTo>
                <a:cubicBezTo>
                  <a:pt x="10087" y="3821"/>
                  <a:pt x="10029" y="4080"/>
                  <a:pt x="10009" y="4340"/>
                </a:cubicBezTo>
                <a:cubicBezTo>
                  <a:pt x="9986" y="4677"/>
                  <a:pt x="9947" y="5020"/>
                  <a:pt x="10048" y="5347"/>
                </a:cubicBezTo>
                <a:cubicBezTo>
                  <a:pt x="10177" y="5753"/>
                  <a:pt x="10313" y="6150"/>
                  <a:pt x="10434" y="6556"/>
                </a:cubicBezTo>
                <a:cubicBezTo>
                  <a:pt x="10473" y="6693"/>
                  <a:pt x="10527" y="6840"/>
                  <a:pt x="10656" y="6884"/>
                </a:cubicBezTo>
                <a:cubicBezTo>
                  <a:pt x="10847" y="6947"/>
                  <a:pt x="11045" y="7001"/>
                  <a:pt x="11240" y="6908"/>
                </a:cubicBezTo>
                <a:cubicBezTo>
                  <a:pt x="11583" y="6747"/>
                  <a:pt x="11926" y="6595"/>
                  <a:pt x="12268" y="6424"/>
                </a:cubicBezTo>
                <a:cubicBezTo>
                  <a:pt x="12459" y="6331"/>
                  <a:pt x="12560" y="6184"/>
                  <a:pt x="12623" y="5939"/>
                </a:cubicBezTo>
                <a:cubicBezTo>
                  <a:pt x="12689" y="5680"/>
                  <a:pt x="12740" y="5416"/>
                  <a:pt x="12856" y="5166"/>
                </a:cubicBezTo>
                <a:cubicBezTo>
                  <a:pt x="12891" y="5367"/>
                  <a:pt x="12899" y="5372"/>
                  <a:pt x="13039" y="5289"/>
                </a:cubicBezTo>
                <a:cubicBezTo>
                  <a:pt x="13075" y="5269"/>
                  <a:pt x="13117" y="5235"/>
                  <a:pt x="13141" y="5245"/>
                </a:cubicBezTo>
                <a:cubicBezTo>
                  <a:pt x="13230" y="5289"/>
                  <a:pt x="13269" y="5205"/>
                  <a:pt x="13300" y="5137"/>
                </a:cubicBezTo>
                <a:cubicBezTo>
                  <a:pt x="13386" y="4956"/>
                  <a:pt x="13464" y="4770"/>
                  <a:pt x="13542" y="4579"/>
                </a:cubicBezTo>
                <a:cubicBezTo>
                  <a:pt x="13573" y="4506"/>
                  <a:pt x="13593" y="4423"/>
                  <a:pt x="13589" y="4335"/>
                </a:cubicBezTo>
                <a:cubicBezTo>
                  <a:pt x="13585" y="4207"/>
                  <a:pt x="13569" y="4085"/>
                  <a:pt x="13464" y="4031"/>
                </a:cubicBezTo>
                <a:cubicBezTo>
                  <a:pt x="13363" y="3978"/>
                  <a:pt x="13285" y="4061"/>
                  <a:pt x="13219" y="4144"/>
                </a:cubicBezTo>
                <a:cubicBezTo>
                  <a:pt x="13149" y="4227"/>
                  <a:pt x="13086" y="4320"/>
                  <a:pt x="13016" y="4408"/>
                </a:cubicBezTo>
                <a:cubicBezTo>
                  <a:pt x="12985" y="4447"/>
                  <a:pt x="12958" y="4457"/>
                  <a:pt x="12942" y="4379"/>
                </a:cubicBezTo>
                <a:cubicBezTo>
                  <a:pt x="12907" y="4237"/>
                  <a:pt x="12888" y="4095"/>
                  <a:pt x="12899" y="3943"/>
                </a:cubicBezTo>
                <a:cubicBezTo>
                  <a:pt x="12903" y="3914"/>
                  <a:pt x="12895" y="3880"/>
                  <a:pt x="12888" y="3850"/>
                </a:cubicBezTo>
                <a:cubicBezTo>
                  <a:pt x="12814" y="3552"/>
                  <a:pt x="12790" y="3253"/>
                  <a:pt x="12853" y="2950"/>
                </a:cubicBezTo>
                <a:cubicBezTo>
                  <a:pt x="12868" y="2872"/>
                  <a:pt x="12864" y="2808"/>
                  <a:pt x="12829" y="2740"/>
                </a:cubicBezTo>
                <a:cubicBezTo>
                  <a:pt x="12775" y="2627"/>
                  <a:pt x="12712" y="2515"/>
                  <a:pt x="12673" y="2397"/>
                </a:cubicBezTo>
                <a:cubicBezTo>
                  <a:pt x="12603" y="2197"/>
                  <a:pt x="12529" y="2030"/>
                  <a:pt x="12327" y="1996"/>
                </a:cubicBezTo>
                <a:cubicBezTo>
                  <a:pt x="12218" y="1977"/>
                  <a:pt x="12116" y="1879"/>
                  <a:pt x="12003" y="1854"/>
                </a:cubicBezTo>
                <a:cubicBezTo>
                  <a:pt x="12035" y="1771"/>
                  <a:pt x="12070" y="1683"/>
                  <a:pt x="12097" y="1595"/>
                </a:cubicBezTo>
                <a:cubicBezTo>
                  <a:pt x="12175" y="1350"/>
                  <a:pt x="12093" y="1130"/>
                  <a:pt x="12027" y="905"/>
                </a:cubicBezTo>
                <a:cubicBezTo>
                  <a:pt x="11980" y="739"/>
                  <a:pt x="11867" y="709"/>
                  <a:pt x="11750" y="665"/>
                </a:cubicBezTo>
                <a:cubicBezTo>
                  <a:pt x="11602" y="612"/>
                  <a:pt x="11450" y="612"/>
                  <a:pt x="11306" y="572"/>
                </a:cubicBezTo>
                <a:cubicBezTo>
                  <a:pt x="11158" y="533"/>
                  <a:pt x="10983" y="616"/>
                  <a:pt x="10866" y="426"/>
                </a:cubicBezTo>
                <a:cubicBezTo>
                  <a:pt x="10796" y="377"/>
                  <a:pt x="10726" y="323"/>
                  <a:pt x="10656" y="274"/>
                </a:cubicBezTo>
                <a:cubicBezTo>
                  <a:pt x="10816" y="264"/>
                  <a:pt x="10948" y="391"/>
                  <a:pt x="11104" y="386"/>
                </a:cubicBezTo>
                <a:cubicBezTo>
                  <a:pt x="11178" y="426"/>
                  <a:pt x="11248" y="460"/>
                  <a:pt x="11326" y="416"/>
                </a:cubicBezTo>
                <a:cubicBezTo>
                  <a:pt x="11353" y="416"/>
                  <a:pt x="11376" y="416"/>
                  <a:pt x="11404" y="416"/>
                </a:cubicBezTo>
                <a:cubicBezTo>
                  <a:pt x="11419" y="489"/>
                  <a:pt x="11474" y="484"/>
                  <a:pt x="11517" y="489"/>
                </a:cubicBezTo>
                <a:cubicBezTo>
                  <a:pt x="11743" y="523"/>
                  <a:pt x="11949" y="621"/>
                  <a:pt x="12148" y="783"/>
                </a:cubicBezTo>
                <a:cubicBezTo>
                  <a:pt x="12116" y="788"/>
                  <a:pt x="12097" y="793"/>
                  <a:pt x="12077" y="793"/>
                </a:cubicBezTo>
                <a:cubicBezTo>
                  <a:pt x="12070" y="783"/>
                  <a:pt x="12062" y="778"/>
                  <a:pt x="12054" y="768"/>
                </a:cubicBezTo>
                <a:cubicBezTo>
                  <a:pt x="12050" y="773"/>
                  <a:pt x="12046" y="778"/>
                  <a:pt x="12042" y="783"/>
                </a:cubicBezTo>
                <a:cubicBezTo>
                  <a:pt x="12054" y="788"/>
                  <a:pt x="12062" y="788"/>
                  <a:pt x="12074" y="793"/>
                </a:cubicBezTo>
                <a:cubicBezTo>
                  <a:pt x="12077" y="866"/>
                  <a:pt x="12132" y="905"/>
                  <a:pt x="12159" y="964"/>
                </a:cubicBezTo>
                <a:cubicBezTo>
                  <a:pt x="12272" y="1184"/>
                  <a:pt x="12366" y="1409"/>
                  <a:pt x="12315" y="1693"/>
                </a:cubicBezTo>
                <a:cubicBezTo>
                  <a:pt x="12428" y="1566"/>
                  <a:pt x="12416" y="1399"/>
                  <a:pt x="12436" y="1233"/>
                </a:cubicBezTo>
                <a:cubicBezTo>
                  <a:pt x="12514" y="1360"/>
                  <a:pt x="12498" y="1492"/>
                  <a:pt x="12490" y="1629"/>
                </a:cubicBezTo>
                <a:cubicBezTo>
                  <a:pt x="12697" y="1522"/>
                  <a:pt x="12740" y="1438"/>
                  <a:pt x="12650" y="1208"/>
                </a:cubicBezTo>
                <a:cubicBezTo>
                  <a:pt x="12557" y="974"/>
                  <a:pt x="12459" y="734"/>
                  <a:pt x="12249" y="616"/>
                </a:cubicBezTo>
                <a:cubicBezTo>
                  <a:pt x="12202" y="592"/>
                  <a:pt x="12167" y="538"/>
                  <a:pt x="12124" y="494"/>
                </a:cubicBezTo>
                <a:cubicBezTo>
                  <a:pt x="12105" y="484"/>
                  <a:pt x="12089" y="479"/>
                  <a:pt x="12070" y="470"/>
                </a:cubicBezTo>
                <a:cubicBezTo>
                  <a:pt x="11813" y="269"/>
                  <a:pt x="11813" y="269"/>
                  <a:pt x="11143" y="245"/>
                </a:cubicBezTo>
                <a:cubicBezTo>
                  <a:pt x="11306" y="98"/>
                  <a:pt x="11680" y="103"/>
                  <a:pt x="11949" y="235"/>
                </a:cubicBezTo>
                <a:cubicBezTo>
                  <a:pt x="11984" y="249"/>
                  <a:pt x="12023" y="264"/>
                  <a:pt x="12054" y="289"/>
                </a:cubicBezTo>
                <a:cubicBezTo>
                  <a:pt x="12257" y="440"/>
                  <a:pt x="12467" y="572"/>
                  <a:pt x="12689" y="685"/>
                </a:cubicBezTo>
                <a:cubicBezTo>
                  <a:pt x="12864" y="768"/>
                  <a:pt x="12965" y="939"/>
                  <a:pt x="12965" y="1184"/>
                </a:cubicBezTo>
                <a:cubicBezTo>
                  <a:pt x="12965" y="1213"/>
                  <a:pt x="12954" y="1252"/>
                  <a:pt x="12989" y="1267"/>
                </a:cubicBezTo>
                <a:cubicBezTo>
                  <a:pt x="13117" y="993"/>
                  <a:pt x="13055" y="568"/>
                  <a:pt x="12860" y="362"/>
                </a:cubicBezTo>
                <a:cubicBezTo>
                  <a:pt x="12977" y="386"/>
                  <a:pt x="13106" y="587"/>
                  <a:pt x="13133" y="797"/>
                </a:cubicBezTo>
                <a:cubicBezTo>
                  <a:pt x="13152" y="930"/>
                  <a:pt x="13172" y="1062"/>
                  <a:pt x="13141" y="1194"/>
                </a:cubicBezTo>
                <a:cubicBezTo>
                  <a:pt x="13125" y="1262"/>
                  <a:pt x="13141" y="1292"/>
                  <a:pt x="13203" y="1277"/>
                </a:cubicBezTo>
                <a:cubicBezTo>
                  <a:pt x="13246" y="1267"/>
                  <a:pt x="13289" y="1272"/>
                  <a:pt x="13332" y="1272"/>
                </a:cubicBezTo>
                <a:cubicBezTo>
                  <a:pt x="13725" y="1272"/>
                  <a:pt x="13896" y="1507"/>
                  <a:pt x="13861" y="2011"/>
                </a:cubicBezTo>
                <a:cubicBezTo>
                  <a:pt x="13838" y="1898"/>
                  <a:pt x="13846" y="1771"/>
                  <a:pt x="13783" y="1668"/>
                </a:cubicBezTo>
                <a:cubicBezTo>
                  <a:pt x="13756" y="1727"/>
                  <a:pt x="13799" y="1800"/>
                  <a:pt x="13748" y="1849"/>
                </a:cubicBezTo>
                <a:cubicBezTo>
                  <a:pt x="13740" y="1737"/>
                  <a:pt x="13674" y="1673"/>
                  <a:pt x="13620" y="1600"/>
                </a:cubicBezTo>
                <a:cubicBezTo>
                  <a:pt x="13487" y="1414"/>
                  <a:pt x="13242" y="1355"/>
                  <a:pt x="13113" y="1463"/>
                </a:cubicBezTo>
                <a:cubicBezTo>
                  <a:pt x="13016" y="1619"/>
                  <a:pt x="12923" y="1781"/>
                  <a:pt x="12786" y="1898"/>
                </a:cubicBezTo>
                <a:cubicBezTo>
                  <a:pt x="12903" y="1893"/>
                  <a:pt x="12958" y="1766"/>
                  <a:pt x="13071" y="1683"/>
                </a:cubicBezTo>
                <a:cubicBezTo>
                  <a:pt x="12989" y="1962"/>
                  <a:pt x="12814" y="2030"/>
                  <a:pt x="12638" y="2118"/>
                </a:cubicBezTo>
                <a:cubicBezTo>
                  <a:pt x="12864" y="2339"/>
                  <a:pt x="13000" y="2627"/>
                  <a:pt x="13156" y="2896"/>
                </a:cubicBezTo>
                <a:cubicBezTo>
                  <a:pt x="13273" y="3092"/>
                  <a:pt x="13394" y="3283"/>
                  <a:pt x="13542" y="3439"/>
                </a:cubicBezTo>
                <a:cubicBezTo>
                  <a:pt x="13557" y="3454"/>
                  <a:pt x="13569" y="3488"/>
                  <a:pt x="13589" y="3459"/>
                </a:cubicBezTo>
                <a:cubicBezTo>
                  <a:pt x="13592" y="3454"/>
                  <a:pt x="13581" y="3420"/>
                  <a:pt x="13573" y="3400"/>
                </a:cubicBezTo>
                <a:cubicBezTo>
                  <a:pt x="13437" y="3112"/>
                  <a:pt x="13281" y="2838"/>
                  <a:pt x="13110" y="2578"/>
                </a:cubicBezTo>
                <a:cubicBezTo>
                  <a:pt x="13117" y="2568"/>
                  <a:pt x="13129" y="2559"/>
                  <a:pt x="13137" y="2549"/>
                </a:cubicBezTo>
                <a:cubicBezTo>
                  <a:pt x="13187" y="2613"/>
                  <a:pt x="13238" y="2676"/>
                  <a:pt x="13289" y="2745"/>
                </a:cubicBezTo>
                <a:cubicBezTo>
                  <a:pt x="13402" y="2896"/>
                  <a:pt x="13456" y="3097"/>
                  <a:pt x="13585" y="3234"/>
                </a:cubicBezTo>
                <a:cubicBezTo>
                  <a:pt x="13608" y="3258"/>
                  <a:pt x="13620" y="3317"/>
                  <a:pt x="13612" y="3366"/>
                </a:cubicBezTo>
                <a:cubicBezTo>
                  <a:pt x="13612" y="3366"/>
                  <a:pt x="13612" y="3366"/>
                  <a:pt x="13612" y="3366"/>
                </a:cubicBezTo>
                <a:cubicBezTo>
                  <a:pt x="13651" y="3312"/>
                  <a:pt x="13663" y="3253"/>
                  <a:pt x="13663" y="3180"/>
                </a:cubicBezTo>
                <a:cubicBezTo>
                  <a:pt x="13659" y="3023"/>
                  <a:pt x="13663" y="2867"/>
                  <a:pt x="13663" y="2686"/>
                </a:cubicBezTo>
                <a:cubicBezTo>
                  <a:pt x="13686" y="2784"/>
                  <a:pt x="13694" y="2872"/>
                  <a:pt x="13729" y="2935"/>
                </a:cubicBezTo>
                <a:cubicBezTo>
                  <a:pt x="13776" y="3028"/>
                  <a:pt x="13717" y="3156"/>
                  <a:pt x="13799" y="3224"/>
                </a:cubicBezTo>
                <a:cubicBezTo>
                  <a:pt x="13764" y="3165"/>
                  <a:pt x="13783" y="3102"/>
                  <a:pt x="13795" y="3043"/>
                </a:cubicBezTo>
                <a:cubicBezTo>
                  <a:pt x="13857" y="2686"/>
                  <a:pt x="13814" y="2353"/>
                  <a:pt x="13686" y="2030"/>
                </a:cubicBezTo>
                <a:cubicBezTo>
                  <a:pt x="13635" y="1898"/>
                  <a:pt x="13550" y="1795"/>
                  <a:pt x="13491" y="1668"/>
                </a:cubicBezTo>
                <a:cubicBezTo>
                  <a:pt x="13542" y="1639"/>
                  <a:pt x="13581" y="1668"/>
                  <a:pt x="13624" y="1707"/>
                </a:cubicBezTo>
                <a:cubicBezTo>
                  <a:pt x="13666" y="1751"/>
                  <a:pt x="13686" y="1830"/>
                  <a:pt x="13748" y="1849"/>
                </a:cubicBezTo>
                <a:cubicBezTo>
                  <a:pt x="13795" y="2050"/>
                  <a:pt x="13892" y="2226"/>
                  <a:pt x="13916" y="2436"/>
                </a:cubicBezTo>
                <a:cubicBezTo>
                  <a:pt x="13947" y="2715"/>
                  <a:pt x="13927" y="2979"/>
                  <a:pt x="13803" y="3219"/>
                </a:cubicBezTo>
                <a:cubicBezTo>
                  <a:pt x="13713" y="3503"/>
                  <a:pt x="13725" y="3826"/>
                  <a:pt x="13608" y="4100"/>
                </a:cubicBezTo>
                <a:cubicBezTo>
                  <a:pt x="13604" y="4110"/>
                  <a:pt x="13604" y="4119"/>
                  <a:pt x="13608" y="4129"/>
                </a:cubicBezTo>
                <a:cubicBezTo>
                  <a:pt x="13694" y="4428"/>
                  <a:pt x="13569" y="4658"/>
                  <a:pt x="13452" y="4892"/>
                </a:cubicBezTo>
                <a:cubicBezTo>
                  <a:pt x="13413" y="4971"/>
                  <a:pt x="13382" y="5059"/>
                  <a:pt x="13347" y="5142"/>
                </a:cubicBezTo>
                <a:cubicBezTo>
                  <a:pt x="13265" y="5318"/>
                  <a:pt x="12997" y="5450"/>
                  <a:pt x="12856" y="5382"/>
                </a:cubicBezTo>
                <a:cubicBezTo>
                  <a:pt x="12736" y="5876"/>
                  <a:pt x="12673" y="6385"/>
                  <a:pt x="12615" y="6898"/>
                </a:cubicBezTo>
                <a:cubicBezTo>
                  <a:pt x="12611" y="6947"/>
                  <a:pt x="12611" y="6977"/>
                  <a:pt x="12662" y="6981"/>
                </a:cubicBezTo>
                <a:cubicBezTo>
                  <a:pt x="12969" y="7021"/>
                  <a:pt x="12993" y="7114"/>
                  <a:pt x="13067" y="7476"/>
                </a:cubicBezTo>
                <a:cubicBezTo>
                  <a:pt x="13086" y="7573"/>
                  <a:pt x="13102" y="7657"/>
                  <a:pt x="13187" y="7691"/>
                </a:cubicBezTo>
                <a:cubicBezTo>
                  <a:pt x="13222" y="7706"/>
                  <a:pt x="13258" y="7735"/>
                  <a:pt x="13281" y="7769"/>
                </a:cubicBezTo>
                <a:cubicBezTo>
                  <a:pt x="13546" y="8121"/>
                  <a:pt x="13896" y="8258"/>
                  <a:pt x="14243" y="8425"/>
                </a:cubicBezTo>
                <a:cubicBezTo>
                  <a:pt x="14792" y="8684"/>
                  <a:pt x="15330" y="8982"/>
                  <a:pt x="15855" y="9315"/>
                </a:cubicBezTo>
                <a:cubicBezTo>
                  <a:pt x="15972" y="9389"/>
                  <a:pt x="16077" y="9477"/>
                  <a:pt x="16050" y="9677"/>
                </a:cubicBezTo>
                <a:cubicBezTo>
                  <a:pt x="16046" y="9707"/>
                  <a:pt x="16054" y="9746"/>
                  <a:pt x="16070" y="9765"/>
                </a:cubicBezTo>
                <a:cubicBezTo>
                  <a:pt x="16186" y="9917"/>
                  <a:pt x="16198" y="10103"/>
                  <a:pt x="16186" y="10298"/>
                </a:cubicBezTo>
                <a:cubicBezTo>
                  <a:pt x="16182" y="10401"/>
                  <a:pt x="16214" y="10484"/>
                  <a:pt x="16276" y="10548"/>
                </a:cubicBezTo>
                <a:cubicBezTo>
                  <a:pt x="16311" y="10587"/>
                  <a:pt x="16346" y="10621"/>
                  <a:pt x="16385" y="10656"/>
                </a:cubicBezTo>
                <a:cubicBezTo>
                  <a:pt x="16580" y="10817"/>
                  <a:pt x="16724" y="11018"/>
                  <a:pt x="16774" y="11311"/>
                </a:cubicBezTo>
                <a:cubicBezTo>
                  <a:pt x="16782" y="11360"/>
                  <a:pt x="16790" y="11399"/>
                  <a:pt x="16837" y="11419"/>
                </a:cubicBezTo>
                <a:cubicBezTo>
                  <a:pt x="17113" y="11546"/>
                  <a:pt x="17273" y="11830"/>
                  <a:pt x="17421" y="12128"/>
                </a:cubicBezTo>
                <a:cubicBezTo>
                  <a:pt x="17448" y="12182"/>
                  <a:pt x="17468" y="12236"/>
                  <a:pt x="17514" y="12270"/>
                </a:cubicBezTo>
                <a:cubicBezTo>
                  <a:pt x="17697" y="12407"/>
                  <a:pt x="17881" y="12549"/>
                  <a:pt x="18067" y="12686"/>
                </a:cubicBezTo>
                <a:cubicBezTo>
                  <a:pt x="18091" y="12701"/>
                  <a:pt x="18110" y="12715"/>
                  <a:pt x="18134" y="12730"/>
                </a:cubicBezTo>
                <a:cubicBezTo>
                  <a:pt x="18282" y="12803"/>
                  <a:pt x="18325" y="12784"/>
                  <a:pt x="18340" y="12588"/>
                </a:cubicBezTo>
                <a:cubicBezTo>
                  <a:pt x="18402" y="11825"/>
                  <a:pt x="18535" y="11076"/>
                  <a:pt x="18667" y="10328"/>
                </a:cubicBezTo>
                <a:cubicBezTo>
                  <a:pt x="18671" y="10318"/>
                  <a:pt x="18671" y="10308"/>
                  <a:pt x="18675" y="10298"/>
                </a:cubicBezTo>
                <a:cubicBezTo>
                  <a:pt x="18679" y="10269"/>
                  <a:pt x="18679" y="10235"/>
                  <a:pt x="18683" y="10206"/>
                </a:cubicBezTo>
                <a:cubicBezTo>
                  <a:pt x="18765" y="10127"/>
                  <a:pt x="18648" y="10137"/>
                  <a:pt x="18648" y="10078"/>
                </a:cubicBezTo>
                <a:cubicBezTo>
                  <a:pt x="18648" y="9956"/>
                  <a:pt x="18613" y="9839"/>
                  <a:pt x="18609" y="9716"/>
                </a:cubicBezTo>
                <a:cubicBezTo>
                  <a:pt x="18601" y="9119"/>
                  <a:pt x="18582" y="8523"/>
                  <a:pt x="18675" y="7931"/>
                </a:cubicBezTo>
                <a:cubicBezTo>
                  <a:pt x="18827" y="7808"/>
                  <a:pt x="18827" y="7813"/>
                  <a:pt x="18730" y="7603"/>
                </a:cubicBezTo>
                <a:cubicBezTo>
                  <a:pt x="18671" y="7480"/>
                  <a:pt x="18617" y="7358"/>
                  <a:pt x="18597" y="7211"/>
                </a:cubicBezTo>
                <a:cubicBezTo>
                  <a:pt x="18593" y="7167"/>
                  <a:pt x="18570" y="7133"/>
                  <a:pt x="18531" y="7109"/>
                </a:cubicBezTo>
                <a:cubicBezTo>
                  <a:pt x="18165" y="6898"/>
                  <a:pt x="17892" y="6546"/>
                  <a:pt x="17651" y="6155"/>
                </a:cubicBezTo>
                <a:cubicBezTo>
                  <a:pt x="17596" y="6067"/>
                  <a:pt x="17596" y="5969"/>
                  <a:pt x="17620" y="5871"/>
                </a:cubicBezTo>
                <a:cubicBezTo>
                  <a:pt x="17694" y="5519"/>
                  <a:pt x="17768" y="5166"/>
                  <a:pt x="17834" y="4814"/>
                </a:cubicBezTo>
                <a:cubicBezTo>
                  <a:pt x="17857" y="4687"/>
                  <a:pt x="17908" y="4609"/>
                  <a:pt x="17997" y="4560"/>
                </a:cubicBezTo>
                <a:cubicBezTo>
                  <a:pt x="18254" y="4413"/>
                  <a:pt x="18523" y="4340"/>
                  <a:pt x="18800" y="4305"/>
                </a:cubicBezTo>
                <a:cubicBezTo>
                  <a:pt x="18874" y="4295"/>
                  <a:pt x="18952" y="4315"/>
                  <a:pt x="19026" y="4276"/>
                </a:cubicBezTo>
                <a:cubicBezTo>
                  <a:pt x="19045" y="4266"/>
                  <a:pt x="19072" y="4261"/>
                  <a:pt x="19088" y="4276"/>
                </a:cubicBezTo>
                <a:cubicBezTo>
                  <a:pt x="19248" y="4428"/>
                  <a:pt x="19485" y="4452"/>
                  <a:pt x="19571" y="4731"/>
                </a:cubicBezTo>
                <a:cubicBezTo>
                  <a:pt x="19746" y="5308"/>
                  <a:pt x="19863" y="5905"/>
                  <a:pt x="19953" y="6512"/>
                </a:cubicBezTo>
                <a:cubicBezTo>
                  <a:pt x="19995" y="6805"/>
                  <a:pt x="20023" y="7099"/>
                  <a:pt x="20042" y="7392"/>
                </a:cubicBezTo>
                <a:cubicBezTo>
                  <a:pt x="20046" y="7480"/>
                  <a:pt x="20069" y="7515"/>
                  <a:pt x="20139" y="7495"/>
                </a:cubicBezTo>
                <a:cubicBezTo>
                  <a:pt x="20167" y="7485"/>
                  <a:pt x="20198" y="7495"/>
                  <a:pt x="20229" y="7490"/>
                </a:cubicBezTo>
                <a:cubicBezTo>
                  <a:pt x="20342" y="7480"/>
                  <a:pt x="20393" y="7539"/>
                  <a:pt x="20389" y="7686"/>
                </a:cubicBezTo>
                <a:cubicBezTo>
                  <a:pt x="20385" y="7979"/>
                  <a:pt x="20389" y="8268"/>
                  <a:pt x="20385" y="8562"/>
                </a:cubicBezTo>
                <a:cubicBezTo>
                  <a:pt x="20381" y="8664"/>
                  <a:pt x="20408" y="8738"/>
                  <a:pt x="20463" y="8816"/>
                </a:cubicBezTo>
                <a:cubicBezTo>
                  <a:pt x="20599" y="9012"/>
                  <a:pt x="20708" y="9227"/>
                  <a:pt x="20661" y="9506"/>
                </a:cubicBezTo>
                <a:cubicBezTo>
                  <a:pt x="20642" y="9628"/>
                  <a:pt x="20595" y="9741"/>
                  <a:pt x="20580" y="9868"/>
                </a:cubicBezTo>
                <a:cubicBezTo>
                  <a:pt x="20521" y="10450"/>
                  <a:pt x="20502" y="11032"/>
                  <a:pt x="20486" y="11615"/>
                </a:cubicBezTo>
                <a:cubicBezTo>
                  <a:pt x="20455" y="12715"/>
                  <a:pt x="20346" y="13797"/>
                  <a:pt x="20030" y="14829"/>
                </a:cubicBezTo>
                <a:cubicBezTo>
                  <a:pt x="19925" y="15176"/>
                  <a:pt x="19785" y="15499"/>
                  <a:pt x="19602" y="15793"/>
                </a:cubicBezTo>
                <a:cubicBezTo>
                  <a:pt x="19532" y="15861"/>
                  <a:pt x="19462" y="15930"/>
                  <a:pt x="19392" y="15998"/>
                </a:cubicBezTo>
                <a:cubicBezTo>
                  <a:pt x="19333" y="16057"/>
                  <a:pt x="19255" y="16091"/>
                  <a:pt x="19240" y="16199"/>
                </a:cubicBezTo>
                <a:cubicBezTo>
                  <a:pt x="19127" y="16336"/>
                  <a:pt x="18991" y="16301"/>
                  <a:pt x="18858" y="16287"/>
                </a:cubicBezTo>
                <a:cubicBezTo>
                  <a:pt x="18601" y="16257"/>
                  <a:pt x="18352" y="16174"/>
                  <a:pt x="18103" y="16101"/>
                </a:cubicBezTo>
                <a:cubicBezTo>
                  <a:pt x="17822" y="15979"/>
                  <a:pt x="17542" y="15856"/>
                  <a:pt x="17257" y="15734"/>
                </a:cubicBezTo>
                <a:cubicBezTo>
                  <a:pt x="16915" y="15548"/>
                  <a:pt x="16572" y="15362"/>
                  <a:pt x="16233" y="15171"/>
                </a:cubicBezTo>
                <a:cubicBezTo>
                  <a:pt x="16101" y="15098"/>
                  <a:pt x="15968" y="15020"/>
                  <a:pt x="15816" y="15010"/>
                </a:cubicBezTo>
                <a:cubicBezTo>
                  <a:pt x="15610" y="14995"/>
                  <a:pt x="15415" y="14907"/>
                  <a:pt x="15217" y="14804"/>
                </a:cubicBezTo>
                <a:cubicBezTo>
                  <a:pt x="15139" y="15480"/>
                  <a:pt x="15018" y="16140"/>
                  <a:pt x="14909" y="16800"/>
                </a:cubicBezTo>
                <a:cubicBezTo>
                  <a:pt x="14850" y="16982"/>
                  <a:pt x="14870" y="17148"/>
                  <a:pt x="14924" y="17329"/>
                </a:cubicBezTo>
                <a:cubicBezTo>
                  <a:pt x="15154" y="18077"/>
                  <a:pt x="15423" y="18806"/>
                  <a:pt x="15618" y="19570"/>
                </a:cubicBezTo>
                <a:cubicBezTo>
                  <a:pt x="15641" y="19663"/>
                  <a:pt x="15688" y="19653"/>
                  <a:pt x="15742" y="19653"/>
                </a:cubicBezTo>
                <a:cubicBezTo>
                  <a:pt x="16280" y="19658"/>
                  <a:pt x="16817" y="19663"/>
                  <a:pt x="17351" y="19663"/>
                </a:cubicBezTo>
                <a:cubicBezTo>
                  <a:pt x="17600" y="19663"/>
                  <a:pt x="17853" y="19663"/>
                  <a:pt x="18130" y="19663"/>
                </a:cubicBezTo>
                <a:cubicBezTo>
                  <a:pt x="17939" y="19501"/>
                  <a:pt x="17764" y="19354"/>
                  <a:pt x="17592" y="19212"/>
                </a:cubicBezTo>
                <a:cubicBezTo>
                  <a:pt x="16747" y="18518"/>
                  <a:pt x="15894" y="17833"/>
                  <a:pt x="15096" y="17055"/>
                </a:cubicBezTo>
                <a:cubicBezTo>
                  <a:pt x="15030" y="16991"/>
                  <a:pt x="14960" y="16928"/>
                  <a:pt x="14932" y="16820"/>
                </a:cubicBezTo>
                <a:cubicBezTo>
                  <a:pt x="15248" y="17045"/>
                  <a:pt x="15540" y="17314"/>
                  <a:pt x="15844" y="17559"/>
                </a:cubicBezTo>
                <a:cubicBezTo>
                  <a:pt x="16595" y="18156"/>
                  <a:pt x="17339" y="18762"/>
                  <a:pt x="18071" y="19393"/>
                </a:cubicBezTo>
                <a:cubicBezTo>
                  <a:pt x="18114" y="19428"/>
                  <a:pt x="18165" y="19457"/>
                  <a:pt x="18192" y="19506"/>
                </a:cubicBezTo>
                <a:cubicBezTo>
                  <a:pt x="18293" y="19677"/>
                  <a:pt x="18430" y="19687"/>
                  <a:pt x="18585" y="19687"/>
                </a:cubicBezTo>
                <a:cubicBezTo>
                  <a:pt x="19594" y="19677"/>
                  <a:pt x="20595" y="19697"/>
                  <a:pt x="21600" y="19760"/>
                </a:cubicBezTo>
                <a:close/>
                <a:moveTo>
                  <a:pt x="12833" y="1336"/>
                </a:moveTo>
                <a:cubicBezTo>
                  <a:pt x="12954" y="1140"/>
                  <a:pt x="12798" y="802"/>
                  <a:pt x="12553" y="709"/>
                </a:cubicBezTo>
                <a:cubicBezTo>
                  <a:pt x="12693" y="890"/>
                  <a:pt x="12794" y="1091"/>
                  <a:pt x="12833" y="1336"/>
                </a:cubicBezTo>
                <a:close/>
                <a:moveTo>
                  <a:pt x="12588" y="1859"/>
                </a:moveTo>
                <a:cubicBezTo>
                  <a:pt x="12759" y="1815"/>
                  <a:pt x="12884" y="1698"/>
                  <a:pt x="12969" y="1512"/>
                </a:cubicBezTo>
                <a:cubicBezTo>
                  <a:pt x="12981" y="1487"/>
                  <a:pt x="13032" y="1448"/>
                  <a:pt x="12973" y="1414"/>
                </a:cubicBezTo>
                <a:cubicBezTo>
                  <a:pt x="12942" y="1394"/>
                  <a:pt x="12907" y="1399"/>
                  <a:pt x="12888" y="1443"/>
                </a:cubicBezTo>
                <a:cubicBezTo>
                  <a:pt x="12817" y="1614"/>
                  <a:pt x="12705" y="1737"/>
                  <a:pt x="12588" y="1859"/>
                </a:cubicBezTo>
                <a:close/>
                <a:moveTo>
                  <a:pt x="12981" y="3327"/>
                </a:moveTo>
                <a:cubicBezTo>
                  <a:pt x="12969" y="3204"/>
                  <a:pt x="12993" y="3077"/>
                  <a:pt x="12907" y="2926"/>
                </a:cubicBezTo>
                <a:cubicBezTo>
                  <a:pt x="12907" y="3087"/>
                  <a:pt x="12907" y="3209"/>
                  <a:pt x="12907" y="3327"/>
                </a:cubicBezTo>
                <a:cubicBezTo>
                  <a:pt x="12907" y="3356"/>
                  <a:pt x="12919" y="3381"/>
                  <a:pt x="12942" y="3381"/>
                </a:cubicBezTo>
                <a:cubicBezTo>
                  <a:pt x="12973" y="3381"/>
                  <a:pt x="12981" y="3351"/>
                  <a:pt x="12981" y="3327"/>
                </a:cubicBezTo>
                <a:close/>
                <a:moveTo>
                  <a:pt x="10157" y="1849"/>
                </a:moveTo>
                <a:cubicBezTo>
                  <a:pt x="10173" y="1840"/>
                  <a:pt x="10208" y="1854"/>
                  <a:pt x="10204" y="1830"/>
                </a:cubicBezTo>
                <a:cubicBezTo>
                  <a:pt x="10196" y="1800"/>
                  <a:pt x="10165" y="1786"/>
                  <a:pt x="10134" y="1786"/>
                </a:cubicBezTo>
                <a:cubicBezTo>
                  <a:pt x="10142" y="1810"/>
                  <a:pt x="10150" y="1830"/>
                  <a:pt x="10157" y="1849"/>
                </a:cubicBezTo>
                <a:close/>
                <a:moveTo>
                  <a:pt x="10130" y="3102"/>
                </a:moveTo>
                <a:cubicBezTo>
                  <a:pt x="10161" y="2945"/>
                  <a:pt x="10212" y="2803"/>
                  <a:pt x="10208" y="2637"/>
                </a:cubicBezTo>
                <a:cubicBezTo>
                  <a:pt x="10161" y="2647"/>
                  <a:pt x="10138" y="2681"/>
                  <a:pt x="10099" y="2671"/>
                </a:cubicBezTo>
                <a:cubicBezTo>
                  <a:pt x="10021" y="2642"/>
                  <a:pt x="10025" y="2720"/>
                  <a:pt x="10037" y="2774"/>
                </a:cubicBezTo>
                <a:cubicBezTo>
                  <a:pt x="10064" y="2882"/>
                  <a:pt x="10099" y="2994"/>
                  <a:pt x="10130" y="3102"/>
                </a:cubicBezTo>
                <a:close/>
                <a:moveTo>
                  <a:pt x="19544" y="7818"/>
                </a:moveTo>
                <a:cubicBezTo>
                  <a:pt x="19481" y="7828"/>
                  <a:pt x="19458" y="7857"/>
                  <a:pt x="19450" y="7935"/>
                </a:cubicBezTo>
                <a:cubicBezTo>
                  <a:pt x="19431" y="8146"/>
                  <a:pt x="19403" y="8356"/>
                  <a:pt x="19380" y="8567"/>
                </a:cubicBezTo>
                <a:cubicBezTo>
                  <a:pt x="19376" y="8596"/>
                  <a:pt x="19368" y="8630"/>
                  <a:pt x="19396" y="8650"/>
                </a:cubicBezTo>
                <a:cubicBezTo>
                  <a:pt x="19501" y="8728"/>
                  <a:pt x="19610" y="8806"/>
                  <a:pt x="19719" y="8889"/>
                </a:cubicBezTo>
                <a:cubicBezTo>
                  <a:pt x="19769" y="8669"/>
                  <a:pt x="19742" y="8459"/>
                  <a:pt x="19789" y="8258"/>
                </a:cubicBezTo>
                <a:cubicBezTo>
                  <a:pt x="19832" y="8488"/>
                  <a:pt x="19789" y="8713"/>
                  <a:pt x="19789" y="8938"/>
                </a:cubicBezTo>
                <a:cubicBezTo>
                  <a:pt x="19949" y="9090"/>
                  <a:pt x="20136" y="9163"/>
                  <a:pt x="20315" y="9305"/>
                </a:cubicBezTo>
                <a:cubicBezTo>
                  <a:pt x="20315" y="9188"/>
                  <a:pt x="20315" y="9100"/>
                  <a:pt x="20315" y="9017"/>
                </a:cubicBezTo>
                <a:cubicBezTo>
                  <a:pt x="20315" y="8650"/>
                  <a:pt x="20315" y="8283"/>
                  <a:pt x="20315" y="7916"/>
                </a:cubicBezTo>
                <a:cubicBezTo>
                  <a:pt x="20120" y="7935"/>
                  <a:pt x="19937" y="8014"/>
                  <a:pt x="19723" y="7979"/>
                </a:cubicBezTo>
                <a:cubicBezTo>
                  <a:pt x="19797" y="7921"/>
                  <a:pt x="19851" y="7896"/>
                  <a:pt x="19910" y="7882"/>
                </a:cubicBezTo>
                <a:cubicBezTo>
                  <a:pt x="20027" y="7857"/>
                  <a:pt x="20139" y="7828"/>
                  <a:pt x="20256" y="7794"/>
                </a:cubicBezTo>
                <a:cubicBezTo>
                  <a:pt x="20280" y="7789"/>
                  <a:pt x="20323" y="7798"/>
                  <a:pt x="20319" y="7740"/>
                </a:cubicBezTo>
                <a:cubicBezTo>
                  <a:pt x="20311" y="7671"/>
                  <a:pt x="20276" y="7710"/>
                  <a:pt x="20252" y="7715"/>
                </a:cubicBezTo>
                <a:cubicBezTo>
                  <a:pt x="20011" y="7745"/>
                  <a:pt x="19777" y="7784"/>
                  <a:pt x="19544" y="7818"/>
                </a:cubicBezTo>
                <a:close/>
                <a:moveTo>
                  <a:pt x="17892" y="5176"/>
                </a:moveTo>
                <a:cubicBezTo>
                  <a:pt x="17939" y="5064"/>
                  <a:pt x="17943" y="4946"/>
                  <a:pt x="18044" y="4863"/>
                </a:cubicBezTo>
                <a:cubicBezTo>
                  <a:pt x="18005" y="5039"/>
                  <a:pt x="18025" y="5181"/>
                  <a:pt x="18036" y="5328"/>
                </a:cubicBezTo>
                <a:cubicBezTo>
                  <a:pt x="18126" y="5069"/>
                  <a:pt x="18410" y="4907"/>
                  <a:pt x="18613" y="5000"/>
                </a:cubicBezTo>
                <a:cubicBezTo>
                  <a:pt x="18519" y="5049"/>
                  <a:pt x="18430" y="5098"/>
                  <a:pt x="18344" y="5147"/>
                </a:cubicBezTo>
                <a:cubicBezTo>
                  <a:pt x="18091" y="5294"/>
                  <a:pt x="18060" y="5416"/>
                  <a:pt x="18180" y="5739"/>
                </a:cubicBezTo>
                <a:cubicBezTo>
                  <a:pt x="18301" y="5548"/>
                  <a:pt x="18328" y="5528"/>
                  <a:pt x="18441" y="5528"/>
                </a:cubicBezTo>
                <a:cubicBezTo>
                  <a:pt x="18387" y="5612"/>
                  <a:pt x="18336" y="5695"/>
                  <a:pt x="18282" y="5778"/>
                </a:cubicBezTo>
                <a:cubicBezTo>
                  <a:pt x="18219" y="5871"/>
                  <a:pt x="18208" y="5954"/>
                  <a:pt x="18309" y="6023"/>
                </a:cubicBezTo>
                <a:cubicBezTo>
                  <a:pt x="18340" y="5988"/>
                  <a:pt x="18317" y="5900"/>
                  <a:pt x="18379" y="5895"/>
                </a:cubicBezTo>
                <a:cubicBezTo>
                  <a:pt x="18422" y="5949"/>
                  <a:pt x="18399" y="6052"/>
                  <a:pt x="18465" y="6091"/>
                </a:cubicBezTo>
                <a:cubicBezTo>
                  <a:pt x="18523" y="6037"/>
                  <a:pt x="18422" y="5930"/>
                  <a:pt x="18512" y="5890"/>
                </a:cubicBezTo>
                <a:cubicBezTo>
                  <a:pt x="18527" y="5895"/>
                  <a:pt x="18547" y="5910"/>
                  <a:pt x="18558" y="5905"/>
                </a:cubicBezTo>
                <a:cubicBezTo>
                  <a:pt x="18722" y="5802"/>
                  <a:pt x="18722" y="5988"/>
                  <a:pt x="18765" y="6091"/>
                </a:cubicBezTo>
                <a:cubicBezTo>
                  <a:pt x="18796" y="6169"/>
                  <a:pt x="18815" y="6262"/>
                  <a:pt x="18819" y="6350"/>
                </a:cubicBezTo>
                <a:cubicBezTo>
                  <a:pt x="18850" y="6805"/>
                  <a:pt x="19061" y="7079"/>
                  <a:pt x="19380" y="7241"/>
                </a:cubicBezTo>
                <a:cubicBezTo>
                  <a:pt x="19419" y="7260"/>
                  <a:pt x="19466" y="7275"/>
                  <a:pt x="19509" y="7348"/>
                </a:cubicBezTo>
                <a:cubicBezTo>
                  <a:pt x="19423" y="7348"/>
                  <a:pt x="19364" y="7353"/>
                  <a:pt x="19302" y="7348"/>
                </a:cubicBezTo>
                <a:cubicBezTo>
                  <a:pt x="19216" y="7343"/>
                  <a:pt x="19220" y="7417"/>
                  <a:pt x="19224" y="7485"/>
                </a:cubicBezTo>
                <a:cubicBezTo>
                  <a:pt x="19232" y="7549"/>
                  <a:pt x="19189" y="7642"/>
                  <a:pt x="19294" y="7642"/>
                </a:cubicBezTo>
                <a:cubicBezTo>
                  <a:pt x="19485" y="7642"/>
                  <a:pt x="19672" y="7617"/>
                  <a:pt x="19855" y="7544"/>
                </a:cubicBezTo>
                <a:cubicBezTo>
                  <a:pt x="19910" y="7525"/>
                  <a:pt x="19910" y="7495"/>
                  <a:pt x="19902" y="7446"/>
                </a:cubicBezTo>
                <a:cubicBezTo>
                  <a:pt x="19793" y="6546"/>
                  <a:pt x="19664" y="5656"/>
                  <a:pt x="19473" y="4775"/>
                </a:cubicBezTo>
                <a:cubicBezTo>
                  <a:pt x="19450" y="4672"/>
                  <a:pt x="19392" y="4628"/>
                  <a:pt x="19333" y="4560"/>
                </a:cubicBezTo>
                <a:cubicBezTo>
                  <a:pt x="19146" y="4349"/>
                  <a:pt x="18991" y="4418"/>
                  <a:pt x="18784" y="4530"/>
                </a:cubicBezTo>
                <a:cubicBezTo>
                  <a:pt x="18539" y="4667"/>
                  <a:pt x="18266" y="4702"/>
                  <a:pt x="17997" y="4736"/>
                </a:cubicBezTo>
                <a:cubicBezTo>
                  <a:pt x="17974" y="4741"/>
                  <a:pt x="17939" y="4721"/>
                  <a:pt x="17935" y="4765"/>
                </a:cubicBezTo>
                <a:cubicBezTo>
                  <a:pt x="17923" y="4887"/>
                  <a:pt x="17849" y="5010"/>
                  <a:pt x="17892" y="5176"/>
                </a:cubicBezTo>
                <a:close/>
                <a:moveTo>
                  <a:pt x="18971" y="7671"/>
                </a:moveTo>
                <a:cubicBezTo>
                  <a:pt x="18959" y="7813"/>
                  <a:pt x="18967" y="7960"/>
                  <a:pt x="18936" y="8097"/>
                </a:cubicBezTo>
                <a:cubicBezTo>
                  <a:pt x="18905" y="8244"/>
                  <a:pt x="18936" y="8317"/>
                  <a:pt x="19037" y="8361"/>
                </a:cubicBezTo>
                <a:cubicBezTo>
                  <a:pt x="19049" y="8371"/>
                  <a:pt x="19057" y="8386"/>
                  <a:pt x="19068" y="8395"/>
                </a:cubicBezTo>
                <a:cubicBezTo>
                  <a:pt x="19084" y="8405"/>
                  <a:pt x="19100" y="8415"/>
                  <a:pt x="19115" y="8425"/>
                </a:cubicBezTo>
                <a:cubicBezTo>
                  <a:pt x="19123" y="8459"/>
                  <a:pt x="19150" y="8464"/>
                  <a:pt x="19170" y="8474"/>
                </a:cubicBezTo>
                <a:cubicBezTo>
                  <a:pt x="19201" y="8498"/>
                  <a:pt x="19232" y="8562"/>
                  <a:pt x="19244" y="8449"/>
                </a:cubicBezTo>
                <a:cubicBezTo>
                  <a:pt x="19263" y="8249"/>
                  <a:pt x="19287" y="8048"/>
                  <a:pt x="19337" y="7852"/>
                </a:cubicBezTo>
                <a:cubicBezTo>
                  <a:pt x="19333" y="7823"/>
                  <a:pt x="19380" y="7798"/>
                  <a:pt x="19345" y="7764"/>
                </a:cubicBezTo>
                <a:cubicBezTo>
                  <a:pt x="19294" y="7750"/>
                  <a:pt x="19244" y="7735"/>
                  <a:pt x="19193" y="7715"/>
                </a:cubicBezTo>
                <a:cubicBezTo>
                  <a:pt x="19174" y="7686"/>
                  <a:pt x="19146" y="7686"/>
                  <a:pt x="19115" y="7686"/>
                </a:cubicBezTo>
                <a:cubicBezTo>
                  <a:pt x="19181" y="7441"/>
                  <a:pt x="19220" y="7358"/>
                  <a:pt x="18975" y="7309"/>
                </a:cubicBezTo>
                <a:cubicBezTo>
                  <a:pt x="18998" y="7436"/>
                  <a:pt x="19061" y="7559"/>
                  <a:pt x="18971" y="7671"/>
                </a:cubicBezTo>
                <a:close/>
                <a:moveTo>
                  <a:pt x="18944" y="7490"/>
                </a:moveTo>
                <a:cubicBezTo>
                  <a:pt x="18940" y="7348"/>
                  <a:pt x="18920" y="7226"/>
                  <a:pt x="18819" y="7133"/>
                </a:cubicBezTo>
                <a:cubicBezTo>
                  <a:pt x="18757" y="7074"/>
                  <a:pt x="18710" y="6986"/>
                  <a:pt x="18683" y="6893"/>
                </a:cubicBezTo>
                <a:cubicBezTo>
                  <a:pt x="18624" y="6756"/>
                  <a:pt x="18644" y="6605"/>
                  <a:pt x="18632" y="6463"/>
                </a:cubicBezTo>
                <a:cubicBezTo>
                  <a:pt x="18550" y="6482"/>
                  <a:pt x="18476" y="6497"/>
                  <a:pt x="18406" y="6517"/>
                </a:cubicBezTo>
                <a:cubicBezTo>
                  <a:pt x="18340" y="6492"/>
                  <a:pt x="18282" y="6453"/>
                  <a:pt x="18231" y="6399"/>
                </a:cubicBezTo>
                <a:cubicBezTo>
                  <a:pt x="18161" y="6316"/>
                  <a:pt x="18142" y="6164"/>
                  <a:pt x="18029" y="6150"/>
                </a:cubicBezTo>
                <a:cubicBezTo>
                  <a:pt x="17962" y="6140"/>
                  <a:pt x="17912" y="6111"/>
                  <a:pt x="17857" y="6076"/>
                </a:cubicBezTo>
                <a:cubicBezTo>
                  <a:pt x="17787" y="5949"/>
                  <a:pt x="17783" y="5675"/>
                  <a:pt x="17846" y="5548"/>
                </a:cubicBezTo>
                <a:cubicBezTo>
                  <a:pt x="17861" y="5514"/>
                  <a:pt x="17877" y="5528"/>
                  <a:pt x="17896" y="5533"/>
                </a:cubicBezTo>
                <a:cubicBezTo>
                  <a:pt x="17927" y="5543"/>
                  <a:pt x="17947" y="5524"/>
                  <a:pt x="17939" y="5484"/>
                </a:cubicBezTo>
                <a:cubicBezTo>
                  <a:pt x="17923" y="5421"/>
                  <a:pt x="17931" y="5338"/>
                  <a:pt x="17869" y="5308"/>
                </a:cubicBezTo>
                <a:cubicBezTo>
                  <a:pt x="17842" y="5298"/>
                  <a:pt x="17834" y="5342"/>
                  <a:pt x="17826" y="5372"/>
                </a:cubicBezTo>
                <a:cubicBezTo>
                  <a:pt x="17775" y="5553"/>
                  <a:pt x="17725" y="5729"/>
                  <a:pt x="17678" y="5910"/>
                </a:cubicBezTo>
                <a:cubicBezTo>
                  <a:pt x="17662" y="5974"/>
                  <a:pt x="17674" y="6023"/>
                  <a:pt x="17733" y="6042"/>
                </a:cubicBezTo>
                <a:cubicBezTo>
                  <a:pt x="17768" y="6052"/>
                  <a:pt x="17799" y="6081"/>
                  <a:pt x="17834" y="6101"/>
                </a:cubicBezTo>
                <a:cubicBezTo>
                  <a:pt x="17951" y="6233"/>
                  <a:pt x="18068" y="6370"/>
                  <a:pt x="18180" y="6502"/>
                </a:cubicBezTo>
                <a:cubicBezTo>
                  <a:pt x="18321" y="6639"/>
                  <a:pt x="18414" y="6835"/>
                  <a:pt x="18582" y="6928"/>
                </a:cubicBezTo>
                <a:cubicBezTo>
                  <a:pt x="18593" y="6957"/>
                  <a:pt x="18613" y="6952"/>
                  <a:pt x="18632" y="6952"/>
                </a:cubicBezTo>
                <a:lnTo>
                  <a:pt x="18636" y="6962"/>
                </a:lnTo>
                <a:lnTo>
                  <a:pt x="18644" y="6957"/>
                </a:lnTo>
                <a:cubicBezTo>
                  <a:pt x="18656" y="7035"/>
                  <a:pt x="18671" y="7109"/>
                  <a:pt x="18683" y="7187"/>
                </a:cubicBezTo>
                <a:cubicBezTo>
                  <a:pt x="18722" y="7368"/>
                  <a:pt x="18811" y="7480"/>
                  <a:pt x="18944" y="7490"/>
                </a:cubicBezTo>
                <a:close/>
                <a:moveTo>
                  <a:pt x="17873" y="13420"/>
                </a:moveTo>
                <a:cubicBezTo>
                  <a:pt x="17849" y="13430"/>
                  <a:pt x="17822" y="13435"/>
                  <a:pt x="17814" y="13469"/>
                </a:cubicBezTo>
                <a:cubicBezTo>
                  <a:pt x="17810" y="13493"/>
                  <a:pt x="17826" y="13508"/>
                  <a:pt x="17842" y="13513"/>
                </a:cubicBezTo>
                <a:cubicBezTo>
                  <a:pt x="18029" y="13576"/>
                  <a:pt x="18196" y="13709"/>
                  <a:pt x="18391" y="13787"/>
                </a:cubicBezTo>
                <a:cubicBezTo>
                  <a:pt x="18371" y="13586"/>
                  <a:pt x="18356" y="13405"/>
                  <a:pt x="18340" y="13205"/>
                </a:cubicBezTo>
                <a:cubicBezTo>
                  <a:pt x="18177" y="13298"/>
                  <a:pt x="18025" y="13371"/>
                  <a:pt x="17873" y="13420"/>
                </a:cubicBezTo>
                <a:close/>
                <a:moveTo>
                  <a:pt x="15867" y="10215"/>
                </a:moveTo>
                <a:cubicBezTo>
                  <a:pt x="15812" y="10259"/>
                  <a:pt x="15809" y="10259"/>
                  <a:pt x="15801" y="10318"/>
                </a:cubicBezTo>
                <a:cubicBezTo>
                  <a:pt x="15664" y="11218"/>
                  <a:pt x="15555" y="12128"/>
                  <a:pt x="15470" y="13038"/>
                </a:cubicBezTo>
                <a:cubicBezTo>
                  <a:pt x="15435" y="13410"/>
                  <a:pt x="15415" y="13787"/>
                  <a:pt x="15345" y="14154"/>
                </a:cubicBezTo>
                <a:cubicBezTo>
                  <a:pt x="15322" y="14266"/>
                  <a:pt x="15213" y="14384"/>
                  <a:pt x="15252" y="14462"/>
                </a:cubicBezTo>
                <a:cubicBezTo>
                  <a:pt x="15287" y="14530"/>
                  <a:pt x="15419" y="14521"/>
                  <a:pt x="15509" y="14555"/>
                </a:cubicBezTo>
                <a:cubicBezTo>
                  <a:pt x="15890" y="14702"/>
                  <a:pt x="16241" y="14932"/>
                  <a:pt x="16607" y="15127"/>
                </a:cubicBezTo>
                <a:cubicBezTo>
                  <a:pt x="17246" y="15465"/>
                  <a:pt x="17881" y="15802"/>
                  <a:pt x="18562" y="15993"/>
                </a:cubicBezTo>
                <a:cubicBezTo>
                  <a:pt x="19026" y="16125"/>
                  <a:pt x="19185" y="16106"/>
                  <a:pt x="19520" y="15538"/>
                </a:cubicBezTo>
                <a:cubicBezTo>
                  <a:pt x="19633" y="15347"/>
                  <a:pt x="19723" y="15127"/>
                  <a:pt x="19801" y="14907"/>
                </a:cubicBezTo>
                <a:cubicBezTo>
                  <a:pt x="20081" y="14119"/>
                  <a:pt x="20217" y="13283"/>
                  <a:pt x="20287" y="12432"/>
                </a:cubicBezTo>
                <a:cubicBezTo>
                  <a:pt x="20326" y="11942"/>
                  <a:pt x="20338" y="11448"/>
                  <a:pt x="20365" y="10954"/>
                </a:cubicBezTo>
                <a:cubicBezTo>
                  <a:pt x="20385" y="10617"/>
                  <a:pt x="20412" y="10279"/>
                  <a:pt x="20435" y="9941"/>
                </a:cubicBezTo>
                <a:cubicBezTo>
                  <a:pt x="20447" y="9858"/>
                  <a:pt x="20447" y="9799"/>
                  <a:pt x="20373" y="9746"/>
                </a:cubicBezTo>
                <a:cubicBezTo>
                  <a:pt x="20089" y="9555"/>
                  <a:pt x="19824" y="9330"/>
                  <a:pt x="19559" y="9100"/>
                </a:cubicBezTo>
                <a:cubicBezTo>
                  <a:pt x="19505" y="9051"/>
                  <a:pt x="19458" y="8992"/>
                  <a:pt x="19384" y="8987"/>
                </a:cubicBezTo>
                <a:cubicBezTo>
                  <a:pt x="19213" y="8831"/>
                  <a:pt x="19041" y="8669"/>
                  <a:pt x="18870" y="8513"/>
                </a:cubicBezTo>
                <a:cubicBezTo>
                  <a:pt x="18831" y="8479"/>
                  <a:pt x="18792" y="8390"/>
                  <a:pt x="18737" y="8444"/>
                </a:cubicBezTo>
                <a:cubicBezTo>
                  <a:pt x="18683" y="8498"/>
                  <a:pt x="18722" y="8581"/>
                  <a:pt x="18737" y="8650"/>
                </a:cubicBezTo>
                <a:cubicBezTo>
                  <a:pt x="18745" y="8674"/>
                  <a:pt x="18753" y="8699"/>
                  <a:pt x="18765" y="8723"/>
                </a:cubicBezTo>
                <a:cubicBezTo>
                  <a:pt x="19209" y="9746"/>
                  <a:pt x="19614" y="10798"/>
                  <a:pt x="19991" y="11864"/>
                </a:cubicBezTo>
                <a:cubicBezTo>
                  <a:pt x="20046" y="12016"/>
                  <a:pt x="20108" y="12163"/>
                  <a:pt x="20108" y="12339"/>
                </a:cubicBezTo>
                <a:cubicBezTo>
                  <a:pt x="19563" y="11199"/>
                  <a:pt x="19139" y="9981"/>
                  <a:pt x="18726" y="8757"/>
                </a:cubicBezTo>
                <a:cubicBezTo>
                  <a:pt x="18730" y="9193"/>
                  <a:pt x="18733" y="9623"/>
                  <a:pt x="18710" y="10069"/>
                </a:cubicBezTo>
                <a:cubicBezTo>
                  <a:pt x="18769" y="10005"/>
                  <a:pt x="18749" y="9902"/>
                  <a:pt x="18811" y="9848"/>
                </a:cubicBezTo>
                <a:cubicBezTo>
                  <a:pt x="18784" y="10558"/>
                  <a:pt x="18706" y="11253"/>
                  <a:pt x="18628" y="11947"/>
                </a:cubicBezTo>
                <a:cubicBezTo>
                  <a:pt x="18582" y="12353"/>
                  <a:pt x="18535" y="12759"/>
                  <a:pt x="18547" y="13165"/>
                </a:cubicBezTo>
                <a:cubicBezTo>
                  <a:pt x="18566" y="13782"/>
                  <a:pt x="18687" y="14369"/>
                  <a:pt x="18917" y="14917"/>
                </a:cubicBezTo>
                <a:cubicBezTo>
                  <a:pt x="18928" y="14941"/>
                  <a:pt x="18959" y="14976"/>
                  <a:pt x="18924" y="15015"/>
                </a:cubicBezTo>
                <a:cubicBezTo>
                  <a:pt x="18691" y="14736"/>
                  <a:pt x="18523" y="14403"/>
                  <a:pt x="18441" y="14012"/>
                </a:cubicBezTo>
                <a:cubicBezTo>
                  <a:pt x="18422" y="13909"/>
                  <a:pt x="18375" y="13846"/>
                  <a:pt x="18301" y="13806"/>
                </a:cubicBezTo>
                <a:cubicBezTo>
                  <a:pt x="18153" y="13728"/>
                  <a:pt x="18005" y="13650"/>
                  <a:pt x="17857" y="13576"/>
                </a:cubicBezTo>
                <a:cubicBezTo>
                  <a:pt x="17772" y="13537"/>
                  <a:pt x="17682" y="13493"/>
                  <a:pt x="17585" y="13528"/>
                </a:cubicBezTo>
                <a:cubicBezTo>
                  <a:pt x="17538" y="13542"/>
                  <a:pt x="17518" y="13562"/>
                  <a:pt x="17546" y="13620"/>
                </a:cubicBezTo>
                <a:cubicBezTo>
                  <a:pt x="17472" y="13591"/>
                  <a:pt x="17402" y="13601"/>
                  <a:pt x="17328" y="13625"/>
                </a:cubicBezTo>
                <a:cubicBezTo>
                  <a:pt x="16919" y="13772"/>
                  <a:pt x="16506" y="13909"/>
                  <a:pt x="16085" y="13992"/>
                </a:cubicBezTo>
                <a:cubicBezTo>
                  <a:pt x="15910" y="14027"/>
                  <a:pt x="15742" y="14134"/>
                  <a:pt x="15555" y="14075"/>
                </a:cubicBezTo>
                <a:cubicBezTo>
                  <a:pt x="16432" y="13601"/>
                  <a:pt x="17328" y="13205"/>
                  <a:pt x="18258" y="12921"/>
                </a:cubicBezTo>
                <a:cubicBezTo>
                  <a:pt x="18157" y="12882"/>
                  <a:pt x="18036" y="12872"/>
                  <a:pt x="17955" y="12799"/>
                </a:cubicBezTo>
                <a:cubicBezTo>
                  <a:pt x="17807" y="12666"/>
                  <a:pt x="17643" y="12559"/>
                  <a:pt x="17495" y="12427"/>
                </a:cubicBezTo>
                <a:cubicBezTo>
                  <a:pt x="17448" y="12388"/>
                  <a:pt x="17398" y="12348"/>
                  <a:pt x="17378" y="12285"/>
                </a:cubicBezTo>
                <a:cubicBezTo>
                  <a:pt x="17355" y="12192"/>
                  <a:pt x="17324" y="12221"/>
                  <a:pt x="17281" y="12260"/>
                </a:cubicBezTo>
                <a:cubicBezTo>
                  <a:pt x="16938" y="12549"/>
                  <a:pt x="16572" y="12794"/>
                  <a:pt x="16206" y="13033"/>
                </a:cubicBezTo>
                <a:cubicBezTo>
                  <a:pt x="16163" y="13063"/>
                  <a:pt x="16120" y="13092"/>
                  <a:pt x="16058" y="13058"/>
                </a:cubicBezTo>
                <a:cubicBezTo>
                  <a:pt x="16455" y="12745"/>
                  <a:pt x="16845" y="12422"/>
                  <a:pt x="17269" y="12182"/>
                </a:cubicBezTo>
                <a:cubicBezTo>
                  <a:pt x="17347" y="12138"/>
                  <a:pt x="17363" y="12109"/>
                  <a:pt x="17289" y="12040"/>
                </a:cubicBezTo>
                <a:cubicBezTo>
                  <a:pt x="17117" y="11869"/>
                  <a:pt x="16977" y="11649"/>
                  <a:pt x="16782" y="11512"/>
                </a:cubicBezTo>
                <a:cubicBezTo>
                  <a:pt x="16763" y="11497"/>
                  <a:pt x="16747" y="11482"/>
                  <a:pt x="16743" y="11453"/>
                </a:cubicBezTo>
                <a:cubicBezTo>
                  <a:pt x="16700" y="11155"/>
                  <a:pt x="16521" y="10983"/>
                  <a:pt x="16342" y="10822"/>
                </a:cubicBezTo>
                <a:cubicBezTo>
                  <a:pt x="16163" y="10665"/>
                  <a:pt x="16062" y="10480"/>
                  <a:pt x="16073" y="10201"/>
                </a:cubicBezTo>
                <a:cubicBezTo>
                  <a:pt x="16077" y="10103"/>
                  <a:pt x="16073" y="9990"/>
                  <a:pt x="15984" y="9927"/>
                </a:cubicBezTo>
                <a:cubicBezTo>
                  <a:pt x="15960" y="10073"/>
                  <a:pt x="15918" y="10176"/>
                  <a:pt x="15867" y="10215"/>
                </a:cubicBezTo>
                <a:close/>
                <a:moveTo>
                  <a:pt x="13885" y="8469"/>
                </a:moveTo>
                <a:cubicBezTo>
                  <a:pt x="13982" y="8630"/>
                  <a:pt x="14064" y="8757"/>
                  <a:pt x="14138" y="8889"/>
                </a:cubicBezTo>
                <a:cubicBezTo>
                  <a:pt x="14204" y="9007"/>
                  <a:pt x="14200" y="9012"/>
                  <a:pt x="14095" y="9026"/>
                </a:cubicBezTo>
                <a:cubicBezTo>
                  <a:pt x="14083" y="9026"/>
                  <a:pt x="14072" y="9036"/>
                  <a:pt x="14064" y="9046"/>
                </a:cubicBezTo>
                <a:cubicBezTo>
                  <a:pt x="13955" y="9203"/>
                  <a:pt x="13807" y="9276"/>
                  <a:pt x="13651" y="9364"/>
                </a:cubicBezTo>
                <a:cubicBezTo>
                  <a:pt x="13776" y="9506"/>
                  <a:pt x="13885" y="9643"/>
                  <a:pt x="14005" y="9770"/>
                </a:cubicBezTo>
                <a:cubicBezTo>
                  <a:pt x="14110" y="9878"/>
                  <a:pt x="14138" y="9985"/>
                  <a:pt x="14083" y="10157"/>
                </a:cubicBezTo>
                <a:cubicBezTo>
                  <a:pt x="13877" y="10827"/>
                  <a:pt x="13643" y="11478"/>
                  <a:pt x="13398" y="12123"/>
                </a:cubicBezTo>
                <a:cubicBezTo>
                  <a:pt x="13160" y="12745"/>
                  <a:pt x="12903" y="13356"/>
                  <a:pt x="12631" y="13953"/>
                </a:cubicBezTo>
                <a:cubicBezTo>
                  <a:pt x="12580" y="14066"/>
                  <a:pt x="12599" y="14090"/>
                  <a:pt x="12693" y="14085"/>
                </a:cubicBezTo>
                <a:cubicBezTo>
                  <a:pt x="12806" y="14075"/>
                  <a:pt x="12923" y="14075"/>
                  <a:pt x="13036" y="14075"/>
                </a:cubicBezTo>
                <a:cubicBezTo>
                  <a:pt x="13160" y="14080"/>
                  <a:pt x="13207" y="14149"/>
                  <a:pt x="13176" y="14300"/>
                </a:cubicBezTo>
                <a:cubicBezTo>
                  <a:pt x="13164" y="14359"/>
                  <a:pt x="13168" y="14413"/>
                  <a:pt x="13176" y="14472"/>
                </a:cubicBezTo>
                <a:cubicBezTo>
                  <a:pt x="13300" y="15181"/>
                  <a:pt x="13437" y="15886"/>
                  <a:pt x="13585" y="16585"/>
                </a:cubicBezTo>
                <a:cubicBezTo>
                  <a:pt x="13612" y="16708"/>
                  <a:pt x="13631" y="16722"/>
                  <a:pt x="13725" y="16673"/>
                </a:cubicBezTo>
                <a:cubicBezTo>
                  <a:pt x="13951" y="16556"/>
                  <a:pt x="14181" y="16443"/>
                  <a:pt x="14422" y="16375"/>
                </a:cubicBezTo>
                <a:cubicBezTo>
                  <a:pt x="14196" y="16502"/>
                  <a:pt x="13970" y="16639"/>
                  <a:pt x="13737" y="16727"/>
                </a:cubicBezTo>
                <a:cubicBezTo>
                  <a:pt x="13581" y="16786"/>
                  <a:pt x="13651" y="16869"/>
                  <a:pt x="13670" y="16977"/>
                </a:cubicBezTo>
                <a:cubicBezTo>
                  <a:pt x="14029" y="16752"/>
                  <a:pt x="14383" y="16536"/>
                  <a:pt x="14753" y="16375"/>
                </a:cubicBezTo>
                <a:cubicBezTo>
                  <a:pt x="14535" y="16536"/>
                  <a:pt x="14309" y="16673"/>
                  <a:pt x="14083" y="16820"/>
                </a:cubicBezTo>
                <a:cubicBezTo>
                  <a:pt x="13982" y="16884"/>
                  <a:pt x="13889" y="16982"/>
                  <a:pt x="13776" y="17006"/>
                </a:cubicBezTo>
                <a:cubicBezTo>
                  <a:pt x="13674" y="17030"/>
                  <a:pt x="13678" y="17089"/>
                  <a:pt x="13698" y="17187"/>
                </a:cubicBezTo>
                <a:cubicBezTo>
                  <a:pt x="13729" y="17339"/>
                  <a:pt x="13760" y="17495"/>
                  <a:pt x="13791" y="17652"/>
                </a:cubicBezTo>
                <a:cubicBezTo>
                  <a:pt x="13912" y="18293"/>
                  <a:pt x="14037" y="18929"/>
                  <a:pt x="14157" y="19570"/>
                </a:cubicBezTo>
                <a:cubicBezTo>
                  <a:pt x="14165" y="19619"/>
                  <a:pt x="14153" y="19697"/>
                  <a:pt x="14227" y="19692"/>
                </a:cubicBezTo>
                <a:cubicBezTo>
                  <a:pt x="14391" y="19682"/>
                  <a:pt x="14558" y="19677"/>
                  <a:pt x="14722" y="19672"/>
                </a:cubicBezTo>
                <a:cubicBezTo>
                  <a:pt x="14761" y="19672"/>
                  <a:pt x="14792" y="19658"/>
                  <a:pt x="14784" y="19584"/>
                </a:cubicBezTo>
                <a:cubicBezTo>
                  <a:pt x="14761" y="19403"/>
                  <a:pt x="14757" y="19217"/>
                  <a:pt x="14726" y="19036"/>
                </a:cubicBezTo>
                <a:cubicBezTo>
                  <a:pt x="14667" y="18689"/>
                  <a:pt x="14593" y="18347"/>
                  <a:pt x="14531" y="17999"/>
                </a:cubicBezTo>
                <a:cubicBezTo>
                  <a:pt x="14512" y="17887"/>
                  <a:pt x="14512" y="17784"/>
                  <a:pt x="14543" y="17662"/>
                </a:cubicBezTo>
                <a:cubicBezTo>
                  <a:pt x="14621" y="17358"/>
                  <a:pt x="14671" y="17050"/>
                  <a:pt x="14738" y="16712"/>
                </a:cubicBezTo>
                <a:cubicBezTo>
                  <a:pt x="14590" y="16884"/>
                  <a:pt x="14461" y="17030"/>
                  <a:pt x="14333" y="17172"/>
                </a:cubicBezTo>
                <a:cubicBezTo>
                  <a:pt x="14309" y="17197"/>
                  <a:pt x="14282" y="17251"/>
                  <a:pt x="14247" y="17212"/>
                </a:cubicBezTo>
                <a:cubicBezTo>
                  <a:pt x="14208" y="17167"/>
                  <a:pt x="14247" y="17123"/>
                  <a:pt x="14274" y="17089"/>
                </a:cubicBezTo>
                <a:cubicBezTo>
                  <a:pt x="14399" y="16938"/>
                  <a:pt x="14523" y="16786"/>
                  <a:pt x="14675" y="16683"/>
                </a:cubicBezTo>
                <a:cubicBezTo>
                  <a:pt x="14745" y="16639"/>
                  <a:pt x="14769" y="16575"/>
                  <a:pt x="14784" y="16492"/>
                </a:cubicBezTo>
                <a:cubicBezTo>
                  <a:pt x="14878" y="15984"/>
                  <a:pt x="14971" y="15470"/>
                  <a:pt x="15061" y="14961"/>
                </a:cubicBezTo>
                <a:cubicBezTo>
                  <a:pt x="15073" y="14897"/>
                  <a:pt x="15108" y="14829"/>
                  <a:pt x="15073" y="14731"/>
                </a:cubicBezTo>
                <a:cubicBezTo>
                  <a:pt x="14893" y="15074"/>
                  <a:pt x="14769" y="15431"/>
                  <a:pt x="14555" y="15710"/>
                </a:cubicBezTo>
                <a:cubicBezTo>
                  <a:pt x="14547" y="15680"/>
                  <a:pt x="14551" y="15661"/>
                  <a:pt x="14558" y="15646"/>
                </a:cubicBezTo>
                <a:cubicBezTo>
                  <a:pt x="14757" y="15137"/>
                  <a:pt x="14952" y="14623"/>
                  <a:pt x="15158" y="14119"/>
                </a:cubicBezTo>
                <a:cubicBezTo>
                  <a:pt x="15209" y="13997"/>
                  <a:pt x="15217" y="13875"/>
                  <a:pt x="15232" y="13728"/>
                </a:cubicBezTo>
                <a:cubicBezTo>
                  <a:pt x="15174" y="13787"/>
                  <a:pt x="15189" y="13860"/>
                  <a:pt x="15170" y="13914"/>
                </a:cubicBezTo>
                <a:cubicBezTo>
                  <a:pt x="15158" y="13953"/>
                  <a:pt x="15147" y="14012"/>
                  <a:pt x="15108" y="13997"/>
                </a:cubicBezTo>
                <a:cubicBezTo>
                  <a:pt x="15057" y="13983"/>
                  <a:pt x="15076" y="13914"/>
                  <a:pt x="15080" y="13875"/>
                </a:cubicBezTo>
                <a:cubicBezTo>
                  <a:pt x="15084" y="13821"/>
                  <a:pt x="15115" y="13767"/>
                  <a:pt x="15123" y="13709"/>
                </a:cubicBezTo>
                <a:cubicBezTo>
                  <a:pt x="15263" y="12730"/>
                  <a:pt x="15400" y="11747"/>
                  <a:pt x="15536" y="10763"/>
                </a:cubicBezTo>
                <a:cubicBezTo>
                  <a:pt x="15590" y="10387"/>
                  <a:pt x="15637" y="10005"/>
                  <a:pt x="15816" y="9687"/>
                </a:cubicBezTo>
                <a:cubicBezTo>
                  <a:pt x="15898" y="9545"/>
                  <a:pt x="15859" y="9521"/>
                  <a:pt x="15766" y="9472"/>
                </a:cubicBezTo>
                <a:cubicBezTo>
                  <a:pt x="15244" y="9203"/>
                  <a:pt x="14734" y="8894"/>
                  <a:pt x="14204" y="8640"/>
                </a:cubicBezTo>
                <a:cubicBezTo>
                  <a:pt x="14107" y="8596"/>
                  <a:pt x="14009" y="8537"/>
                  <a:pt x="13885" y="8469"/>
                </a:cubicBezTo>
                <a:close/>
                <a:moveTo>
                  <a:pt x="12880" y="9824"/>
                </a:moveTo>
                <a:cubicBezTo>
                  <a:pt x="12673" y="11204"/>
                  <a:pt x="12409" y="12569"/>
                  <a:pt x="12116" y="13924"/>
                </a:cubicBezTo>
                <a:cubicBezTo>
                  <a:pt x="12081" y="14095"/>
                  <a:pt x="12081" y="14080"/>
                  <a:pt x="12229" y="14095"/>
                </a:cubicBezTo>
                <a:cubicBezTo>
                  <a:pt x="12405" y="14115"/>
                  <a:pt x="12494" y="14046"/>
                  <a:pt x="12568" y="13821"/>
                </a:cubicBezTo>
                <a:cubicBezTo>
                  <a:pt x="12997" y="12569"/>
                  <a:pt x="13495" y="11355"/>
                  <a:pt x="13978" y="10132"/>
                </a:cubicBezTo>
                <a:cubicBezTo>
                  <a:pt x="14021" y="10025"/>
                  <a:pt x="14013" y="9971"/>
                  <a:pt x="13943" y="9897"/>
                </a:cubicBezTo>
                <a:cubicBezTo>
                  <a:pt x="13818" y="9770"/>
                  <a:pt x="13705" y="9623"/>
                  <a:pt x="13616" y="9457"/>
                </a:cubicBezTo>
                <a:cubicBezTo>
                  <a:pt x="13577" y="9379"/>
                  <a:pt x="13581" y="9335"/>
                  <a:pt x="13643" y="9276"/>
                </a:cubicBezTo>
                <a:cubicBezTo>
                  <a:pt x="13748" y="9178"/>
                  <a:pt x="13861" y="9090"/>
                  <a:pt x="13974" y="9012"/>
                </a:cubicBezTo>
                <a:cubicBezTo>
                  <a:pt x="14017" y="8982"/>
                  <a:pt x="14044" y="8963"/>
                  <a:pt x="13998" y="8899"/>
                </a:cubicBezTo>
                <a:cubicBezTo>
                  <a:pt x="13725" y="8542"/>
                  <a:pt x="13448" y="8180"/>
                  <a:pt x="13168" y="7813"/>
                </a:cubicBezTo>
                <a:cubicBezTo>
                  <a:pt x="13145" y="7911"/>
                  <a:pt x="13180" y="7955"/>
                  <a:pt x="13219" y="7999"/>
                </a:cubicBezTo>
                <a:cubicBezTo>
                  <a:pt x="13367" y="8185"/>
                  <a:pt x="13378" y="8190"/>
                  <a:pt x="13273" y="8420"/>
                </a:cubicBezTo>
                <a:cubicBezTo>
                  <a:pt x="13071" y="8865"/>
                  <a:pt x="12954" y="9325"/>
                  <a:pt x="12880" y="9824"/>
                </a:cubicBezTo>
                <a:close/>
                <a:moveTo>
                  <a:pt x="11579" y="13914"/>
                </a:moveTo>
                <a:cubicBezTo>
                  <a:pt x="11575" y="14080"/>
                  <a:pt x="11618" y="14105"/>
                  <a:pt x="11739" y="14105"/>
                </a:cubicBezTo>
                <a:cubicBezTo>
                  <a:pt x="11863" y="14105"/>
                  <a:pt x="11910" y="14056"/>
                  <a:pt x="11933" y="13904"/>
                </a:cubicBezTo>
                <a:cubicBezTo>
                  <a:pt x="12046" y="13224"/>
                  <a:pt x="12171" y="12544"/>
                  <a:pt x="12288" y="11859"/>
                </a:cubicBezTo>
                <a:cubicBezTo>
                  <a:pt x="12323" y="11663"/>
                  <a:pt x="12377" y="11478"/>
                  <a:pt x="12393" y="11277"/>
                </a:cubicBezTo>
                <a:cubicBezTo>
                  <a:pt x="12257" y="11306"/>
                  <a:pt x="12132" y="11375"/>
                  <a:pt x="11976" y="11341"/>
                </a:cubicBezTo>
                <a:cubicBezTo>
                  <a:pt x="12105" y="11248"/>
                  <a:pt x="12229" y="11243"/>
                  <a:pt x="12342" y="11204"/>
                </a:cubicBezTo>
                <a:cubicBezTo>
                  <a:pt x="12397" y="11184"/>
                  <a:pt x="12428" y="11160"/>
                  <a:pt x="12440" y="11086"/>
                </a:cubicBezTo>
                <a:cubicBezTo>
                  <a:pt x="12467" y="10900"/>
                  <a:pt x="12502" y="10719"/>
                  <a:pt x="12537" y="10528"/>
                </a:cubicBezTo>
                <a:cubicBezTo>
                  <a:pt x="12350" y="10592"/>
                  <a:pt x="12206" y="10739"/>
                  <a:pt x="12042" y="10837"/>
                </a:cubicBezTo>
                <a:cubicBezTo>
                  <a:pt x="12183" y="10709"/>
                  <a:pt x="12284" y="10509"/>
                  <a:pt x="12444" y="10416"/>
                </a:cubicBezTo>
                <a:cubicBezTo>
                  <a:pt x="12553" y="10352"/>
                  <a:pt x="12584" y="10230"/>
                  <a:pt x="12619" y="10108"/>
                </a:cubicBezTo>
                <a:cubicBezTo>
                  <a:pt x="12634" y="10049"/>
                  <a:pt x="12580" y="10005"/>
                  <a:pt x="12603" y="9961"/>
                </a:cubicBezTo>
                <a:cubicBezTo>
                  <a:pt x="12677" y="9819"/>
                  <a:pt x="12681" y="9653"/>
                  <a:pt x="12712" y="9496"/>
                </a:cubicBezTo>
                <a:cubicBezTo>
                  <a:pt x="12759" y="9271"/>
                  <a:pt x="12794" y="9041"/>
                  <a:pt x="12837" y="8806"/>
                </a:cubicBezTo>
                <a:cubicBezTo>
                  <a:pt x="12786" y="8821"/>
                  <a:pt x="12782" y="8855"/>
                  <a:pt x="12771" y="8880"/>
                </a:cubicBezTo>
                <a:cubicBezTo>
                  <a:pt x="12599" y="9227"/>
                  <a:pt x="12432" y="9570"/>
                  <a:pt x="12261" y="9917"/>
                </a:cubicBezTo>
                <a:cubicBezTo>
                  <a:pt x="12222" y="9995"/>
                  <a:pt x="12183" y="10078"/>
                  <a:pt x="12187" y="10181"/>
                </a:cubicBezTo>
                <a:cubicBezTo>
                  <a:pt x="12163" y="10132"/>
                  <a:pt x="12148" y="10088"/>
                  <a:pt x="12136" y="10039"/>
                </a:cubicBezTo>
                <a:cubicBezTo>
                  <a:pt x="12085" y="9819"/>
                  <a:pt x="12039" y="9604"/>
                  <a:pt x="12011" y="9379"/>
                </a:cubicBezTo>
                <a:cubicBezTo>
                  <a:pt x="12003" y="9325"/>
                  <a:pt x="11996" y="9266"/>
                  <a:pt x="11980" y="9217"/>
                </a:cubicBezTo>
                <a:cubicBezTo>
                  <a:pt x="11965" y="9163"/>
                  <a:pt x="11937" y="9178"/>
                  <a:pt x="11918" y="9217"/>
                </a:cubicBezTo>
                <a:cubicBezTo>
                  <a:pt x="11914" y="9227"/>
                  <a:pt x="11914" y="9237"/>
                  <a:pt x="11910" y="9247"/>
                </a:cubicBezTo>
                <a:lnTo>
                  <a:pt x="11910" y="9242"/>
                </a:lnTo>
                <a:cubicBezTo>
                  <a:pt x="11840" y="9296"/>
                  <a:pt x="11774" y="9379"/>
                  <a:pt x="11700" y="9398"/>
                </a:cubicBezTo>
                <a:cubicBezTo>
                  <a:pt x="11552" y="9437"/>
                  <a:pt x="11505" y="9565"/>
                  <a:pt x="11466" y="9711"/>
                </a:cubicBezTo>
                <a:cubicBezTo>
                  <a:pt x="11443" y="9799"/>
                  <a:pt x="11415" y="9888"/>
                  <a:pt x="11388" y="9976"/>
                </a:cubicBezTo>
                <a:cubicBezTo>
                  <a:pt x="11641" y="10010"/>
                  <a:pt x="11863" y="10132"/>
                  <a:pt x="12093" y="10298"/>
                </a:cubicBezTo>
                <a:cubicBezTo>
                  <a:pt x="11922" y="10338"/>
                  <a:pt x="11774" y="10352"/>
                  <a:pt x="11622" y="10318"/>
                </a:cubicBezTo>
                <a:cubicBezTo>
                  <a:pt x="11727" y="10303"/>
                  <a:pt x="11828" y="10298"/>
                  <a:pt x="11949" y="10254"/>
                </a:cubicBezTo>
                <a:cubicBezTo>
                  <a:pt x="11774" y="10191"/>
                  <a:pt x="11618" y="10098"/>
                  <a:pt x="11443" y="10078"/>
                </a:cubicBezTo>
                <a:cubicBezTo>
                  <a:pt x="11353" y="10069"/>
                  <a:pt x="11306" y="10078"/>
                  <a:pt x="11353" y="10220"/>
                </a:cubicBezTo>
                <a:cubicBezTo>
                  <a:pt x="11501" y="10705"/>
                  <a:pt x="11532" y="11218"/>
                  <a:pt x="11559" y="11732"/>
                </a:cubicBezTo>
                <a:cubicBezTo>
                  <a:pt x="11591" y="12456"/>
                  <a:pt x="11591" y="13185"/>
                  <a:pt x="11579" y="13914"/>
                </a:cubicBezTo>
                <a:close/>
                <a:moveTo>
                  <a:pt x="10905" y="11879"/>
                </a:moveTo>
                <a:cubicBezTo>
                  <a:pt x="10823" y="12588"/>
                  <a:pt x="10765" y="13298"/>
                  <a:pt x="10726" y="14012"/>
                </a:cubicBezTo>
                <a:cubicBezTo>
                  <a:pt x="10722" y="14090"/>
                  <a:pt x="10738" y="14115"/>
                  <a:pt x="10800" y="14115"/>
                </a:cubicBezTo>
                <a:cubicBezTo>
                  <a:pt x="11014" y="14105"/>
                  <a:pt x="11232" y="14105"/>
                  <a:pt x="11447" y="14100"/>
                </a:cubicBezTo>
                <a:cubicBezTo>
                  <a:pt x="11501" y="14100"/>
                  <a:pt x="11517" y="14085"/>
                  <a:pt x="11517" y="14012"/>
                </a:cubicBezTo>
                <a:cubicBezTo>
                  <a:pt x="11513" y="13846"/>
                  <a:pt x="11517" y="13684"/>
                  <a:pt x="11517" y="13503"/>
                </a:cubicBezTo>
                <a:cubicBezTo>
                  <a:pt x="11501" y="13156"/>
                  <a:pt x="11485" y="12789"/>
                  <a:pt x="11470" y="12422"/>
                </a:cubicBezTo>
                <a:cubicBezTo>
                  <a:pt x="11435" y="11708"/>
                  <a:pt x="11357" y="10998"/>
                  <a:pt x="11228" y="10303"/>
                </a:cubicBezTo>
                <a:cubicBezTo>
                  <a:pt x="11221" y="10264"/>
                  <a:pt x="11228" y="10206"/>
                  <a:pt x="11186" y="10201"/>
                </a:cubicBezTo>
                <a:cubicBezTo>
                  <a:pt x="11147" y="10196"/>
                  <a:pt x="11108" y="10220"/>
                  <a:pt x="11088" y="10259"/>
                </a:cubicBezTo>
                <a:cubicBezTo>
                  <a:pt x="11069" y="10303"/>
                  <a:pt x="11057" y="10357"/>
                  <a:pt x="11049" y="10406"/>
                </a:cubicBezTo>
                <a:cubicBezTo>
                  <a:pt x="10975" y="10895"/>
                  <a:pt x="10960" y="11390"/>
                  <a:pt x="10905" y="11879"/>
                </a:cubicBezTo>
                <a:close/>
                <a:moveTo>
                  <a:pt x="11014" y="10039"/>
                </a:moveTo>
                <a:cubicBezTo>
                  <a:pt x="11049" y="10196"/>
                  <a:pt x="11077" y="10206"/>
                  <a:pt x="11182" y="10117"/>
                </a:cubicBezTo>
                <a:cubicBezTo>
                  <a:pt x="11225" y="10083"/>
                  <a:pt x="11244" y="10034"/>
                  <a:pt x="11260" y="9981"/>
                </a:cubicBezTo>
                <a:cubicBezTo>
                  <a:pt x="11314" y="9785"/>
                  <a:pt x="11373" y="9594"/>
                  <a:pt x="11427" y="9398"/>
                </a:cubicBezTo>
                <a:cubicBezTo>
                  <a:pt x="11470" y="9252"/>
                  <a:pt x="11509" y="9100"/>
                  <a:pt x="11552" y="8948"/>
                </a:cubicBezTo>
                <a:cubicBezTo>
                  <a:pt x="11283" y="9129"/>
                  <a:pt x="11018" y="9071"/>
                  <a:pt x="10730" y="9022"/>
                </a:cubicBezTo>
                <a:cubicBezTo>
                  <a:pt x="10831" y="9349"/>
                  <a:pt x="10932" y="9692"/>
                  <a:pt x="11014" y="10039"/>
                </a:cubicBezTo>
                <a:close/>
                <a:moveTo>
                  <a:pt x="11848" y="8332"/>
                </a:moveTo>
                <a:cubicBezTo>
                  <a:pt x="11797" y="8361"/>
                  <a:pt x="11750" y="8395"/>
                  <a:pt x="11711" y="8449"/>
                </a:cubicBezTo>
                <a:cubicBezTo>
                  <a:pt x="11700" y="8459"/>
                  <a:pt x="11692" y="8469"/>
                  <a:pt x="11680" y="8483"/>
                </a:cubicBezTo>
                <a:cubicBezTo>
                  <a:pt x="11556" y="8586"/>
                  <a:pt x="11485" y="8728"/>
                  <a:pt x="11462" y="8919"/>
                </a:cubicBezTo>
                <a:cubicBezTo>
                  <a:pt x="11552" y="8855"/>
                  <a:pt x="11598" y="8752"/>
                  <a:pt x="11665" y="8669"/>
                </a:cubicBezTo>
                <a:cubicBezTo>
                  <a:pt x="11750" y="8576"/>
                  <a:pt x="11859" y="8513"/>
                  <a:pt x="11902" y="8371"/>
                </a:cubicBezTo>
                <a:cubicBezTo>
                  <a:pt x="11961" y="8434"/>
                  <a:pt x="11968" y="8527"/>
                  <a:pt x="11988" y="8611"/>
                </a:cubicBezTo>
                <a:cubicBezTo>
                  <a:pt x="12077" y="9046"/>
                  <a:pt x="12101" y="9496"/>
                  <a:pt x="12175" y="9951"/>
                </a:cubicBezTo>
                <a:cubicBezTo>
                  <a:pt x="12331" y="9486"/>
                  <a:pt x="12533" y="9070"/>
                  <a:pt x="12708" y="8630"/>
                </a:cubicBezTo>
                <a:cubicBezTo>
                  <a:pt x="12802" y="8400"/>
                  <a:pt x="12907" y="8180"/>
                  <a:pt x="12962" y="7926"/>
                </a:cubicBezTo>
                <a:cubicBezTo>
                  <a:pt x="13016" y="7666"/>
                  <a:pt x="13008" y="7451"/>
                  <a:pt x="12934" y="7304"/>
                </a:cubicBezTo>
                <a:cubicBezTo>
                  <a:pt x="12615" y="7725"/>
                  <a:pt x="12241" y="8043"/>
                  <a:pt x="11848" y="8332"/>
                </a:cubicBezTo>
                <a:close/>
                <a:moveTo>
                  <a:pt x="10800" y="7485"/>
                </a:moveTo>
                <a:cubicBezTo>
                  <a:pt x="10804" y="7500"/>
                  <a:pt x="10808" y="7510"/>
                  <a:pt x="10816" y="7525"/>
                </a:cubicBezTo>
                <a:cubicBezTo>
                  <a:pt x="10816" y="7510"/>
                  <a:pt x="10812" y="7495"/>
                  <a:pt x="10812" y="7480"/>
                </a:cubicBezTo>
                <a:cubicBezTo>
                  <a:pt x="10808" y="7480"/>
                  <a:pt x="10804" y="7480"/>
                  <a:pt x="10800" y="7485"/>
                </a:cubicBezTo>
                <a:close/>
                <a:moveTo>
                  <a:pt x="10605" y="7094"/>
                </a:moveTo>
                <a:cubicBezTo>
                  <a:pt x="10640" y="7158"/>
                  <a:pt x="10675" y="7216"/>
                  <a:pt x="10710" y="7280"/>
                </a:cubicBezTo>
                <a:cubicBezTo>
                  <a:pt x="10722" y="7324"/>
                  <a:pt x="10730" y="7373"/>
                  <a:pt x="10769" y="7402"/>
                </a:cubicBezTo>
                <a:cubicBezTo>
                  <a:pt x="10773" y="7412"/>
                  <a:pt x="10777" y="7417"/>
                  <a:pt x="10777" y="7427"/>
                </a:cubicBezTo>
                <a:cubicBezTo>
                  <a:pt x="10781" y="7422"/>
                  <a:pt x="10784" y="7417"/>
                  <a:pt x="10784" y="7412"/>
                </a:cubicBezTo>
                <a:cubicBezTo>
                  <a:pt x="10777" y="7407"/>
                  <a:pt x="10773" y="7407"/>
                  <a:pt x="10765" y="7402"/>
                </a:cubicBezTo>
                <a:cubicBezTo>
                  <a:pt x="10765" y="7348"/>
                  <a:pt x="10745" y="7309"/>
                  <a:pt x="10714" y="7275"/>
                </a:cubicBezTo>
                <a:cubicBezTo>
                  <a:pt x="10695" y="7202"/>
                  <a:pt x="10664" y="7133"/>
                  <a:pt x="10613" y="7084"/>
                </a:cubicBezTo>
                <a:cubicBezTo>
                  <a:pt x="10609" y="7065"/>
                  <a:pt x="10605" y="7035"/>
                  <a:pt x="10586" y="7055"/>
                </a:cubicBezTo>
                <a:cubicBezTo>
                  <a:pt x="10578" y="7060"/>
                  <a:pt x="10590" y="7084"/>
                  <a:pt x="10605" y="7094"/>
                </a:cubicBezTo>
                <a:close/>
                <a:moveTo>
                  <a:pt x="10383" y="7471"/>
                </a:moveTo>
                <a:cubicBezTo>
                  <a:pt x="10387" y="7564"/>
                  <a:pt x="10329" y="7657"/>
                  <a:pt x="10383" y="7745"/>
                </a:cubicBezTo>
                <a:cubicBezTo>
                  <a:pt x="10387" y="7759"/>
                  <a:pt x="10383" y="7789"/>
                  <a:pt x="10407" y="7789"/>
                </a:cubicBezTo>
                <a:cubicBezTo>
                  <a:pt x="10395" y="7823"/>
                  <a:pt x="10418" y="7838"/>
                  <a:pt x="10438" y="7852"/>
                </a:cubicBezTo>
                <a:lnTo>
                  <a:pt x="10434" y="7852"/>
                </a:lnTo>
                <a:cubicBezTo>
                  <a:pt x="10449" y="7921"/>
                  <a:pt x="10500" y="7960"/>
                  <a:pt x="10535" y="8009"/>
                </a:cubicBezTo>
                <a:cubicBezTo>
                  <a:pt x="10738" y="8283"/>
                  <a:pt x="11003" y="8483"/>
                  <a:pt x="11112" y="8855"/>
                </a:cubicBezTo>
                <a:cubicBezTo>
                  <a:pt x="11143" y="8963"/>
                  <a:pt x="11256" y="8909"/>
                  <a:pt x="11330" y="8919"/>
                </a:cubicBezTo>
                <a:cubicBezTo>
                  <a:pt x="11396" y="8929"/>
                  <a:pt x="11400" y="8865"/>
                  <a:pt x="11408" y="8806"/>
                </a:cubicBezTo>
                <a:cubicBezTo>
                  <a:pt x="11447" y="8606"/>
                  <a:pt x="11544" y="8459"/>
                  <a:pt x="11669" y="8337"/>
                </a:cubicBezTo>
                <a:cubicBezTo>
                  <a:pt x="11879" y="8131"/>
                  <a:pt x="12085" y="7921"/>
                  <a:pt x="12299" y="7730"/>
                </a:cubicBezTo>
                <a:cubicBezTo>
                  <a:pt x="12420" y="7622"/>
                  <a:pt x="12502" y="7505"/>
                  <a:pt x="12494" y="7304"/>
                </a:cubicBezTo>
                <a:cubicBezTo>
                  <a:pt x="12490" y="7207"/>
                  <a:pt x="12518" y="7104"/>
                  <a:pt x="12529" y="7006"/>
                </a:cubicBezTo>
                <a:cubicBezTo>
                  <a:pt x="12560" y="6771"/>
                  <a:pt x="12592" y="6531"/>
                  <a:pt x="12623" y="6282"/>
                </a:cubicBezTo>
                <a:cubicBezTo>
                  <a:pt x="12354" y="6502"/>
                  <a:pt x="12077" y="6649"/>
                  <a:pt x="11805" y="6810"/>
                </a:cubicBezTo>
                <a:cubicBezTo>
                  <a:pt x="11392" y="7055"/>
                  <a:pt x="11034" y="7383"/>
                  <a:pt x="10784" y="7882"/>
                </a:cubicBezTo>
                <a:cubicBezTo>
                  <a:pt x="10609" y="7573"/>
                  <a:pt x="10500" y="7221"/>
                  <a:pt x="10395" y="6864"/>
                </a:cubicBezTo>
                <a:cubicBezTo>
                  <a:pt x="10383" y="7070"/>
                  <a:pt x="10379" y="7270"/>
                  <a:pt x="10383" y="7471"/>
                </a:cubicBezTo>
                <a:close/>
                <a:moveTo>
                  <a:pt x="9760" y="8841"/>
                </a:moveTo>
                <a:cubicBezTo>
                  <a:pt x="9760" y="9110"/>
                  <a:pt x="9760" y="9374"/>
                  <a:pt x="9803" y="9638"/>
                </a:cubicBezTo>
                <a:cubicBezTo>
                  <a:pt x="9815" y="9799"/>
                  <a:pt x="9822" y="9966"/>
                  <a:pt x="9838" y="10127"/>
                </a:cubicBezTo>
                <a:cubicBezTo>
                  <a:pt x="9846" y="10225"/>
                  <a:pt x="9865" y="10303"/>
                  <a:pt x="9955" y="10338"/>
                </a:cubicBezTo>
                <a:cubicBezTo>
                  <a:pt x="10017" y="10362"/>
                  <a:pt x="10068" y="10431"/>
                  <a:pt x="10115" y="10514"/>
                </a:cubicBezTo>
                <a:cubicBezTo>
                  <a:pt x="10017" y="10484"/>
                  <a:pt x="9955" y="10411"/>
                  <a:pt x="9869" y="10362"/>
                </a:cubicBezTo>
                <a:cubicBezTo>
                  <a:pt x="9896" y="10612"/>
                  <a:pt x="9924" y="10846"/>
                  <a:pt x="9943" y="11081"/>
                </a:cubicBezTo>
                <a:cubicBezTo>
                  <a:pt x="9951" y="11174"/>
                  <a:pt x="9998" y="11213"/>
                  <a:pt x="10056" y="11253"/>
                </a:cubicBezTo>
                <a:cubicBezTo>
                  <a:pt x="10208" y="11350"/>
                  <a:pt x="10360" y="11443"/>
                  <a:pt x="10512" y="11541"/>
                </a:cubicBezTo>
                <a:cubicBezTo>
                  <a:pt x="10321" y="11531"/>
                  <a:pt x="10161" y="11414"/>
                  <a:pt x="9982" y="11321"/>
                </a:cubicBezTo>
                <a:cubicBezTo>
                  <a:pt x="9986" y="11380"/>
                  <a:pt x="9986" y="11419"/>
                  <a:pt x="9990" y="11463"/>
                </a:cubicBezTo>
                <a:cubicBezTo>
                  <a:pt x="10079" y="12275"/>
                  <a:pt x="10173" y="13082"/>
                  <a:pt x="10266" y="13894"/>
                </a:cubicBezTo>
                <a:cubicBezTo>
                  <a:pt x="10294" y="14124"/>
                  <a:pt x="10290" y="14124"/>
                  <a:pt x="10485" y="14119"/>
                </a:cubicBezTo>
                <a:cubicBezTo>
                  <a:pt x="10508" y="14119"/>
                  <a:pt x="10527" y="14119"/>
                  <a:pt x="10551" y="14119"/>
                </a:cubicBezTo>
                <a:cubicBezTo>
                  <a:pt x="10640" y="14134"/>
                  <a:pt x="10652" y="14090"/>
                  <a:pt x="10652" y="13978"/>
                </a:cubicBezTo>
                <a:cubicBezTo>
                  <a:pt x="10625" y="12779"/>
                  <a:pt x="10660" y="11580"/>
                  <a:pt x="10878" y="10406"/>
                </a:cubicBezTo>
                <a:cubicBezTo>
                  <a:pt x="10893" y="10328"/>
                  <a:pt x="10870" y="10294"/>
                  <a:pt x="10839" y="10245"/>
                </a:cubicBezTo>
                <a:cubicBezTo>
                  <a:pt x="10804" y="10064"/>
                  <a:pt x="10726" y="9912"/>
                  <a:pt x="10644" y="9726"/>
                </a:cubicBezTo>
                <a:cubicBezTo>
                  <a:pt x="10633" y="9824"/>
                  <a:pt x="10687" y="9853"/>
                  <a:pt x="10695" y="9907"/>
                </a:cubicBezTo>
                <a:cubicBezTo>
                  <a:pt x="10703" y="9961"/>
                  <a:pt x="10761" y="10000"/>
                  <a:pt x="10718" y="10064"/>
                </a:cubicBezTo>
                <a:cubicBezTo>
                  <a:pt x="10703" y="10044"/>
                  <a:pt x="10691" y="10020"/>
                  <a:pt x="10675" y="10000"/>
                </a:cubicBezTo>
                <a:cubicBezTo>
                  <a:pt x="10609" y="9897"/>
                  <a:pt x="10539" y="9795"/>
                  <a:pt x="10473" y="9687"/>
                </a:cubicBezTo>
                <a:cubicBezTo>
                  <a:pt x="10391" y="9829"/>
                  <a:pt x="10457" y="9922"/>
                  <a:pt x="10520" y="10020"/>
                </a:cubicBezTo>
                <a:cubicBezTo>
                  <a:pt x="10531" y="10049"/>
                  <a:pt x="10543" y="10073"/>
                  <a:pt x="10555" y="10103"/>
                </a:cubicBezTo>
                <a:cubicBezTo>
                  <a:pt x="10566" y="10142"/>
                  <a:pt x="10582" y="10181"/>
                  <a:pt x="10594" y="10220"/>
                </a:cubicBezTo>
                <a:cubicBezTo>
                  <a:pt x="10535" y="10264"/>
                  <a:pt x="10508" y="10206"/>
                  <a:pt x="10481" y="10166"/>
                </a:cubicBezTo>
                <a:cubicBezTo>
                  <a:pt x="10434" y="10103"/>
                  <a:pt x="10399" y="10010"/>
                  <a:pt x="10340" y="9971"/>
                </a:cubicBezTo>
                <a:cubicBezTo>
                  <a:pt x="10305" y="9951"/>
                  <a:pt x="10278" y="9966"/>
                  <a:pt x="10298" y="9902"/>
                </a:cubicBezTo>
                <a:cubicBezTo>
                  <a:pt x="10442" y="9472"/>
                  <a:pt x="10594" y="9041"/>
                  <a:pt x="10808" y="8660"/>
                </a:cubicBezTo>
                <a:cubicBezTo>
                  <a:pt x="10862" y="8562"/>
                  <a:pt x="10839" y="8542"/>
                  <a:pt x="10800" y="8488"/>
                </a:cubicBezTo>
                <a:cubicBezTo>
                  <a:pt x="10644" y="8273"/>
                  <a:pt x="10453" y="8102"/>
                  <a:pt x="10309" y="7872"/>
                </a:cubicBezTo>
                <a:cubicBezTo>
                  <a:pt x="10196" y="7642"/>
                  <a:pt x="10107" y="7388"/>
                  <a:pt x="9955" y="7172"/>
                </a:cubicBezTo>
                <a:cubicBezTo>
                  <a:pt x="9893" y="7363"/>
                  <a:pt x="9967" y="7505"/>
                  <a:pt x="10033" y="7657"/>
                </a:cubicBezTo>
                <a:cubicBezTo>
                  <a:pt x="10060" y="7740"/>
                  <a:pt x="10083" y="7828"/>
                  <a:pt x="10130" y="7896"/>
                </a:cubicBezTo>
                <a:cubicBezTo>
                  <a:pt x="10146" y="7965"/>
                  <a:pt x="10087" y="8028"/>
                  <a:pt x="10130" y="8097"/>
                </a:cubicBezTo>
                <a:cubicBezTo>
                  <a:pt x="10142" y="8307"/>
                  <a:pt x="10220" y="8498"/>
                  <a:pt x="10212" y="8713"/>
                </a:cubicBezTo>
                <a:cubicBezTo>
                  <a:pt x="10153" y="8684"/>
                  <a:pt x="10161" y="8596"/>
                  <a:pt x="10111" y="8542"/>
                </a:cubicBezTo>
                <a:cubicBezTo>
                  <a:pt x="10134" y="8650"/>
                  <a:pt x="10134" y="8752"/>
                  <a:pt x="10142" y="8850"/>
                </a:cubicBezTo>
                <a:cubicBezTo>
                  <a:pt x="10153" y="9002"/>
                  <a:pt x="10115" y="9154"/>
                  <a:pt x="10157" y="9300"/>
                </a:cubicBezTo>
                <a:cubicBezTo>
                  <a:pt x="10130" y="9403"/>
                  <a:pt x="10134" y="9496"/>
                  <a:pt x="10150" y="9604"/>
                </a:cubicBezTo>
                <a:cubicBezTo>
                  <a:pt x="10181" y="9814"/>
                  <a:pt x="10189" y="10029"/>
                  <a:pt x="10208" y="10245"/>
                </a:cubicBezTo>
                <a:cubicBezTo>
                  <a:pt x="10103" y="10029"/>
                  <a:pt x="10044" y="9795"/>
                  <a:pt x="9974" y="9565"/>
                </a:cubicBezTo>
                <a:cubicBezTo>
                  <a:pt x="9912" y="9330"/>
                  <a:pt x="9854" y="9075"/>
                  <a:pt x="9760" y="8841"/>
                </a:cubicBezTo>
                <a:close/>
                <a:moveTo>
                  <a:pt x="9904" y="8298"/>
                </a:moveTo>
                <a:cubicBezTo>
                  <a:pt x="9928" y="8748"/>
                  <a:pt x="10021" y="9178"/>
                  <a:pt x="10115" y="9614"/>
                </a:cubicBezTo>
                <a:cubicBezTo>
                  <a:pt x="10079" y="9100"/>
                  <a:pt x="10041" y="8586"/>
                  <a:pt x="10005" y="8068"/>
                </a:cubicBezTo>
                <a:cubicBezTo>
                  <a:pt x="9990" y="7931"/>
                  <a:pt x="9924" y="7828"/>
                  <a:pt x="9865" y="7710"/>
                </a:cubicBezTo>
                <a:cubicBezTo>
                  <a:pt x="9861" y="7911"/>
                  <a:pt x="9865" y="8107"/>
                  <a:pt x="9904" y="8298"/>
                </a:cubicBezTo>
                <a:close/>
                <a:moveTo>
                  <a:pt x="9526" y="8141"/>
                </a:moveTo>
                <a:cubicBezTo>
                  <a:pt x="9530" y="8151"/>
                  <a:pt x="9530" y="8156"/>
                  <a:pt x="9534" y="8165"/>
                </a:cubicBezTo>
                <a:cubicBezTo>
                  <a:pt x="9534" y="8161"/>
                  <a:pt x="9538" y="8156"/>
                  <a:pt x="9538" y="8156"/>
                </a:cubicBezTo>
                <a:cubicBezTo>
                  <a:pt x="9534" y="8151"/>
                  <a:pt x="9530" y="8146"/>
                  <a:pt x="9526" y="8141"/>
                </a:cubicBezTo>
                <a:close/>
                <a:moveTo>
                  <a:pt x="3501" y="11957"/>
                </a:moveTo>
                <a:cubicBezTo>
                  <a:pt x="3552" y="11967"/>
                  <a:pt x="3595" y="12001"/>
                  <a:pt x="3642" y="12021"/>
                </a:cubicBezTo>
                <a:cubicBezTo>
                  <a:pt x="3669" y="12045"/>
                  <a:pt x="3696" y="12070"/>
                  <a:pt x="3727" y="12084"/>
                </a:cubicBezTo>
                <a:cubicBezTo>
                  <a:pt x="4428" y="12456"/>
                  <a:pt x="5122" y="12843"/>
                  <a:pt x="5807" y="13263"/>
                </a:cubicBezTo>
                <a:cubicBezTo>
                  <a:pt x="5974" y="13366"/>
                  <a:pt x="6142" y="13459"/>
                  <a:pt x="6341" y="13572"/>
                </a:cubicBezTo>
                <a:cubicBezTo>
                  <a:pt x="6298" y="13493"/>
                  <a:pt x="6278" y="13454"/>
                  <a:pt x="6259" y="13415"/>
                </a:cubicBezTo>
                <a:cubicBezTo>
                  <a:pt x="6138" y="13239"/>
                  <a:pt x="6048" y="13038"/>
                  <a:pt x="5951" y="12838"/>
                </a:cubicBezTo>
                <a:cubicBezTo>
                  <a:pt x="6087" y="12999"/>
                  <a:pt x="6177" y="13200"/>
                  <a:pt x="6282" y="13386"/>
                </a:cubicBezTo>
                <a:lnTo>
                  <a:pt x="6282" y="13386"/>
                </a:lnTo>
                <a:cubicBezTo>
                  <a:pt x="6302" y="13405"/>
                  <a:pt x="6317" y="13420"/>
                  <a:pt x="6337" y="13439"/>
                </a:cubicBezTo>
                <a:cubicBezTo>
                  <a:pt x="6380" y="13508"/>
                  <a:pt x="6418" y="13576"/>
                  <a:pt x="6461" y="13645"/>
                </a:cubicBezTo>
                <a:cubicBezTo>
                  <a:pt x="6450" y="13547"/>
                  <a:pt x="6411" y="13479"/>
                  <a:pt x="6352" y="13425"/>
                </a:cubicBezTo>
                <a:cubicBezTo>
                  <a:pt x="6298" y="13283"/>
                  <a:pt x="6220" y="13156"/>
                  <a:pt x="6146" y="13028"/>
                </a:cubicBezTo>
                <a:cubicBezTo>
                  <a:pt x="5897" y="12613"/>
                  <a:pt x="5678" y="12172"/>
                  <a:pt x="5472" y="11722"/>
                </a:cubicBezTo>
                <a:cubicBezTo>
                  <a:pt x="5460" y="11693"/>
                  <a:pt x="5425" y="11659"/>
                  <a:pt x="5456" y="11615"/>
                </a:cubicBezTo>
                <a:cubicBezTo>
                  <a:pt x="5468" y="11624"/>
                  <a:pt x="5480" y="11629"/>
                  <a:pt x="5492" y="11639"/>
                </a:cubicBezTo>
                <a:cubicBezTo>
                  <a:pt x="6138" y="12368"/>
                  <a:pt x="6769" y="13112"/>
                  <a:pt x="7194" y="14080"/>
                </a:cubicBezTo>
                <a:cubicBezTo>
                  <a:pt x="7221" y="14144"/>
                  <a:pt x="7248" y="14173"/>
                  <a:pt x="7310" y="14168"/>
                </a:cubicBezTo>
                <a:cubicBezTo>
                  <a:pt x="7965" y="14149"/>
                  <a:pt x="8619" y="14110"/>
                  <a:pt x="9277" y="14129"/>
                </a:cubicBezTo>
                <a:cubicBezTo>
                  <a:pt x="9386" y="14134"/>
                  <a:pt x="9413" y="14110"/>
                  <a:pt x="9378" y="13968"/>
                </a:cubicBezTo>
                <a:cubicBezTo>
                  <a:pt x="9098" y="12813"/>
                  <a:pt x="8872" y="11639"/>
                  <a:pt x="8701" y="10445"/>
                </a:cubicBezTo>
                <a:cubicBezTo>
                  <a:pt x="8677" y="10274"/>
                  <a:pt x="8662" y="10098"/>
                  <a:pt x="8642" y="9927"/>
                </a:cubicBezTo>
                <a:cubicBezTo>
                  <a:pt x="8638" y="9888"/>
                  <a:pt x="8638" y="9848"/>
                  <a:pt x="8677" y="9834"/>
                </a:cubicBezTo>
                <a:cubicBezTo>
                  <a:pt x="8701" y="9824"/>
                  <a:pt x="8712" y="9853"/>
                  <a:pt x="8720" y="9878"/>
                </a:cubicBezTo>
                <a:cubicBezTo>
                  <a:pt x="8697" y="9927"/>
                  <a:pt x="8724" y="9971"/>
                  <a:pt x="8736" y="10015"/>
                </a:cubicBezTo>
                <a:cubicBezTo>
                  <a:pt x="8934" y="10856"/>
                  <a:pt x="9121" y="11703"/>
                  <a:pt x="9289" y="12554"/>
                </a:cubicBezTo>
                <a:cubicBezTo>
                  <a:pt x="9367" y="12926"/>
                  <a:pt x="9441" y="13302"/>
                  <a:pt x="9523" y="13674"/>
                </a:cubicBezTo>
                <a:cubicBezTo>
                  <a:pt x="9554" y="13821"/>
                  <a:pt x="9546" y="14031"/>
                  <a:pt x="9635" y="14095"/>
                </a:cubicBezTo>
                <a:cubicBezTo>
                  <a:pt x="9729" y="14164"/>
                  <a:pt x="9881" y="14110"/>
                  <a:pt x="10005" y="14119"/>
                </a:cubicBezTo>
                <a:cubicBezTo>
                  <a:pt x="10079" y="14124"/>
                  <a:pt x="10103" y="14095"/>
                  <a:pt x="10091" y="14002"/>
                </a:cubicBezTo>
                <a:cubicBezTo>
                  <a:pt x="10044" y="13532"/>
                  <a:pt x="10005" y="13063"/>
                  <a:pt x="9963" y="12598"/>
                </a:cubicBezTo>
                <a:cubicBezTo>
                  <a:pt x="9881" y="11678"/>
                  <a:pt x="9795" y="10754"/>
                  <a:pt x="9717" y="9834"/>
                </a:cubicBezTo>
                <a:cubicBezTo>
                  <a:pt x="9698" y="9604"/>
                  <a:pt x="9647" y="9398"/>
                  <a:pt x="9519" y="9227"/>
                </a:cubicBezTo>
                <a:cubicBezTo>
                  <a:pt x="9456" y="9144"/>
                  <a:pt x="9402" y="9051"/>
                  <a:pt x="9343" y="8963"/>
                </a:cubicBezTo>
                <a:cubicBezTo>
                  <a:pt x="9468" y="9036"/>
                  <a:pt x="9526" y="9188"/>
                  <a:pt x="9643" y="9320"/>
                </a:cubicBezTo>
                <a:cubicBezTo>
                  <a:pt x="9608" y="8987"/>
                  <a:pt x="9604" y="8684"/>
                  <a:pt x="9542" y="8390"/>
                </a:cubicBezTo>
                <a:cubicBezTo>
                  <a:pt x="9515" y="8591"/>
                  <a:pt x="9538" y="8787"/>
                  <a:pt x="9573" y="8978"/>
                </a:cubicBezTo>
                <a:cubicBezTo>
                  <a:pt x="9499" y="8664"/>
                  <a:pt x="9456" y="8342"/>
                  <a:pt x="9491" y="7984"/>
                </a:cubicBezTo>
                <a:cubicBezTo>
                  <a:pt x="9511" y="8043"/>
                  <a:pt x="9519" y="8077"/>
                  <a:pt x="9530" y="8107"/>
                </a:cubicBezTo>
                <a:cubicBezTo>
                  <a:pt x="9526" y="8033"/>
                  <a:pt x="9530" y="7955"/>
                  <a:pt x="9523" y="7882"/>
                </a:cubicBezTo>
                <a:cubicBezTo>
                  <a:pt x="9519" y="7828"/>
                  <a:pt x="9523" y="7759"/>
                  <a:pt x="9449" y="7769"/>
                </a:cubicBezTo>
                <a:cubicBezTo>
                  <a:pt x="9425" y="7774"/>
                  <a:pt x="9410" y="7798"/>
                  <a:pt x="9402" y="7823"/>
                </a:cubicBezTo>
                <a:lnTo>
                  <a:pt x="9402" y="7823"/>
                </a:lnTo>
                <a:cubicBezTo>
                  <a:pt x="9156" y="8107"/>
                  <a:pt x="8985" y="8459"/>
                  <a:pt x="8818" y="8811"/>
                </a:cubicBezTo>
                <a:lnTo>
                  <a:pt x="8818" y="8811"/>
                </a:lnTo>
                <a:cubicBezTo>
                  <a:pt x="8798" y="8841"/>
                  <a:pt x="8751" y="8855"/>
                  <a:pt x="8802" y="8904"/>
                </a:cubicBezTo>
                <a:cubicBezTo>
                  <a:pt x="8884" y="9046"/>
                  <a:pt x="8985" y="9168"/>
                  <a:pt x="9094" y="9281"/>
                </a:cubicBezTo>
                <a:cubicBezTo>
                  <a:pt x="9129" y="9315"/>
                  <a:pt x="9180" y="9354"/>
                  <a:pt x="9110" y="9413"/>
                </a:cubicBezTo>
                <a:cubicBezTo>
                  <a:pt x="8977" y="9530"/>
                  <a:pt x="8837" y="9638"/>
                  <a:pt x="8646" y="9721"/>
                </a:cubicBezTo>
                <a:cubicBezTo>
                  <a:pt x="8786" y="9570"/>
                  <a:pt x="8927" y="9511"/>
                  <a:pt x="9055" y="9408"/>
                </a:cubicBezTo>
                <a:cubicBezTo>
                  <a:pt x="8966" y="9305"/>
                  <a:pt x="8884" y="9203"/>
                  <a:pt x="8806" y="9090"/>
                </a:cubicBezTo>
                <a:cubicBezTo>
                  <a:pt x="8724" y="8973"/>
                  <a:pt x="8716" y="8860"/>
                  <a:pt x="8771" y="8728"/>
                </a:cubicBezTo>
                <a:cubicBezTo>
                  <a:pt x="8841" y="8557"/>
                  <a:pt x="8911" y="8390"/>
                  <a:pt x="8977" y="8219"/>
                </a:cubicBezTo>
                <a:cubicBezTo>
                  <a:pt x="8981" y="8209"/>
                  <a:pt x="8985" y="8200"/>
                  <a:pt x="8993" y="8185"/>
                </a:cubicBezTo>
                <a:cubicBezTo>
                  <a:pt x="8981" y="8185"/>
                  <a:pt x="8973" y="8190"/>
                  <a:pt x="8962" y="8190"/>
                </a:cubicBezTo>
                <a:cubicBezTo>
                  <a:pt x="8860" y="8214"/>
                  <a:pt x="8779" y="8278"/>
                  <a:pt x="8701" y="8366"/>
                </a:cubicBezTo>
                <a:cubicBezTo>
                  <a:pt x="8650" y="8425"/>
                  <a:pt x="8600" y="8479"/>
                  <a:pt x="8541" y="8513"/>
                </a:cubicBezTo>
                <a:cubicBezTo>
                  <a:pt x="8498" y="8537"/>
                  <a:pt x="8467" y="8537"/>
                  <a:pt x="8479" y="8459"/>
                </a:cubicBezTo>
                <a:cubicBezTo>
                  <a:pt x="8506" y="8415"/>
                  <a:pt x="8561" y="8410"/>
                  <a:pt x="8584" y="8337"/>
                </a:cubicBezTo>
                <a:cubicBezTo>
                  <a:pt x="8366" y="8386"/>
                  <a:pt x="8148" y="8410"/>
                  <a:pt x="7945" y="8513"/>
                </a:cubicBezTo>
                <a:cubicBezTo>
                  <a:pt x="7676" y="8650"/>
                  <a:pt x="7400" y="8748"/>
                  <a:pt x="7131" y="8865"/>
                </a:cubicBezTo>
                <a:cubicBezTo>
                  <a:pt x="7057" y="8899"/>
                  <a:pt x="7057" y="8782"/>
                  <a:pt x="6995" y="8821"/>
                </a:cubicBezTo>
                <a:cubicBezTo>
                  <a:pt x="6859" y="8904"/>
                  <a:pt x="6859" y="9031"/>
                  <a:pt x="6894" y="9178"/>
                </a:cubicBezTo>
                <a:cubicBezTo>
                  <a:pt x="6890" y="9208"/>
                  <a:pt x="6886" y="9242"/>
                  <a:pt x="6886" y="9271"/>
                </a:cubicBezTo>
                <a:cubicBezTo>
                  <a:pt x="6898" y="10049"/>
                  <a:pt x="6890" y="10822"/>
                  <a:pt x="6925" y="11595"/>
                </a:cubicBezTo>
                <a:cubicBezTo>
                  <a:pt x="6948" y="12070"/>
                  <a:pt x="6878" y="12554"/>
                  <a:pt x="7018" y="13019"/>
                </a:cubicBezTo>
                <a:cubicBezTo>
                  <a:pt x="7018" y="13024"/>
                  <a:pt x="7014" y="13029"/>
                  <a:pt x="7010" y="13033"/>
                </a:cubicBezTo>
                <a:cubicBezTo>
                  <a:pt x="6921" y="13004"/>
                  <a:pt x="6874" y="12901"/>
                  <a:pt x="6866" y="12813"/>
                </a:cubicBezTo>
                <a:cubicBezTo>
                  <a:pt x="6831" y="12432"/>
                  <a:pt x="6555" y="12187"/>
                  <a:pt x="6524" y="11801"/>
                </a:cubicBezTo>
                <a:cubicBezTo>
                  <a:pt x="6512" y="11654"/>
                  <a:pt x="6418" y="11512"/>
                  <a:pt x="6348" y="11380"/>
                </a:cubicBezTo>
                <a:cubicBezTo>
                  <a:pt x="6263" y="11218"/>
                  <a:pt x="6239" y="11013"/>
                  <a:pt x="6103" y="10891"/>
                </a:cubicBezTo>
                <a:cubicBezTo>
                  <a:pt x="6060" y="10778"/>
                  <a:pt x="6017" y="10665"/>
                  <a:pt x="5974" y="10553"/>
                </a:cubicBezTo>
                <a:cubicBezTo>
                  <a:pt x="6196" y="10807"/>
                  <a:pt x="6309" y="11155"/>
                  <a:pt x="6457" y="11473"/>
                </a:cubicBezTo>
                <a:cubicBezTo>
                  <a:pt x="6566" y="11708"/>
                  <a:pt x="6660" y="11952"/>
                  <a:pt x="6761" y="12197"/>
                </a:cubicBezTo>
                <a:cubicBezTo>
                  <a:pt x="6750" y="11561"/>
                  <a:pt x="6726" y="10935"/>
                  <a:pt x="6695" y="10313"/>
                </a:cubicBezTo>
                <a:cubicBezTo>
                  <a:pt x="6687" y="10118"/>
                  <a:pt x="6703" y="9922"/>
                  <a:pt x="6664" y="9726"/>
                </a:cubicBezTo>
                <a:cubicBezTo>
                  <a:pt x="6664" y="9658"/>
                  <a:pt x="6664" y="9584"/>
                  <a:pt x="6664" y="9496"/>
                </a:cubicBezTo>
                <a:cubicBezTo>
                  <a:pt x="6391" y="9731"/>
                  <a:pt x="6134" y="9966"/>
                  <a:pt x="5885" y="10201"/>
                </a:cubicBezTo>
                <a:cubicBezTo>
                  <a:pt x="5830" y="10255"/>
                  <a:pt x="5823" y="10289"/>
                  <a:pt x="5850" y="10367"/>
                </a:cubicBezTo>
                <a:cubicBezTo>
                  <a:pt x="6002" y="10822"/>
                  <a:pt x="6177" y="11262"/>
                  <a:pt x="6352" y="11698"/>
                </a:cubicBezTo>
                <a:cubicBezTo>
                  <a:pt x="6438" y="11903"/>
                  <a:pt x="6524" y="12104"/>
                  <a:pt x="6609" y="12309"/>
                </a:cubicBezTo>
                <a:cubicBezTo>
                  <a:pt x="6473" y="12256"/>
                  <a:pt x="6442" y="12079"/>
                  <a:pt x="6387" y="11957"/>
                </a:cubicBezTo>
                <a:cubicBezTo>
                  <a:pt x="6185" y="11517"/>
                  <a:pt x="5990" y="11062"/>
                  <a:pt x="5834" y="10592"/>
                </a:cubicBezTo>
                <a:cubicBezTo>
                  <a:pt x="5772" y="10401"/>
                  <a:pt x="5686" y="10372"/>
                  <a:pt x="5530" y="10489"/>
                </a:cubicBezTo>
                <a:cubicBezTo>
                  <a:pt x="5499" y="10509"/>
                  <a:pt x="5472" y="10524"/>
                  <a:pt x="5441" y="10543"/>
                </a:cubicBezTo>
                <a:cubicBezTo>
                  <a:pt x="5402" y="10563"/>
                  <a:pt x="5375" y="10597"/>
                  <a:pt x="5340" y="10621"/>
                </a:cubicBezTo>
                <a:cubicBezTo>
                  <a:pt x="5118" y="10763"/>
                  <a:pt x="4872" y="10837"/>
                  <a:pt x="4642" y="10944"/>
                </a:cubicBezTo>
                <a:cubicBezTo>
                  <a:pt x="4510" y="10944"/>
                  <a:pt x="4397" y="10993"/>
                  <a:pt x="4292" y="11091"/>
                </a:cubicBezTo>
                <a:cubicBezTo>
                  <a:pt x="4140" y="11238"/>
                  <a:pt x="4004" y="11404"/>
                  <a:pt x="3883" y="11590"/>
                </a:cubicBezTo>
                <a:cubicBezTo>
                  <a:pt x="3786" y="11742"/>
                  <a:pt x="3692" y="11854"/>
                  <a:pt x="3525" y="11781"/>
                </a:cubicBezTo>
                <a:cubicBezTo>
                  <a:pt x="3490" y="11766"/>
                  <a:pt x="3466" y="11776"/>
                  <a:pt x="3466" y="11830"/>
                </a:cubicBezTo>
                <a:cubicBezTo>
                  <a:pt x="3458" y="11903"/>
                  <a:pt x="3447" y="11947"/>
                  <a:pt x="3501" y="11957"/>
                </a:cubicBezTo>
                <a:close/>
                <a:moveTo>
                  <a:pt x="6060" y="12715"/>
                </a:moveTo>
                <a:cubicBezTo>
                  <a:pt x="6045" y="12686"/>
                  <a:pt x="6037" y="12652"/>
                  <a:pt x="6002" y="12647"/>
                </a:cubicBezTo>
                <a:cubicBezTo>
                  <a:pt x="5998" y="12691"/>
                  <a:pt x="6017" y="12715"/>
                  <a:pt x="6045" y="12730"/>
                </a:cubicBezTo>
                <a:cubicBezTo>
                  <a:pt x="6181" y="12970"/>
                  <a:pt x="6325" y="13205"/>
                  <a:pt x="6450" y="13454"/>
                </a:cubicBezTo>
                <a:cubicBezTo>
                  <a:pt x="6586" y="13728"/>
                  <a:pt x="6602" y="13777"/>
                  <a:pt x="6890" y="13934"/>
                </a:cubicBezTo>
                <a:cubicBezTo>
                  <a:pt x="6613" y="13528"/>
                  <a:pt x="6337" y="13121"/>
                  <a:pt x="6060" y="12715"/>
                </a:cubicBezTo>
                <a:close/>
                <a:moveTo>
                  <a:pt x="2508" y="6800"/>
                </a:moveTo>
                <a:cubicBezTo>
                  <a:pt x="2691" y="6879"/>
                  <a:pt x="2878" y="6903"/>
                  <a:pt x="3065" y="6918"/>
                </a:cubicBezTo>
                <a:cubicBezTo>
                  <a:pt x="3151" y="6928"/>
                  <a:pt x="3244" y="6933"/>
                  <a:pt x="3225" y="6761"/>
                </a:cubicBezTo>
                <a:cubicBezTo>
                  <a:pt x="3221" y="6717"/>
                  <a:pt x="3248" y="6698"/>
                  <a:pt x="3275" y="6683"/>
                </a:cubicBezTo>
                <a:cubicBezTo>
                  <a:pt x="3314" y="6727"/>
                  <a:pt x="3349" y="6722"/>
                  <a:pt x="3392" y="6673"/>
                </a:cubicBezTo>
                <a:cubicBezTo>
                  <a:pt x="3447" y="6615"/>
                  <a:pt x="3505" y="6551"/>
                  <a:pt x="3583" y="6541"/>
                </a:cubicBezTo>
                <a:cubicBezTo>
                  <a:pt x="3583" y="6517"/>
                  <a:pt x="3591" y="6507"/>
                  <a:pt x="3610" y="6507"/>
                </a:cubicBezTo>
                <a:cubicBezTo>
                  <a:pt x="3618" y="6463"/>
                  <a:pt x="3622" y="6414"/>
                  <a:pt x="3568" y="6463"/>
                </a:cubicBezTo>
                <a:cubicBezTo>
                  <a:pt x="3482" y="6541"/>
                  <a:pt x="3381" y="6575"/>
                  <a:pt x="3287" y="6634"/>
                </a:cubicBezTo>
                <a:cubicBezTo>
                  <a:pt x="3166" y="6644"/>
                  <a:pt x="3042" y="6644"/>
                  <a:pt x="2921" y="6590"/>
                </a:cubicBezTo>
                <a:cubicBezTo>
                  <a:pt x="2976" y="6546"/>
                  <a:pt x="3038" y="6551"/>
                  <a:pt x="3096" y="6526"/>
                </a:cubicBezTo>
                <a:cubicBezTo>
                  <a:pt x="3318" y="6434"/>
                  <a:pt x="3490" y="6262"/>
                  <a:pt x="3591" y="5993"/>
                </a:cubicBezTo>
                <a:cubicBezTo>
                  <a:pt x="3645" y="5846"/>
                  <a:pt x="3692" y="5690"/>
                  <a:pt x="3743" y="5543"/>
                </a:cubicBezTo>
                <a:cubicBezTo>
                  <a:pt x="3762" y="5524"/>
                  <a:pt x="3766" y="5494"/>
                  <a:pt x="3766" y="5465"/>
                </a:cubicBezTo>
                <a:cubicBezTo>
                  <a:pt x="3793" y="5426"/>
                  <a:pt x="3821" y="5387"/>
                  <a:pt x="3848" y="5347"/>
                </a:cubicBezTo>
                <a:cubicBezTo>
                  <a:pt x="3914" y="5250"/>
                  <a:pt x="3980" y="5210"/>
                  <a:pt x="4035" y="5362"/>
                </a:cubicBezTo>
                <a:cubicBezTo>
                  <a:pt x="4058" y="5445"/>
                  <a:pt x="3961" y="5519"/>
                  <a:pt x="4035" y="5612"/>
                </a:cubicBezTo>
                <a:cubicBezTo>
                  <a:pt x="4078" y="5548"/>
                  <a:pt x="4179" y="5558"/>
                  <a:pt x="4191" y="5435"/>
                </a:cubicBezTo>
                <a:cubicBezTo>
                  <a:pt x="4152" y="5411"/>
                  <a:pt x="4074" y="5558"/>
                  <a:pt x="4070" y="5391"/>
                </a:cubicBezTo>
                <a:cubicBezTo>
                  <a:pt x="4144" y="5416"/>
                  <a:pt x="4183" y="5362"/>
                  <a:pt x="4206" y="5289"/>
                </a:cubicBezTo>
                <a:cubicBezTo>
                  <a:pt x="4230" y="5215"/>
                  <a:pt x="4187" y="5161"/>
                  <a:pt x="4148" y="5117"/>
                </a:cubicBezTo>
                <a:cubicBezTo>
                  <a:pt x="4058" y="5015"/>
                  <a:pt x="3949" y="4951"/>
                  <a:pt x="3836" y="4863"/>
                </a:cubicBezTo>
                <a:cubicBezTo>
                  <a:pt x="4113" y="4897"/>
                  <a:pt x="4315" y="5122"/>
                  <a:pt x="4331" y="5401"/>
                </a:cubicBezTo>
                <a:cubicBezTo>
                  <a:pt x="4385" y="5367"/>
                  <a:pt x="4378" y="5308"/>
                  <a:pt x="4378" y="5250"/>
                </a:cubicBezTo>
                <a:cubicBezTo>
                  <a:pt x="4374" y="5147"/>
                  <a:pt x="4378" y="5044"/>
                  <a:pt x="4409" y="4951"/>
                </a:cubicBezTo>
                <a:cubicBezTo>
                  <a:pt x="4448" y="4843"/>
                  <a:pt x="4413" y="4799"/>
                  <a:pt x="4343" y="4755"/>
                </a:cubicBezTo>
                <a:cubicBezTo>
                  <a:pt x="4175" y="4658"/>
                  <a:pt x="4012" y="4555"/>
                  <a:pt x="3852" y="4447"/>
                </a:cubicBezTo>
                <a:cubicBezTo>
                  <a:pt x="4062" y="4486"/>
                  <a:pt x="4265" y="4560"/>
                  <a:pt x="4448" y="4706"/>
                </a:cubicBezTo>
                <a:cubicBezTo>
                  <a:pt x="4498" y="4746"/>
                  <a:pt x="4514" y="4809"/>
                  <a:pt x="4498" y="4887"/>
                </a:cubicBezTo>
                <a:cubicBezTo>
                  <a:pt x="4487" y="4941"/>
                  <a:pt x="4471" y="5000"/>
                  <a:pt x="4467" y="5059"/>
                </a:cubicBezTo>
                <a:cubicBezTo>
                  <a:pt x="4463" y="5088"/>
                  <a:pt x="4471" y="5127"/>
                  <a:pt x="4498" y="5137"/>
                </a:cubicBezTo>
                <a:cubicBezTo>
                  <a:pt x="4530" y="5152"/>
                  <a:pt x="4545" y="5122"/>
                  <a:pt x="4557" y="5093"/>
                </a:cubicBezTo>
                <a:cubicBezTo>
                  <a:pt x="4654" y="4839"/>
                  <a:pt x="4674" y="4697"/>
                  <a:pt x="4479" y="4560"/>
                </a:cubicBezTo>
                <a:cubicBezTo>
                  <a:pt x="4257" y="4403"/>
                  <a:pt x="4035" y="4247"/>
                  <a:pt x="3782" y="4105"/>
                </a:cubicBezTo>
                <a:cubicBezTo>
                  <a:pt x="3864" y="4070"/>
                  <a:pt x="3918" y="4100"/>
                  <a:pt x="3976" y="4119"/>
                </a:cubicBezTo>
                <a:cubicBezTo>
                  <a:pt x="4136" y="4163"/>
                  <a:pt x="4288" y="4242"/>
                  <a:pt x="4436" y="4325"/>
                </a:cubicBezTo>
                <a:cubicBezTo>
                  <a:pt x="4584" y="4408"/>
                  <a:pt x="4697" y="4525"/>
                  <a:pt x="4736" y="4741"/>
                </a:cubicBezTo>
                <a:cubicBezTo>
                  <a:pt x="4755" y="4834"/>
                  <a:pt x="4806" y="4902"/>
                  <a:pt x="4705" y="4966"/>
                </a:cubicBezTo>
                <a:cubicBezTo>
                  <a:pt x="4674" y="4985"/>
                  <a:pt x="4681" y="5039"/>
                  <a:pt x="4720" y="5069"/>
                </a:cubicBezTo>
                <a:cubicBezTo>
                  <a:pt x="4822" y="5142"/>
                  <a:pt x="4841" y="5279"/>
                  <a:pt x="4861" y="5406"/>
                </a:cubicBezTo>
                <a:cubicBezTo>
                  <a:pt x="4884" y="5577"/>
                  <a:pt x="4779" y="5705"/>
                  <a:pt x="4639" y="5665"/>
                </a:cubicBezTo>
                <a:cubicBezTo>
                  <a:pt x="4592" y="5651"/>
                  <a:pt x="4572" y="5680"/>
                  <a:pt x="4557" y="5714"/>
                </a:cubicBezTo>
                <a:cubicBezTo>
                  <a:pt x="4483" y="5866"/>
                  <a:pt x="4370" y="5930"/>
                  <a:pt x="4234" y="5944"/>
                </a:cubicBezTo>
                <a:cubicBezTo>
                  <a:pt x="4202" y="5949"/>
                  <a:pt x="4171" y="5974"/>
                  <a:pt x="4140" y="5988"/>
                </a:cubicBezTo>
                <a:cubicBezTo>
                  <a:pt x="4043" y="5988"/>
                  <a:pt x="3938" y="6003"/>
                  <a:pt x="3852" y="5890"/>
                </a:cubicBezTo>
                <a:cubicBezTo>
                  <a:pt x="3844" y="6076"/>
                  <a:pt x="3793" y="6223"/>
                  <a:pt x="3700" y="6350"/>
                </a:cubicBezTo>
                <a:cubicBezTo>
                  <a:pt x="3684" y="6375"/>
                  <a:pt x="3645" y="6414"/>
                  <a:pt x="3716" y="6404"/>
                </a:cubicBezTo>
                <a:cubicBezTo>
                  <a:pt x="3684" y="6443"/>
                  <a:pt x="3665" y="6502"/>
                  <a:pt x="3622" y="6526"/>
                </a:cubicBezTo>
                <a:cubicBezTo>
                  <a:pt x="3622" y="6546"/>
                  <a:pt x="3614" y="6561"/>
                  <a:pt x="3599" y="6561"/>
                </a:cubicBezTo>
                <a:cubicBezTo>
                  <a:pt x="3517" y="6673"/>
                  <a:pt x="3509" y="6805"/>
                  <a:pt x="3529" y="6962"/>
                </a:cubicBezTo>
                <a:cubicBezTo>
                  <a:pt x="3661" y="6859"/>
                  <a:pt x="3743" y="6722"/>
                  <a:pt x="3797" y="6561"/>
                </a:cubicBezTo>
                <a:cubicBezTo>
                  <a:pt x="3813" y="6517"/>
                  <a:pt x="3809" y="6453"/>
                  <a:pt x="3860" y="6434"/>
                </a:cubicBezTo>
                <a:cubicBezTo>
                  <a:pt x="4043" y="6365"/>
                  <a:pt x="4183" y="6218"/>
                  <a:pt x="4339" y="6096"/>
                </a:cubicBezTo>
                <a:cubicBezTo>
                  <a:pt x="4506" y="5959"/>
                  <a:pt x="4650" y="5763"/>
                  <a:pt x="4837" y="5670"/>
                </a:cubicBezTo>
                <a:cubicBezTo>
                  <a:pt x="4950" y="5616"/>
                  <a:pt x="4958" y="5524"/>
                  <a:pt x="4931" y="5411"/>
                </a:cubicBezTo>
                <a:cubicBezTo>
                  <a:pt x="4849" y="5073"/>
                  <a:pt x="4790" y="4726"/>
                  <a:pt x="4732" y="4384"/>
                </a:cubicBezTo>
                <a:cubicBezTo>
                  <a:pt x="4716" y="4296"/>
                  <a:pt x="4685" y="4242"/>
                  <a:pt x="4607" y="4212"/>
                </a:cubicBezTo>
                <a:cubicBezTo>
                  <a:pt x="4280" y="4080"/>
                  <a:pt x="3957" y="3938"/>
                  <a:pt x="3634" y="3801"/>
                </a:cubicBezTo>
                <a:cubicBezTo>
                  <a:pt x="3595" y="3787"/>
                  <a:pt x="3556" y="3777"/>
                  <a:pt x="3529" y="3816"/>
                </a:cubicBezTo>
                <a:cubicBezTo>
                  <a:pt x="3443" y="3938"/>
                  <a:pt x="3318" y="3943"/>
                  <a:pt x="3209" y="3978"/>
                </a:cubicBezTo>
                <a:cubicBezTo>
                  <a:pt x="3159" y="3992"/>
                  <a:pt x="3131" y="4012"/>
                  <a:pt x="3112" y="4080"/>
                </a:cubicBezTo>
                <a:cubicBezTo>
                  <a:pt x="2874" y="4946"/>
                  <a:pt x="2645" y="5817"/>
                  <a:pt x="2465" y="6708"/>
                </a:cubicBezTo>
                <a:cubicBezTo>
                  <a:pt x="2438" y="6752"/>
                  <a:pt x="2450" y="6776"/>
                  <a:pt x="2508" y="6800"/>
                </a:cubicBezTo>
                <a:close/>
                <a:moveTo>
                  <a:pt x="2232" y="7764"/>
                </a:moveTo>
                <a:cubicBezTo>
                  <a:pt x="2251" y="7759"/>
                  <a:pt x="2271" y="7750"/>
                  <a:pt x="2290" y="7740"/>
                </a:cubicBezTo>
                <a:cubicBezTo>
                  <a:pt x="2391" y="7730"/>
                  <a:pt x="2423" y="7661"/>
                  <a:pt x="2411" y="7539"/>
                </a:cubicBezTo>
                <a:cubicBezTo>
                  <a:pt x="2399" y="7412"/>
                  <a:pt x="2434" y="7295"/>
                  <a:pt x="2481" y="7153"/>
                </a:cubicBezTo>
                <a:cubicBezTo>
                  <a:pt x="2500" y="7343"/>
                  <a:pt x="2477" y="7510"/>
                  <a:pt x="2461" y="7676"/>
                </a:cubicBezTo>
                <a:cubicBezTo>
                  <a:pt x="2730" y="7583"/>
                  <a:pt x="2979" y="7461"/>
                  <a:pt x="3217" y="7304"/>
                </a:cubicBezTo>
                <a:cubicBezTo>
                  <a:pt x="3275" y="7265"/>
                  <a:pt x="3322" y="7221"/>
                  <a:pt x="3322" y="7128"/>
                </a:cubicBezTo>
                <a:cubicBezTo>
                  <a:pt x="3322" y="7074"/>
                  <a:pt x="3326" y="7060"/>
                  <a:pt x="3264" y="7055"/>
                </a:cubicBezTo>
                <a:cubicBezTo>
                  <a:pt x="3011" y="7045"/>
                  <a:pt x="2754" y="7055"/>
                  <a:pt x="2508" y="6947"/>
                </a:cubicBezTo>
                <a:cubicBezTo>
                  <a:pt x="2399" y="6898"/>
                  <a:pt x="2290" y="6849"/>
                  <a:pt x="2181" y="6796"/>
                </a:cubicBezTo>
                <a:cubicBezTo>
                  <a:pt x="2146" y="6781"/>
                  <a:pt x="2127" y="6751"/>
                  <a:pt x="2130" y="6703"/>
                </a:cubicBezTo>
                <a:cubicBezTo>
                  <a:pt x="2134" y="6629"/>
                  <a:pt x="2177" y="6663"/>
                  <a:pt x="2208" y="6659"/>
                </a:cubicBezTo>
                <a:cubicBezTo>
                  <a:pt x="2247" y="6649"/>
                  <a:pt x="2294" y="6678"/>
                  <a:pt x="2333" y="6639"/>
                </a:cubicBezTo>
                <a:cubicBezTo>
                  <a:pt x="2306" y="6575"/>
                  <a:pt x="2267" y="6600"/>
                  <a:pt x="2239" y="6595"/>
                </a:cubicBezTo>
                <a:cubicBezTo>
                  <a:pt x="2181" y="6590"/>
                  <a:pt x="2107" y="6566"/>
                  <a:pt x="2091" y="6663"/>
                </a:cubicBezTo>
                <a:cubicBezTo>
                  <a:pt x="2072" y="6761"/>
                  <a:pt x="2111" y="6830"/>
                  <a:pt x="2193" y="6864"/>
                </a:cubicBezTo>
                <a:cubicBezTo>
                  <a:pt x="2278" y="6903"/>
                  <a:pt x="2360" y="6957"/>
                  <a:pt x="2446" y="7001"/>
                </a:cubicBezTo>
                <a:cubicBezTo>
                  <a:pt x="2473" y="7016"/>
                  <a:pt x="2512" y="7025"/>
                  <a:pt x="2504" y="7060"/>
                </a:cubicBezTo>
                <a:cubicBezTo>
                  <a:pt x="2497" y="7099"/>
                  <a:pt x="2454" y="7114"/>
                  <a:pt x="2419" y="7099"/>
                </a:cubicBezTo>
                <a:cubicBezTo>
                  <a:pt x="2310" y="7050"/>
                  <a:pt x="2197" y="7006"/>
                  <a:pt x="2084" y="6952"/>
                </a:cubicBezTo>
                <a:cubicBezTo>
                  <a:pt x="2068" y="7153"/>
                  <a:pt x="2053" y="7348"/>
                  <a:pt x="2037" y="7549"/>
                </a:cubicBezTo>
                <a:cubicBezTo>
                  <a:pt x="2025" y="7828"/>
                  <a:pt x="2025" y="7828"/>
                  <a:pt x="2232" y="7764"/>
                </a:cubicBezTo>
                <a:close/>
                <a:moveTo>
                  <a:pt x="5390" y="13899"/>
                </a:moveTo>
                <a:cubicBezTo>
                  <a:pt x="5608" y="13860"/>
                  <a:pt x="5830" y="13821"/>
                  <a:pt x="6087" y="13772"/>
                </a:cubicBezTo>
                <a:cubicBezTo>
                  <a:pt x="5593" y="13498"/>
                  <a:pt x="5133" y="13249"/>
                  <a:pt x="4678" y="12980"/>
                </a:cubicBezTo>
                <a:cubicBezTo>
                  <a:pt x="4798" y="13165"/>
                  <a:pt x="4919" y="13351"/>
                  <a:pt x="5051" y="13552"/>
                </a:cubicBezTo>
                <a:cubicBezTo>
                  <a:pt x="4720" y="13591"/>
                  <a:pt x="4424" y="13713"/>
                  <a:pt x="4121" y="13826"/>
                </a:cubicBezTo>
                <a:cubicBezTo>
                  <a:pt x="4346" y="13704"/>
                  <a:pt x="4576" y="13591"/>
                  <a:pt x="4829" y="13518"/>
                </a:cubicBezTo>
                <a:cubicBezTo>
                  <a:pt x="4713" y="13366"/>
                  <a:pt x="4568" y="13293"/>
                  <a:pt x="4471" y="13146"/>
                </a:cubicBezTo>
                <a:cubicBezTo>
                  <a:pt x="4572" y="13175"/>
                  <a:pt x="4635" y="13283"/>
                  <a:pt x="4716" y="13346"/>
                </a:cubicBezTo>
                <a:cubicBezTo>
                  <a:pt x="4787" y="13400"/>
                  <a:pt x="4845" y="13493"/>
                  <a:pt x="4954" y="13498"/>
                </a:cubicBezTo>
                <a:cubicBezTo>
                  <a:pt x="4849" y="13337"/>
                  <a:pt x="4748" y="13200"/>
                  <a:pt x="4658" y="13043"/>
                </a:cubicBezTo>
                <a:cubicBezTo>
                  <a:pt x="4588" y="12921"/>
                  <a:pt x="4506" y="12838"/>
                  <a:pt x="4401" y="12769"/>
                </a:cubicBezTo>
                <a:cubicBezTo>
                  <a:pt x="4113" y="12588"/>
                  <a:pt x="3836" y="12388"/>
                  <a:pt x="3564" y="12177"/>
                </a:cubicBezTo>
                <a:cubicBezTo>
                  <a:pt x="3439" y="12084"/>
                  <a:pt x="3427" y="12094"/>
                  <a:pt x="3404" y="12280"/>
                </a:cubicBezTo>
                <a:cubicBezTo>
                  <a:pt x="3373" y="12505"/>
                  <a:pt x="3338" y="12725"/>
                  <a:pt x="3307" y="12950"/>
                </a:cubicBezTo>
                <a:cubicBezTo>
                  <a:pt x="3299" y="13014"/>
                  <a:pt x="3283" y="13072"/>
                  <a:pt x="3229" y="13097"/>
                </a:cubicBezTo>
                <a:cubicBezTo>
                  <a:pt x="3272" y="13058"/>
                  <a:pt x="3268" y="12994"/>
                  <a:pt x="3272" y="12940"/>
                </a:cubicBezTo>
                <a:cubicBezTo>
                  <a:pt x="3381" y="11884"/>
                  <a:pt x="3369" y="10822"/>
                  <a:pt x="3295" y="9760"/>
                </a:cubicBezTo>
                <a:cubicBezTo>
                  <a:pt x="3283" y="9623"/>
                  <a:pt x="3275" y="9486"/>
                  <a:pt x="3268" y="9349"/>
                </a:cubicBezTo>
                <a:cubicBezTo>
                  <a:pt x="3260" y="9349"/>
                  <a:pt x="3252" y="9349"/>
                  <a:pt x="3244" y="9349"/>
                </a:cubicBezTo>
                <a:cubicBezTo>
                  <a:pt x="3229" y="9442"/>
                  <a:pt x="3209" y="9540"/>
                  <a:pt x="3194" y="9633"/>
                </a:cubicBezTo>
                <a:cubicBezTo>
                  <a:pt x="3112" y="9511"/>
                  <a:pt x="3209" y="9379"/>
                  <a:pt x="3182" y="9252"/>
                </a:cubicBezTo>
                <a:cubicBezTo>
                  <a:pt x="3244" y="9071"/>
                  <a:pt x="3252" y="8875"/>
                  <a:pt x="3291" y="8689"/>
                </a:cubicBezTo>
                <a:cubicBezTo>
                  <a:pt x="3377" y="8239"/>
                  <a:pt x="3462" y="7789"/>
                  <a:pt x="3548" y="7329"/>
                </a:cubicBezTo>
                <a:cubicBezTo>
                  <a:pt x="2972" y="7798"/>
                  <a:pt x="2360" y="8116"/>
                  <a:pt x="1683" y="8205"/>
                </a:cubicBezTo>
                <a:cubicBezTo>
                  <a:pt x="1484" y="8229"/>
                  <a:pt x="1484" y="8234"/>
                  <a:pt x="1488" y="8488"/>
                </a:cubicBezTo>
                <a:cubicBezTo>
                  <a:pt x="1488" y="8586"/>
                  <a:pt x="1488" y="8679"/>
                  <a:pt x="1492" y="8777"/>
                </a:cubicBezTo>
                <a:cubicBezTo>
                  <a:pt x="1507" y="9599"/>
                  <a:pt x="1507" y="10421"/>
                  <a:pt x="1554" y="11243"/>
                </a:cubicBezTo>
                <a:cubicBezTo>
                  <a:pt x="1585" y="11781"/>
                  <a:pt x="1628" y="12319"/>
                  <a:pt x="1690" y="12852"/>
                </a:cubicBezTo>
                <a:cubicBezTo>
                  <a:pt x="1698" y="12911"/>
                  <a:pt x="1702" y="12965"/>
                  <a:pt x="1710" y="13024"/>
                </a:cubicBezTo>
                <a:cubicBezTo>
                  <a:pt x="1757" y="13361"/>
                  <a:pt x="1823" y="13699"/>
                  <a:pt x="1908" y="14022"/>
                </a:cubicBezTo>
                <a:cubicBezTo>
                  <a:pt x="1932" y="14105"/>
                  <a:pt x="1951" y="14178"/>
                  <a:pt x="2041" y="14188"/>
                </a:cubicBezTo>
                <a:cubicBezTo>
                  <a:pt x="2481" y="14227"/>
                  <a:pt x="2917" y="14217"/>
                  <a:pt x="3357" y="14178"/>
                </a:cubicBezTo>
                <a:cubicBezTo>
                  <a:pt x="4031" y="14110"/>
                  <a:pt x="4713" y="14022"/>
                  <a:pt x="5390" y="13899"/>
                </a:cubicBezTo>
                <a:close/>
                <a:moveTo>
                  <a:pt x="4736" y="14271"/>
                </a:moveTo>
                <a:cubicBezTo>
                  <a:pt x="5460" y="14247"/>
                  <a:pt x="6181" y="14242"/>
                  <a:pt x="6905" y="14173"/>
                </a:cubicBezTo>
                <a:cubicBezTo>
                  <a:pt x="6796" y="14061"/>
                  <a:pt x="6664" y="14031"/>
                  <a:pt x="6539" y="13978"/>
                </a:cubicBezTo>
                <a:cubicBezTo>
                  <a:pt x="6473" y="13948"/>
                  <a:pt x="6403" y="13929"/>
                  <a:pt x="6329" y="13948"/>
                </a:cubicBezTo>
                <a:cubicBezTo>
                  <a:pt x="5803" y="14095"/>
                  <a:pt x="5266" y="14168"/>
                  <a:pt x="4728" y="14237"/>
                </a:cubicBezTo>
                <a:cubicBezTo>
                  <a:pt x="4627" y="14271"/>
                  <a:pt x="4518" y="14237"/>
                  <a:pt x="4420" y="14291"/>
                </a:cubicBezTo>
                <a:cubicBezTo>
                  <a:pt x="4530" y="14281"/>
                  <a:pt x="4635" y="14315"/>
                  <a:pt x="4736" y="14271"/>
                </a:cubicBezTo>
                <a:close/>
                <a:moveTo>
                  <a:pt x="14231" y="20812"/>
                </a:moveTo>
                <a:cubicBezTo>
                  <a:pt x="14146" y="20406"/>
                  <a:pt x="14072" y="19995"/>
                  <a:pt x="13994" y="19584"/>
                </a:cubicBezTo>
                <a:cubicBezTo>
                  <a:pt x="13678" y="17872"/>
                  <a:pt x="13351" y="16165"/>
                  <a:pt x="13067" y="14442"/>
                </a:cubicBezTo>
                <a:cubicBezTo>
                  <a:pt x="13036" y="14261"/>
                  <a:pt x="12977" y="14237"/>
                  <a:pt x="12853" y="14237"/>
                </a:cubicBezTo>
                <a:cubicBezTo>
                  <a:pt x="11314" y="14271"/>
                  <a:pt x="9772" y="14296"/>
                  <a:pt x="8233" y="14325"/>
                </a:cubicBezTo>
                <a:cubicBezTo>
                  <a:pt x="7478" y="14340"/>
                  <a:pt x="6718" y="14359"/>
                  <a:pt x="5963" y="14369"/>
                </a:cubicBezTo>
                <a:cubicBezTo>
                  <a:pt x="5468" y="14374"/>
                  <a:pt x="4974" y="14369"/>
                  <a:pt x="4459" y="14369"/>
                </a:cubicBezTo>
                <a:cubicBezTo>
                  <a:pt x="4498" y="14486"/>
                  <a:pt x="4530" y="14570"/>
                  <a:pt x="4557" y="14648"/>
                </a:cubicBezTo>
                <a:cubicBezTo>
                  <a:pt x="4568" y="14687"/>
                  <a:pt x="4580" y="14726"/>
                  <a:pt x="4592" y="14765"/>
                </a:cubicBezTo>
                <a:cubicBezTo>
                  <a:pt x="4946" y="15768"/>
                  <a:pt x="5308" y="16766"/>
                  <a:pt x="5632" y="17784"/>
                </a:cubicBezTo>
                <a:cubicBezTo>
                  <a:pt x="5943" y="18753"/>
                  <a:pt x="6302" y="19692"/>
                  <a:pt x="6621" y="20656"/>
                </a:cubicBezTo>
                <a:cubicBezTo>
                  <a:pt x="6644" y="20719"/>
                  <a:pt x="6656" y="20793"/>
                  <a:pt x="6750" y="20793"/>
                </a:cubicBezTo>
                <a:cubicBezTo>
                  <a:pt x="7357" y="20788"/>
                  <a:pt x="7969" y="20798"/>
                  <a:pt x="8576" y="20812"/>
                </a:cubicBezTo>
                <a:cubicBezTo>
                  <a:pt x="9873" y="20842"/>
                  <a:pt x="11174" y="20851"/>
                  <a:pt x="12471" y="20871"/>
                </a:cubicBezTo>
                <a:cubicBezTo>
                  <a:pt x="13036" y="20881"/>
                  <a:pt x="13604" y="20905"/>
                  <a:pt x="14169" y="20891"/>
                </a:cubicBezTo>
                <a:cubicBezTo>
                  <a:pt x="14216" y="20900"/>
                  <a:pt x="14251" y="20920"/>
                  <a:pt x="14231" y="20812"/>
                </a:cubicBezTo>
                <a:close/>
                <a:moveTo>
                  <a:pt x="14317" y="20426"/>
                </a:moveTo>
                <a:cubicBezTo>
                  <a:pt x="14352" y="20455"/>
                  <a:pt x="14375" y="20406"/>
                  <a:pt x="14406" y="20392"/>
                </a:cubicBezTo>
                <a:cubicBezTo>
                  <a:pt x="14449" y="20367"/>
                  <a:pt x="14480" y="20313"/>
                  <a:pt x="14531" y="20308"/>
                </a:cubicBezTo>
                <a:cubicBezTo>
                  <a:pt x="14457" y="20284"/>
                  <a:pt x="14379" y="20372"/>
                  <a:pt x="14301" y="20284"/>
                </a:cubicBezTo>
                <a:cubicBezTo>
                  <a:pt x="14309" y="20343"/>
                  <a:pt x="14278" y="20396"/>
                  <a:pt x="14317" y="20426"/>
                </a:cubicBezTo>
                <a:close/>
                <a:moveTo>
                  <a:pt x="14601" y="20103"/>
                </a:moveTo>
                <a:cubicBezTo>
                  <a:pt x="14488" y="20108"/>
                  <a:pt x="14371" y="20074"/>
                  <a:pt x="14258" y="20132"/>
                </a:cubicBezTo>
                <a:cubicBezTo>
                  <a:pt x="14375" y="20186"/>
                  <a:pt x="14488" y="20142"/>
                  <a:pt x="14601" y="20103"/>
                </a:cubicBezTo>
                <a:close/>
                <a:moveTo>
                  <a:pt x="15119" y="19946"/>
                </a:moveTo>
                <a:cubicBezTo>
                  <a:pt x="14827" y="19902"/>
                  <a:pt x="14554" y="19907"/>
                  <a:pt x="14282" y="19922"/>
                </a:cubicBezTo>
                <a:cubicBezTo>
                  <a:pt x="14258" y="19922"/>
                  <a:pt x="14227" y="19907"/>
                  <a:pt x="14220" y="19956"/>
                </a:cubicBezTo>
                <a:cubicBezTo>
                  <a:pt x="14216" y="20005"/>
                  <a:pt x="14243" y="20015"/>
                  <a:pt x="14278" y="20015"/>
                </a:cubicBezTo>
                <a:cubicBezTo>
                  <a:pt x="14313" y="20015"/>
                  <a:pt x="14344" y="20020"/>
                  <a:pt x="14379" y="20020"/>
                </a:cubicBezTo>
                <a:cubicBezTo>
                  <a:pt x="14512" y="20020"/>
                  <a:pt x="14644" y="20020"/>
                  <a:pt x="14773" y="20020"/>
                </a:cubicBezTo>
                <a:cubicBezTo>
                  <a:pt x="14776" y="20039"/>
                  <a:pt x="14776" y="20054"/>
                  <a:pt x="14780" y="20074"/>
                </a:cubicBezTo>
                <a:cubicBezTo>
                  <a:pt x="14687" y="20132"/>
                  <a:pt x="14648" y="20274"/>
                  <a:pt x="14539" y="20313"/>
                </a:cubicBezTo>
                <a:cubicBezTo>
                  <a:pt x="14516" y="20401"/>
                  <a:pt x="14453" y="20440"/>
                  <a:pt x="14399" y="20485"/>
                </a:cubicBezTo>
                <a:cubicBezTo>
                  <a:pt x="14325" y="20548"/>
                  <a:pt x="14305" y="20602"/>
                  <a:pt x="14368" y="20690"/>
                </a:cubicBezTo>
                <a:cubicBezTo>
                  <a:pt x="14605" y="20426"/>
                  <a:pt x="14843" y="20171"/>
                  <a:pt x="15119" y="19946"/>
                </a:cubicBezTo>
                <a:close/>
                <a:moveTo>
                  <a:pt x="15466" y="19526"/>
                </a:moveTo>
                <a:cubicBezTo>
                  <a:pt x="15404" y="19345"/>
                  <a:pt x="15345" y="19164"/>
                  <a:pt x="15287" y="18983"/>
                </a:cubicBezTo>
                <a:cubicBezTo>
                  <a:pt x="15104" y="18415"/>
                  <a:pt x="14975" y="17833"/>
                  <a:pt x="14854" y="17226"/>
                </a:cubicBezTo>
                <a:cubicBezTo>
                  <a:pt x="14710" y="17583"/>
                  <a:pt x="14691" y="17926"/>
                  <a:pt x="14819" y="18278"/>
                </a:cubicBezTo>
                <a:cubicBezTo>
                  <a:pt x="14835" y="18322"/>
                  <a:pt x="14839" y="18371"/>
                  <a:pt x="14843" y="18415"/>
                </a:cubicBezTo>
                <a:cubicBezTo>
                  <a:pt x="14878" y="18787"/>
                  <a:pt x="14882" y="19159"/>
                  <a:pt x="14862" y="19531"/>
                </a:cubicBezTo>
                <a:cubicBezTo>
                  <a:pt x="14858" y="19619"/>
                  <a:pt x="14874" y="19653"/>
                  <a:pt x="14948" y="19653"/>
                </a:cubicBezTo>
                <a:cubicBezTo>
                  <a:pt x="15100" y="19648"/>
                  <a:pt x="15252" y="19643"/>
                  <a:pt x="15404" y="19653"/>
                </a:cubicBezTo>
                <a:cubicBezTo>
                  <a:pt x="15509" y="19658"/>
                  <a:pt x="15497" y="19614"/>
                  <a:pt x="15466" y="19526"/>
                </a:cubicBezTo>
                <a:close/>
                <a:moveTo>
                  <a:pt x="12089" y="479"/>
                </a:moveTo>
                <a:cubicBezTo>
                  <a:pt x="12089" y="479"/>
                  <a:pt x="12089" y="479"/>
                  <a:pt x="12089" y="479"/>
                </a:cubicBezTo>
                <a:cubicBezTo>
                  <a:pt x="12089" y="479"/>
                  <a:pt x="12089" y="479"/>
                  <a:pt x="12089" y="479"/>
                </a:cubicBezTo>
                <a:lnTo>
                  <a:pt x="12089" y="479"/>
                </a:lnTo>
                <a:close/>
                <a:moveTo>
                  <a:pt x="10999" y="2143"/>
                </a:moveTo>
                <a:cubicBezTo>
                  <a:pt x="10999" y="2143"/>
                  <a:pt x="10999" y="2143"/>
                  <a:pt x="10999" y="2143"/>
                </a:cubicBezTo>
                <a:cubicBezTo>
                  <a:pt x="10999" y="2143"/>
                  <a:pt x="10999" y="2138"/>
                  <a:pt x="10999" y="2143"/>
                </a:cubicBezTo>
                <a:lnTo>
                  <a:pt x="10999" y="2143"/>
                </a:lnTo>
                <a:close/>
                <a:moveTo>
                  <a:pt x="9826" y="2578"/>
                </a:moveTo>
                <a:cubicBezTo>
                  <a:pt x="9826" y="2578"/>
                  <a:pt x="9826" y="2578"/>
                  <a:pt x="9826" y="2578"/>
                </a:cubicBezTo>
                <a:cubicBezTo>
                  <a:pt x="9822" y="2578"/>
                  <a:pt x="9822" y="2583"/>
                  <a:pt x="9819" y="2583"/>
                </a:cubicBezTo>
                <a:cubicBezTo>
                  <a:pt x="9807" y="2593"/>
                  <a:pt x="9822" y="2593"/>
                  <a:pt x="9826" y="2578"/>
                </a:cubicBezTo>
                <a:close/>
                <a:moveTo>
                  <a:pt x="15742" y="20891"/>
                </a:moveTo>
                <a:cubicBezTo>
                  <a:pt x="15707" y="20891"/>
                  <a:pt x="15649" y="20871"/>
                  <a:pt x="15649" y="20935"/>
                </a:cubicBezTo>
                <a:cubicBezTo>
                  <a:pt x="15649" y="20993"/>
                  <a:pt x="15703" y="20988"/>
                  <a:pt x="15742" y="20988"/>
                </a:cubicBezTo>
                <a:cubicBezTo>
                  <a:pt x="16447" y="20988"/>
                  <a:pt x="17156" y="20984"/>
                  <a:pt x="17861" y="20979"/>
                </a:cubicBezTo>
                <a:cubicBezTo>
                  <a:pt x="17951" y="20979"/>
                  <a:pt x="18040" y="20979"/>
                  <a:pt x="18130" y="20900"/>
                </a:cubicBezTo>
                <a:cubicBezTo>
                  <a:pt x="18071" y="20891"/>
                  <a:pt x="18009" y="20871"/>
                  <a:pt x="17951" y="20866"/>
                </a:cubicBezTo>
                <a:cubicBezTo>
                  <a:pt x="17211" y="20842"/>
                  <a:pt x="16475" y="20837"/>
                  <a:pt x="15742" y="20891"/>
                </a:cubicBezTo>
                <a:close/>
                <a:moveTo>
                  <a:pt x="13538" y="5631"/>
                </a:moveTo>
                <a:cubicBezTo>
                  <a:pt x="13740" y="5519"/>
                  <a:pt x="13939" y="5406"/>
                  <a:pt x="14142" y="5294"/>
                </a:cubicBezTo>
                <a:cubicBezTo>
                  <a:pt x="14142" y="5294"/>
                  <a:pt x="14142" y="5294"/>
                  <a:pt x="14142" y="5294"/>
                </a:cubicBezTo>
                <a:cubicBezTo>
                  <a:pt x="14184" y="5235"/>
                  <a:pt x="14247" y="5210"/>
                  <a:pt x="14301" y="5176"/>
                </a:cubicBezTo>
                <a:cubicBezTo>
                  <a:pt x="14644" y="4971"/>
                  <a:pt x="14991" y="4765"/>
                  <a:pt x="15333" y="4560"/>
                </a:cubicBezTo>
                <a:cubicBezTo>
                  <a:pt x="15392" y="4525"/>
                  <a:pt x="15454" y="4496"/>
                  <a:pt x="15497" y="4418"/>
                </a:cubicBezTo>
                <a:cubicBezTo>
                  <a:pt x="15431" y="4379"/>
                  <a:pt x="15388" y="4433"/>
                  <a:pt x="15337" y="4452"/>
                </a:cubicBezTo>
                <a:cubicBezTo>
                  <a:pt x="14971" y="4618"/>
                  <a:pt x="14628" y="4848"/>
                  <a:pt x="14270" y="5049"/>
                </a:cubicBezTo>
                <a:cubicBezTo>
                  <a:pt x="14251" y="5083"/>
                  <a:pt x="14223" y="5093"/>
                  <a:pt x="14196" y="5098"/>
                </a:cubicBezTo>
                <a:cubicBezTo>
                  <a:pt x="13920" y="5308"/>
                  <a:pt x="13612" y="5450"/>
                  <a:pt x="13355" y="5705"/>
                </a:cubicBezTo>
                <a:cubicBezTo>
                  <a:pt x="13425" y="5690"/>
                  <a:pt x="13480" y="5660"/>
                  <a:pt x="13538" y="5631"/>
                </a:cubicBezTo>
                <a:close/>
                <a:moveTo>
                  <a:pt x="7486" y="6301"/>
                </a:moveTo>
                <a:cubicBezTo>
                  <a:pt x="7556" y="6556"/>
                  <a:pt x="7618" y="6815"/>
                  <a:pt x="7719" y="7055"/>
                </a:cubicBezTo>
                <a:cubicBezTo>
                  <a:pt x="7719" y="7011"/>
                  <a:pt x="7715" y="6967"/>
                  <a:pt x="7708" y="6928"/>
                </a:cubicBezTo>
                <a:cubicBezTo>
                  <a:pt x="7595" y="6404"/>
                  <a:pt x="7458" y="5890"/>
                  <a:pt x="7310" y="5382"/>
                </a:cubicBezTo>
                <a:cubicBezTo>
                  <a:pt x="7205" y="5010"/>
                  <a:pt x="7120" y="4633"/>
                  <a:pt x="6979" y="4276"/>
                </a:cubicBezTo>
                <a:cubicBezTo>
                  <a:pt x="6979" y="4276"/>
                  <a:pt x="6979" y="4276"/>
                  <a:pt x="6979" y="4276"/>
                </a:cubicBezTo>
                <a:cubicBezTo>
                  <a:pt x="6979" y="4276"/>
                  <a:pt x="6979" y="4271"/>
                  <a:pt x="6979" y="4271"/>
                </a:cubicBezTo>
                <a:lnTo>
                  <a:pt x="6975" y="4271"/>
                </a:lnTo>
                <a:cubicBezTo>
                  <a:pt x="6991" y="4354"/>
                  <a:pt x="6999" y="4432"/>
                  <a:pt x="7018" y="4516"/>
                </a:cubicBezTo>
                <a:cubicBezTo>
                  <a:pt x="7162" y="5117"/>
                  <a:pt x="7322" y="5709"/>
                  <a:pt x="7486" y="6301"/>
                </a:cubicBezTo>
                <a:close/>
                <a:moveTo>
                  <a:pt x="6380" y="8816"/>
                </a:moveTo>
                <a:cubicBezTo>
                  <a:pt x="6111" y="8249"/>
                  <a:pt x="5838" y="7681"/>
                  <a:pt x="5569" y="7118"/>
                </a:cubicBezTo>
                <a:cubicBezTo>
                  <a:pt x="5554" y="7133"/>
                  <a:pt x="5538" y="7148"/>
                  <a:pt x="5523" y="7158"/>
                </a:cubicBezTo>
                <a:cubicBezTo>
                  <a:pt x="5760" y="7745"/>
                  <a:pt x="6006" y="8327"/>
                  <a:pt x="6337" y="8850"/>
                </a:cubicBezTo>
                <a:cubicBezTo>
                  <a:pt x="6352" y="8836"/>
                  <a:pt x="6364" y="8826"/>
                  <a:pt x="6380" y="8816"/>
                </a:cubicBezTo>
                <a:close/>
                <a:moveTo>
                  <a:pt x="6613" y="6570"/>
                </a:moveTo>
                <a:cubicBezTo>
                  <a:pt x="6594" y="6526"/>
                  <a:pt x="6566" y="6551"/>
                  <a:pt x="6535" y="6561"/>
                </a:cubicBezTo>
                <a:cubicBezTo>
                  <a:pt x="6294" y="6654"/>
                  <a:pt x="6064" y="6771"/>
                  <a:pt x="5834" y="6898"/>
                </a:cubicBezTo>
                <a:cubicBezTo>
                  <a:pt x="5807" y="6913"/>
                  <a:pt x="5768" y="6928"/>
                  <a:pt x="5760" y="7016"/>
                </a:cubicBezTo>
                <a:cubicBezTo>
                  <a:pt x="6052" y="6913"/>
                  <a:pt x="6317" y="6781"/>
                  <a:pt x="6582" y="6639"/>
                </a:cubicBezTo>
                <a:cubicBezTo>
                  <a:pt x="6602" y="6629"/>
                  <a:pt x="6633" y="6615"/>
                  <a:pt x="6613" y="6570"/>
                </a:cubicBezTo>
                <a:close/>
                <a:moveTo>
                  <a:pt x="15076" y="20641"/>
                </a:moveTo>
                <a:cubicBezTo>
                  <a:pt x="15115" y="20690"/>
                  <a:pt x="15158" y="20705"/>
                  <a:pt x="15213" y="20700"/>
                </a:cubicBezTo>
                <a:cubicBezTo>
                  <a:pt x="15372" y="20695"/>
                  <a:pt x="15532" y="20695"/>
                  <a:pt x="15692" y="20695"/>
                </a:cubicBezTo>
                <a:cubicBezTo>
                  <a:pt x="15766" y="20695"/>
                  <a:pt x="15836" y="20685"/>
                  <a:pt x="15902" y="20631"/>
                </a:cubicBezTo>
                <a:cubicBezTo>
                  <a:pt x="15626" y="20582"/>
                  <a:pt x="15349" y="20582"/>
                  <a:pt x="15076" y="20641"/>
                </a:cubicBezTo>
                <a:cubicBezTo>
                  <a:pt x="15072" y="20646"/>
                  <a:pt x="15076" y="20646"/>
                  <a:pt x="15076" y="20641"/>
                </a:cubicBezTo>
                <a:close/>
                <a:moveTo>
                  <a:pt x="9674" y="1981"/>
                </a:moveTo>
                <a:cubicBezTo>
                  <a:pt x="9674" y="1967"/>
                  <a:pt x="9671" y="1952"/>
                  <a:pt x="9667" y="1937"/>
                </a:cubicBezTo>
                <a:cubicBezTo>
                  <a:pt x="9663" y="1952"/>
                  <a:pt x="9655" y="1957"/>
                  <a:pt x="9655" y="1967"/>
                </a:cubicBezTo>
                <a:cubicBezTo>
                  <a:pt x="9655" y="1981"/>
                  <a:pt x="9663" y="1996"/>
                  <a:pt x="9663" y="2006"/>
                </a:cubicBezTo>
                <a:cubicBezTo>
                  <a:pt x="9667" y="1996"/>
                  <a:pt x="9674" y="1991"/>
                  <a:pt x="9674" y="1981"/>
                </a:cubicBezTo>
                <a:close/>
                <a:moveTo>
                  <a:pt x="11478" y="925"/>
                </a:moveTo>
                <a:cubicBezTo>
                  <a:pt x="11482" y="930"/>
                  <a:pt x="11482" y="930"/>
                  <a:pt x="11478" y="925"/>
                </a:cubicBezTo>
                <a:cubicBezTo>
                  <a:pt x="11482" y="925"/>
                  <a:pt x="11482" y="925"/>
                  <a:pt x="11478" y="925"/>
                </a:cubicBezTo>
                <a:lnTo>
                  <a:pt x="11478" y="925"/>
                </a:lnTo>
                <a:close/>
                <a:moveTo>
                  <a:pt x="11334" y="895"/>
                </a:moveTo>
                <a:cubicBezTo>
                  <a:pt x="11365" y="895"/>
                  <a:pt x="11380" y="895"/>
                  <a:pt x="11400" y="895"/>
                </a:cubicBezTo>
                <a:cubicBezTo>
                  <a:pt x="11384" y="866"/>
                  <a:pt x="11369" y="856"/>
                  <a:pt x="11334" y="895"/>
                </a:cubicBezTo>
                <a:close/>
                <a:moveTo>
                  <a:pt x="11400" y="895"/>
                </a:moveTo>
                <a:cubicBezTo>
                  <a:pt x="11400" y="895"/>
                  <a:pt x="11404" y="895"/>
                  <a:pt x="11400" y="895"/>
                </a:cubicBezTo>
                <a:cubicBezTo>
                  <a:pt x="11404" y="895"/>
                  <a:pt x="11404" y="895"/>
                  <a:pt x="11400" y="895"/>
                </a:cubicBezTo>
                <a:cubicBezTo>
                  <a:pt x="11404" y="895"/>
                  <a:pt x="11404" y="895"/>
                  <a:pt x="11400" y="895"/>
                </a:cubicBezTo>
                <a:close/>
                <a:moveTo>
                  <a:pt x="11478" y="930"/>
                </a:moveTo>
                <a:cubicBezTo>
                  <a:pt x="11478" y="925"/>
                  <a:pt x="11482" y="925"/>
                  <a:pt x="11478" y="930"/>
                </a:cubicBezTo>
                <a:cubicBezTo>
                  <a:pt x="11478" y="925"/>
                  <a:pt x="11478" y="925"/>
                  <a:pt x="11478" y="930"/>
                </a:cubicBezTo>
                <a:cubicBezTo>
                  <a:pt x="11478" y="925"/>
                  <a:pt x="11478" y="925"/>
                  <a:pt x="11478" y="930"/>
                </a:cubicBezTo>
                <a:close/>
                <a:moveTo>
                  <a:pt x="11404" y="895"/>
                </a:moveTo>
                <a:cubicBezTo>
                  <a:pt x="11404" y="895"/>
                  <a:pt x="11404" y="895"/>
                  <a:pt x="11404" y="895"/>
                </a:cubicBezTo>
                <a:cubicBezTo>
                  <a:pt x="11404" y="895"/>
                  <a:pt x="11404" y="895"/>
                  <a:pt x="11404" y="895"/>
                </a:cubicBezTo>
                <a:cubicBezTo>
                  <a:pt x="11404" y="895"/>
                  <a:pt x="11404" y="895"/>
                  <a:pt x="11404" y="895"/>
                </a:cubicBezTo>
                <a:close/>
                <a:moveTo>
                  <a:pt x="11404" y="895"/>
                </a:moveTo>
                <a:cubicBezTo>
                  <a:pt x="11419" y="934"/>
                  <a:pt x="11450" y="934"/>
                  <a:pt x="11478" y="925"/>
                </a:cubicBezTo>
                <a:cubicBezTo>
                  <a:pt x="11462" y="885"/>
                  <a:pt x="11431" y="895"/>
                  <a:pt x="11404" y="895"/>
                </a:cubicBezTo>
                <a:close/>
                <a:moveTo>
                  <a:pt x="9967" y="1419"/>
                </a:moveTo>
                <a:cubicBezTo>
                  <a:pt x="9963" y="1424"/>
                  <a:pt x="9959" y="1424"/>
                  <a:pt x="9959" y="1429"/>
                </a:cubicBezTo>
                <a:cubicBezTo>
                  <a:pt x="9959" y="1448"/>
                  <a:pt x="9963" y="1463"/>
                  <a:pt x="9978" y="1473"/>
                </a:cubicBezTo>
                <a:cubicBezTo>
                  <a:pt x="9982" y="1468"/>
                  <a:pt x="9986" y="1468"/>
                  <a:pt x="9990" y="1463"/>
                </a:cubicBezTo>
                <a:cubicBezTo>
                  <a:pt x="9982" y="1448"/>
                  <a:pt x="9974" y="1433"/>
                  <a:pt x="9967" y="1419"/>
                </a:cubicBezTo>
                <a:close/>
                <a:moveTo>
                  <a:pt x="6995" y="13381"/>
                </a:moveTo>
                <a:cubicBezTo>
                  <a:pt x="6995" y="13381"/>
                  <a:pt x="6995" y="13381"/>
                  <a:pt x="6995" y="13381"/>
                </a:cubicBezTo>
                <a:cubicBezTo>
                  <a:pt x="7007" y="13395"/>
                  <a:pt x="7014" y="13405"/>
                  <a:pt x="7026" y="13420"/>
                </a:cubicBezTo>
                <a:cubicBezTo>
                  <a:pt x="7046" y="13391"/>
                  <a:pt x="7034" y="13376"/>
                  <a:pt x="7014" y="13366"/>
                </a:cubicBezTo>
                <a:cubicBezTo>
                  <a:pt x="6925" y="13151"/>
                  <a:pt x="6777" y="12994"/>
                  <a:pt x="6660" y="12808"/>
                </a:cubicBezTo>
                <a:cubicBezTo>
                  <a:pt x="6746" y="13019"/>
                  <a:pt x="6835" y="13234"/>
                  <a:pt x="6995" y="13381"/>
                </a:cubicBezTo>
                <a:close/>
                <a:moveTo>
                  <a:pt x="7264" y="13479"/>
                </a:moveTo>
                <a:cubicBezTo>
                  <a:pt x="7194" y="13327"/>
                  <a:pt x="7151" y="13151"/>
                  <a:pt x="7010" y="13073"/>
                </a:cubicBezTo>
                <a:cubicBezTo>
                  <a:pt x="7065" y="13239"/>
                  <a:pt x="7155" y="13371"/>
                  <a:pt x="7264" y="13479"/>
                </a:cubicBezTo>
                <a:close/>
                <a:moveTo>
                  <a:pt x="6629" y="12407"/>
                </a:moveTo>
                <a:cubicBezTo>
                  <a:pt x="6629" y="12407"/>
                  <a:pt x="6629" y="12407"/>
                  <a:pt x="6629" y="12407"/>
                </a:cubicBezTo>
                <a:lnTo>
                  <a:pt x="6629" y="12407"/>
                </a:lnTo>
                <a:cubicBezTo>
                  <a:pt x="6629" y="12407"/>
                  <a:pt x="6629" y="12407"/>
                  <a:pt x="6629" y="12407"/>
                </a:cubicBezTo>
                <a:close/>
                <a:moveTo>
                  <a:pt x="6722" y="12583"/>
                </a:moveTo>
                <a:cubicBezTo>
                  <a:pt x="6695" y="12525"/>
                  <a:pt x="6683" y="12451"/>
                  <a:pt x="6629" y="12412"/>
                </a:cubicBezTo>
                <a:cubicBezTo>
                  <a:pt x="6633" y="12490"/>
                  <a:pt x="6676" y="12539"/>
                  <a:pt x="6722" y="12583"/>
                </a:cubicBezTo>
                <a:close/>
                <a:moveTo>
                  <a:pt x="6629" y="12407"/>
                </a:moveTo>
                <a:cubicBezTo>
                  <a:pt x="6629" y="12378"/>
                  <a:pt x="6625" y="12358"/>
                  <a:pt x="6605" y="12344"/>
                </a:cubicBezTo>
                <a:cubicBezTo>
                  <a:pt x="6594" y="12378"/>
                  <a:pt x="6602" y="12402"/>
                  <a:pt x="6629" y="12407"/>
                </a:cubicBezTo>
                <a:close/>
                <a:moveTo>
                  <a:pt x="6629" y="12407"/>
                </a:moveTo>
                <a:cubicBezTo>
                  <a:pt x="6629" y="12407"/>
                  <a:pt x="6629" y="12407"/>
                  <a:pt x="6629" y="12407"/>
                </a:cubicBezTo>
                <a:cubicBezTo>
                  <a:pt x="6629" y="12407"/>
                  <a:pt x="6629" y="12407"/>
                  <a:pt x="6629" y="12407"/>
                </a:cubicBezTo>
                <a:lnTo>
                  <a:pt x="6629" y="12407"/>
                </a:lnTo>
                <a:close/>
                <a:moveTo>
                  <a:pt x="6605" y="12344"/>
                </a:moveTo>
                <a:cubicBezTo>
                  <a:pt x="6605" y="12344"/>
                  <a:pt x="6605" y="12344"/>
                  <a:pt x="6605" y="12344"/>
                </a:cubicBezTo>
                <a:lnTo>
                  <a:pt x="6605" y="12344"/>
                </a:lnTo>
                <a:cubicBezTo>
                  <a:pt x="6605" y="12344"/>
                  <a:pt x="6605" y="12344"/>
                  <a:pt x="6605" y="12344"/>
                </a:cubicBezTo>
                <a:cubicBezTo>
                  <a:pt x="6605" y="12344"/>
                  <a:pt x="6605" y="12344"/>
                  <a:pt x="6605" y="12344"/>
                </a:cubicBezTo>
                <a:cubicBezTo>
                  <a:pt x="6605" y="12344"/>
                  <a:pt x="6605" y="12344"/>
                  <a:pt x="6605" y="12344"/>
                </a:cubicBezTo>
                <a:close/>
                <a:moveTo>
                  <a:pt x="16872" y="14633"/>
                </a:moveTo>
                <a:cubicBezTo>
                  <a:pt x="17086" y="14868"/>
                  <a:pt x="17300" y="15098"/>
                  <a:pt x="17514" y="15323"/>
                </a:cubicBezTo>
                <a:cubicBezTo>
                  <a:pt x="17643" y="15455"/>
                  <a:pt x="17775" y="15577"/>
                  <a:pt x="17927" y="15661"/>
                </a:cubicBezTo>
                <a:cubicBezTo>
                  <a:pt x="17962" y="15680"/>
                  <a:pt x="18013" y="15724"/>
                  <a:pt x="18036" y="15656"/>
                </a:cubicBezTo>
                <a:cubicBezTo>
                  <a:pt x="18056" y="15602"/>
                  <a:pt x="18005" y="15577"/>
                  <a:pt x="17974" y="15553"/>
                </a:cubicBezTo>
                <a:cubicBezTo>
                  <a:pt x="17686" y="15318"/>
                  <a:pt x="17437" y="15029"/>
                  <a:pt x="17168" y="14760"/>
                </a:cubicBezTo>
                <a:cubicBezTo>
                  <a:pt x="17035" y="14628"/>
                  <a:pt x="16907" y="14486"/>
                  <a:pt x="16743" y="14398"/>
                </a:cubicBezTo>
                <a:cubicBezTo>
                  <a:pt x="16759" y="14511"/>
                  <a:pt x="16813" y="14574"/>
                  <a:pt x="16872" y="14633"/>
                </a:cubicBezTo>
                <a:close/>
                <a:moveTo>
                  <a:pt x="19758" y="12710"/>
                </a:moveTo>
                <a:cubicBezTo>
                  <a:pt x="19610" y="12989"/>
                  <a:pt x="19657" y="13625"/>
                  <a:pt x="19855" y="13909"/>
                </a:cubicBezTo>
                <a:cubicBezTo>
                  <a:pt x="19777" y="13523"/>
                  <a:pt x="19742" y="13126"/>
                  <a:pt x="19758" y="12710"/>
                </a:cubicBezTo>
                <a:close/>
                <a:moveTo>
                  <a:pt x="16681" y="11849"/>
                </a:moveTo>
                <a:cubicBezTo>
                  <a:pt x="16681" y="11849"/>
                  <a:pt x="16681" y="11849"/>
                  <a:pt x="16681" y="11849"/>
                </a:cubicBezTo>
                <a:cubicBezTo>
                  <a:pt x="16689" y="11845"/>
                  <a:pt x="16693" y="11835"/>
                  <a:pt x="16697" y="11830"/>
                </a:cubicBezTo>
                <a:cubicBezTo>
                  <a:pt x="16689" y="11820"/>
                  <a:pt x="16685" y="11805"/>
                  <a:pt x="16677" y="11796"/>
                </a:cubicBezTo>
                <a:cubicBezTo>
                  <a:pt x="16669" y="11805"/>
                  <a:pt x="16662" y="11815"/>
                  <a:pt x="16650" y="11825"/>
                </a:cubicBezTo>
                <a:cubicBezTo>
                  <a:pt x="16369" y="12143"/>
                  <a:pt x="16089" y="12461"/>
                  <a:pt x="15809" y="12774"/>
                </a:cubicBezTo>
                <a:cubicBezTo>
                  <a:pt x="16128" y="12505"/>
                  <a:pt x="16416" y="12197"/>
                  <a:pt x="16681" y="11849"/>
                </a:cubicBezTo>
                <a:close/>
                <a:moveTo>
                  <a:pt x="18192" y="14159"/>
                </a:moveTo>
                <a:cubicBezTo>
                  <a:pt x="17982" y="13973"/>
                  <a:pt x="17791" y="13753"/>
                  <a:pt x="17550" y="13625"/>
                </a:cubicBezTo>
                <a:cubicBezTo>
                  <a:pt x="17662" y="13762"/>
                  <a:pt x="17814" y="13826"/>
                  <a:pt x="17935" y="13948"/>
                </a:cubicBezTo>
                <a:cubicBezTo>
                  <a:pt x="18017" y="14027"/>
                  <a:pt x="18106" y="14090"/>
                  <a:pt x="18192" y="14159"/>
                </a:cubicBezTo>
                <a:close/>
                <a:moveTo>
                  <a:pt x="17550" y="13620"/>
                </a:moveTo>
                <a:cubicBezTo>
                  <a:pt x="17550" y="13620"/>
                  <a:pt x="17546" y="13620"/>
                  <a:pt x="17550" y="13620"/>
                </a:cubicBezTo>
                <a:cubicBezTo>
                  <a:pt x="17550" y="13620"/>
                  <a:pt x="17550" y="13625"/>
                  <a:pt x="17550" y="13620"/>
                </a:cubicBezTo>
                <a:cubicBezTo>
                  <a:pt x="17550" y="13625"/>
                  <a:pt x="17550" y="13620"/>
                  <a:pt x="17550" y="13620"/>
                </a:cubicBezTo>
                <a:close/>
                <a:moveTo>
                  <a:pt x="16451" y="11874"/>
                </a:moveTo>
                <a:cubicBezTo>
                  <a:pt x="16272" y="11981"/>
                  <a:pt x="16175" y="12197"/>
                  <a:pt x="16027" y="12348"/>
                </a:cubicBezTo>
                <a:cubicBezTo>
                  <a:pt x="16034" y="12358"/>
                  <a:pt x="16046" y="12373"/>
                  <a:pt x="16054" y="12383"/>
                </a:cubicBezTo>
                <a:cubicBezTo>
                  <a:pt x="16190" y="12211"/>
                  <a:pt x="16319" y="12045"/>
                  <a:pt x="16451" y="11874"/>
                </a:cubicBezTo>
                <a:close/>
                <a:moveTo>
                  <a:pt x="17370" y="12857"/>
                </a:moveTo>
                <a:cubicBezTo>
                  <a:pt x="17499" y="12931"/>
                  <a:pt x="17635" y="12984"/>
                  <a:pt x="17779" y="13009"/>
                </a:cubicBezTo>
                <a:cubicBezTo>
                  <a:pt x="17635" y="12989"/>
                  <a:pt x="17530" y="12818"/>
                  <a:pt x="17370" y="12857"/>
                </a:cubicBezTo>
                <a:close/>
                <a:moveTo>
                  <a:pt x="17370" y="12857"/>
                </a:moveTo>
                <a:cubicBezTo>
                  <a:pt x="17370" y="12857"/>
                  <a:pt x="17370" y="12857"/>
                  <a:pt x="17370" y="12857"/>
                </a:cubicBezTo>
                <a:lnTo>
                  <a:pt x="17370" y="12857"/>
                </a:lnTo>
                <a:cubicBezTo>
                  <a:pt x="17370" y="12857"/>
                  <a:pt x="17370" y="12857"/>
                  <a:pt x="17370" y="12857"/>
                </a:cubicBezTo>
                <a:close/>
                <a:moveTo>
                  <a:pt x="16685" y="11522"/>
                </a:moveTo>
                <a:cubicBezTo>
                  <a:pt x="16650" y="11571"/>
                  <a:pt x="16615" y="11624"/>
                  <a:pt x="16584" y="11673"/>
                </a:cubicBezTo>
                <a:cubicBezTo>
                  <a:pt x="16650" y="11663"/>
                  <a:pt x="16669" y="11595"/>
                  <a:pt x="16685" y="11522"/>
                </a:cubicBezTo>
                <a:close/>
                <a:moveTo>
                  <a:pt x="16580" y="11678"/>
                </a:moveTo>
                <a:cubicBezTo>
                  <a:pt x="16552" y="11712"/>
                  <a:pt x="16517" y="11732"/>
                  <a:pt x="16502" y="11810"/>
                </a:cubicBezTo>
                <a:cubicBezTo>
                  <a:pt x="16545" y="11756"/>
                  <a:pt x="16588" y="11737"/>
                  <a:pt x="16580" y="11678"/>
                </a:cubicBezTo>
                <a:close/>
                <a:moveTo>
                  <a:pt x="16580" y="11673"/>
                </a:moveTo>
                <a:cubicBezTo>
                  <a:pt x="16580" y="11673"/>
                  <a:pt x="16580" y="11673"/>
                  <a:pt x="16580" y="11673"/>
                </a:cubicBezTo>
                <a:cubicBezTo>
                  <a:pt x="16584" y="11673"/>
                  <a:pt x="16584" y="11673"/>
                  <a:pt x="16580" y="11673"/>
                </a:cubicBezTo>
                <a:cubicBezTo>
                  <a:pt x="16584" y="11673"/>
                  <a:pt x="16580" y="11673"/>
                  <a:pt x="16580" y="11673"/>
                </a:cubicBezTo>
                <a:cubicBezTo>
                  <a:pt x="16580" y="11673"/>
                  <a:pt x="16580" y="11673"/>
                  <a:pt x="16580" y="11673"/>
                </a:cubicBezTo>
                <a:cubicBezTo>
                  <a:pt x="16580" y="11673"/>
                  <a:pt x="16580" y="11673"/>
                  <a:pt x="16580" y="11673"/>
                </a:cubicBezTo>
                <a:cubicBezTo>
                  <a:pt x="16580" y="11673"/>
                  <a:pt x="16580" y="11673"/>
                  <a:pt x="16580" y="11673"/>
                </a:cubicBezTo>
                <a:close/>
                <a:moveTo>
                  <a:pt x="16697" y="11830"/>
                </a:moveTo>
                <a:cubicBezTo>
                  <a:pt x="16716" y="11805"/>
                  <a:pt x="16732" y="11786"/>
                  <a:pt x="16751" y="11761"/>
                </a:cubicBezTo>
                <a:lnTo>
                  <a:pt x="16751" y="11761"/>
                </a:lnTo>
                <a:cubicBezTo>
                  <a:pt x="16782" y="11727"/>
                  <a:pt x="16813" y="11693"/>
                  <a:pt x="16856" y="11644"/>
                </a:cubicBezTo>
                <a:cubicBezTo>
                  <a:pt x="16782" y="11639"/>
                  <a:pt x="16759" y="11693"/>
                  <a:pt x="16732" y="11737"/>
                </a:cubicBezTo>
                <a:cubicBezTo>
                  <a:pt x="16712" y="11756"/>
                  <a:pt x="16697" y="11776"/>
                  <a:pt x="16677" y="11796"/>
                </a:cubicBezTo>
                <a:cubicBezTo>
                  <a:pt x="16685" y="11805"/>
                  <a:pt x="16693" y="11820"/>
                  <a:pt x="16697" y="11830"/>
                </a:cubicBezTo>
                <a:close/>
                <a:moveTo>
                  <a:pt x="16459" y="11864"/>
                </a:moveTo>
                <a:cubicBezTo>
                  <a:pt x="16455" y="11864"/>
                  <a:pt x="16455" y="11869"/>
                  <a:pt x="16459" y="11864"/>
                </a:cubicBezTo>
                <a:cubicBezTo>
                  <a:pt x="16455" y="11869"/>
                  <a:pt x="16455" y="11869"/>
                  <a:pt x="16459" y="11864"/>
                </a:cubicBezTo>
                <a:lnTo>
                  <a:pt x="16459" y="11864"/>
                </a:lnTo>
                <a:cubicBezTo>
                  <a:pt x="16455" y="11869"/>
                  <a:pt x="16455" y="11869"/>
                  <a:pt x="16455" y="11869"/>
                </a:cubicBezTo>
                <a:cubicBezTo>
                  <a:pt x="16455" y="11869"/>
                  <a:pt x="16455" y="11869"/>
                  <a:pt x="16459" y="11864"/>
                </a:cubicBezTo>
                <a:cubicBezTo>
                  <a:pt x="16459" y="11869"/>
                  <a:pt x="16459" y="11864"/>
                  <a:pt x="16459" y="11864"/>
                </a:cubicBezTo>
                <a:close/>
                <a:moveTo>
                  <a:pt x="16455" y="11845"/>
                </a:moveTo>
                <a:cubicBezTo>
                  <a:pt x="16455" y="11849"/>
                  <a:pt x="16459" y="11859"/>
                  <a:pt x="16459" y="11864"/>
                </a:cubicBezTo>
                <a:cubicBezTo>
                  <a:pt x="16463" y="11859"/>
                  <a:pt x="16467" y="11849"/>
                  <a:pt x="16471" y="11845"/>
                </a:cubicBezTo>
                <a:cubicBezTo>
                  <a:pt x="16463" y="11845"/>
                  <a:pt x="16459" y="11845"/>
                  <a:pt x="16455" y="11845"/>
                </a:cubicBezTo>
                <a:close/>
                <a:moveTo>
                  <a:pt x="17370" y="12857"/>
                </a:moveTo>
                <a:cubicBezTo>
                  <a:pt x="17370" y="12852"/>
                  <a:pt x="17366" y="12852"/>
                  <a:pt x="17366" y="12847"/>
                </a:cubicBezTo>
                <a:cubicBezTo>
                  <a:pt x="17366" y="12852"/>
                  <a:pt x="17366" y="12857"/>
                  <a:pt x="17370" y="12857"/>
                </a:cubicBezTo>
                <a:cubicBezTo>
                  <a:pt x="17366" y="12857"/>
                  <a:pt x="17370" y="12857"/>
                  <a:pt x="17370" y="12857"/>
                </a:cubicBezTo>
                <a:close/>
                <a:moveTo>
                  <a:pt x="12876" y="13782"/>
                </a:moveTo>
                <a:cubicBezTo>
                  <a:pt x="13059" y="13801"/>
                  <a:pt x="13203" y="13748"/>
                  <a:pt x="13351" y="13718"/>
                </a:cubicBezTo>
                <a:cubicBezTo>
                  <a:pt x="13865" y="13616"/>
                  <a:pt x="14383" y="13528"/>
                  <a:pt x="14897" y="13400"/>
                </a:cubicBezTo>
                <a:cubicBezTo>
                  <a:pt x="14971" y="13381"/>
                  <a:pt x="14998" y="13342"/>
                  <a:pt x="14991" y="13254"/>
                </a:cubicBezTo>
                <a:cubicBezTo>
                  <a:pt x="14971" y="13028"/>
                  <a:pt x="14936" y="12808"/>
                  <a:pt x="14878" y="12593"/>
                </a:cubicBezTo>
                <a:cubicBezTo>
                  <a:pt x="14843" y="12730"/>
                  <a:pt x="14874" y="12867"/>
                  <a:pt x="14878" y="13004"/>
                </a:cubicBezTo>
                <a:cubicBezTo>
                  <a:pt x="14882" y="13097"/>
                  <a:pt x="14917" y="13214"/>
                  <a:pt x="14886" y="13283"/>
                </a:cubicBezTo>
                <a:cubicBezTo>
                  <a:pt x="14850" y="13356"/>
                  <a:pt x="14745" y="13312"/>
                  <a:pt x="14671" y="13322"/>
                </a:cubicBezTo>
                <a:cubicBezTo>
                  <a:pt x="14149" y="13395"/>
                  <a:pt x="13639" y="13542"/>
                  <a:pt x="13129" y="13679"/>
                </a:cubicBezTo>
                <a:cubicBezTo>
                  <a:pt x="13055" y="13699"/>
                  <a:pt x="12969" y="13699"/>
                  <a:pt x="12876" y="13782"/>
                </a:cubicBezTo>
                <a:close/>
                <a:moveTo>
                  <a:pt x="1807" y="10626"/>
                </a:moveTo>
                <a:cubicBezTo>
                  <a:pt x="1920" y="10548"/>
                  <a:pt x="2773" y="8953"/>
                  <a:pt x="2793" y="8806"/>
                </a:cubicBezTo>
                <a:cubicBezTo>
                  <a:pt x="2551" y="9046"/>
                  <a:pt x="2010" y="10039"/>
                  <a:pt x="1807" y="10626"/>
                </a:cubicBezTo>
                <a:close/>
                <a:moveTo>
                  <a:pt x="2387" y="13718"/>
                </a:moveTo>
                <a:cubicBezTo>
                  <a:pt x="2224" y="13655"/>
                  <a:pt x="2158" y="13483"/>
                  <a:pt x="2111" y="13302"/>
                </a:cubicBezTo>
                <a:cubicBezTo>
                  <a:pt x="2045" y="13048"/>
                  <a:pt x="2060" y="12789"/>
                  <a:pt x="2060" y="12529"/>
                </a:cubicBezTo>
                <a:cubicBezTo>
                  <a:pt x="1885" y="12940"/>
                  <a:pt x="1975" y="13488"/>
                  <a:pt x="2263" y="13762"/>
                </a:cubicBezTo>
                <a:cubicBezTo>
                  <a:pt x="2325" y="13797"/>
                  <a:pt x="2387" y="13831"/>
                  <a:pt x="2461" y="13806"/>
                </a:cubicBezTo>
                <a:cubicBezTo>
                  <a:pt x="2458" y="13743"/>
                  <a:pt x="2395" y="13767"/>
                  <a:pt x="2387" y="13718"/>
                </a:cubicBezTo>
                <a:close/>
                <a:moveTo>
                  <a:pt x="2387" y="13718"/>
                </a:moveTo>
                <a:cubicBezTo>
                  <a:pt x="2387" y="13718"/>
                  <a:pt x="2387" y="13718"/>
                  <a:pt x="2387" y="13718"/>
                </a:cubicBezTo>
                <a:cubicBezTo>
                  <a:pt x="2387" y="13718"/>
                  <a:pt x="2387" y="13718"/>
                  <a:pt x="2387" y="13718"/>
                </a:cubicBezTo>
                <a:cubicBezTo>
                  <a:pt x="2387" y="13718"/>
                  <a:pt x="2387" y="13718"/>
                  <a:pt x="2387" y="13718"/>
                </a:cubicBezTo>
                <a:close/>
                <a:moveTo>
                  <a:pt x="1854" y="9535"/>
                </a:moveTo>
                <a:cubicBezTo>
                  <a:pt x="1912" y="9491"/>
                  <a:pt x="1912" y="9403"/>
                  <a:pt x="1955" y="9349"/>
                </a:cubicBezTo>
                <a:lnTo>
                  <a:pt x="1955" y="9340"/>
                </a:lnTo>
                <a:lnTo>
                  <a:pt x="1959" y="9335"/>
                </a:lnTo>
                <a:cubicBezTo>
                  <a:pt x="1963" y="9315"/>
                  <a:pt x="1971" y="9300"/>
                  <a:pt x="1975" y="9281"/>
                </a:cubicBezTo>
                <a:cubicBezTo>
                  <a:pt x="1982" y="9159"/>
                  <a:pt x="2056" y="9056"/>
                  <a:pt x="2041" y="8919"/>
                </a:cubicBezTo>
                <a:cubicBezTo>
                  <a:pt x="1975" y="9115"/>
                  <a:pt x="1905" y="9305"/>
                  <a:pt x="1838" y="9501"/>
                </a:cubicBezTo>
                <a:cubicBezTo>
                  <a:pt x="1838" y="9511"/>
                  <a:pt x="1838" y="9521"/>
                  <a:pt x="1842" y="9530"/>
                </a:cubicBezTo>
                <a:cubicBezTo>
                  <a:pt x="1842" y="9535"/>
                  <a:pt x="1850" y="9535"/>
                  <a:pt x="1854" y="9535"/>
                </a:cubicBezTo>
                <a:close/>
                <a:moveTo>
                  <a:pt x="4440" y="13117"/>
                </a:moveTo>
                <a:cubicBezTo>
                  <a:pt x="4436" y="13117"/>
                  <a:pt x="4432" y="13121"/>
                  <a:pt x="4428" y="13126"/>
                </a:cubicBezTo>
                <a:cubicBezTo>
                  <a:pt x="4440" y="13131"/>
                  <a:pt x="4456" y="13136"/>
                  <a:pt x="4467" y="13146"/>
                </a:cubicBezTo>
                <a:cubicBezTo>
                  <a:pt x="4471" y="13112"/>
                  <a:pt x="4456" y="13112"/>
                  <a:pt x="4440" y="13117"/>
                </a:cubicBezTo>
                <a:close/>
                <a:moveTo>
                  <a:pt x="4471" y="13141"/>
                </a:moveTo>
                <a:cubicBezTo>
                  <a:pt x="4471" y="13141"/>
                  <a:pt x="4471" y="13141"/>
                  <a:pt x="4471" y="13141"/>
                </a:cubicBezTo>
                <a:lnTo>
                  <a:pt x="4471" y="13141"/>
                </a:lnTo>
                <a:cubicBezTo>
                  <a:pt x="4471" y="13146"/>
                  <a:pt x="4471" y="13146"/>
                  <a:pt x="4471" y="13141"/>
                </a:cubicBezTo>
                <a:cubicBezTo>
                  <a:pt x="4475" y="13146"/>
                  <a:pt x="4471" y="13141"/>
                  <a:pt x="4471" y="13141"/>
                </a:cubicBezTo>
                <a:cubicBezTo>
                  <a:pt x="4471" y="13141"/>
                  <a:pt x="4471" y="13141"/>
                  <a:pt x="4471" y="13141"/>
                </a:cubicBezTo>
                <a:close/>
                <a:moveTo>
                  <a:pt x="1869" y="9726"/>
                </a:moveTo>
                <a:cubicBezTo>
                  <a:pt x="1831" y="9721"/>
                  <a:pt x="1819" y="9741"/>
                  <a:pt x="1827" y="9780"/>
                </a:cubicBezTo>
                <a:cubicBezTo>
                  <a:pt x="1710" y="9736"/>
                  <a:pt x="1749" y="9599"/>
                  <a:pt x="1725" y="9501"/>
                </a:cubicBezTo>
                <a:cubicBezTo>
                  <a:pt x="1683" y="9393"/>
                  <a:pt x="1686" y="9266"/>
                  <a:pt x="1636" y="9159"/>
                </a:cubicBezTo>
                <a:cubicBezTo>
                  <a:pt x="1636" y="9325"/>
                  <a:pt x="1636" y="9491"/>
                  <a:pt x="1636" y="9658"/>
                </a:cubicBezTo>
                <a:cubicBezTo>
                  <a:pt x="1663" y="9711"/>
                  <a:pt x="1683" y="9770"/>
                  <a:pt x="1714" y="9819"/>
                </a:cubicBezTo>
                <a:cubicBezTo>
                  <a:pt x="1768" y="9912"/>
                  <a:pt x="1811" y="9902"/>
                  <a:pt x="1831" y="9790"/>
                </a:cubicBezTo>
                <a:cubicBezTo>
                  <a:pt x="1842" y="9770"/>
                  <a:pt x="1854" y="9751"/>
                  <a:pt x="1869" y="9726"/>
                </a:cubicBezTo>
                <a:close/>
                <a:moveTo>
                  <a:pt x="11119" y="5739"/>
                </a:moveTo>
                <a:cubicBezTo>
                  <a:pt x="11119" y="5739"/>
                  <a:pt x="11127" y="5729"/>
                  <a:pt x="11127" y="5729"/>
                </a:cubicBezTo>
                <a:lnTo>
                  <a:pt x="11119" y="5719"/>
                </a:lnTo>
                <a:cubicBezTo>
                  <a:pt x="11225" y="5714"/>
                  <a:pt x="11326" y="5690"/>
                  <a:pt x="11419" y="5641"/>
                </a:cubicBezTo>
                <a:cubicBezTo>
                  <a:pt x="11447" y="5621"/>
                  <a:pt x="11493" y="5626"/>
                  <a:pt x="11501" y="5558"/>
                </a:cubicBezTo>
                <a:cubicBezTo>
                  <a:pt x="11400" y="5568"/>
                  <a:pt x="11302" y="5538"/>
                  <a:pt x="11205" y="5577"/>
                </a:cubicBezTo>
                <a:cubicBezTo>
                  <a:pt x="11182" y="5577"/>
                  <a:pt x="11162" y="5582"/>
                  <a:pt x="11139" y="5582"/>
                </a:cubicBezTo>
                <a:cubicBezTo>
                  <a:pt x="11006" y="5548"/>
                  <a:pt x="10870" y="5597"/>
                  <a:pt x="10714" y="5543"/>
                </a:cubicBezTo>
                <a:cubicBezTo>
                  <a:pt x="10761" y="5621"/>
                  <a:pt x="10792" y="5680"/>
                  <a:pt x="10823" y="5734"/>
                </a:cubicBezTo>
                <a:cubicBezTo>
                  <a:pt x="10816" y="5734"/>
                  <a:pt x="10804" y="5739"/>
                  <a:pt x="10800" y="5734"/>
                </a:cubicBezTo>
                <a:cubicBezTo>
                  <a:pt x="10586" y="5563"/>
                  <a:pt x="10457" y="5308"/>
                  <a:pt x="10360" y="5015"/>
                </a:cubicBezTo>
                <a:cubicBezTo>
                  <a:pt x="10407" y="5069"/>
                  <a:pt x="10453" y="5098"/>
                  <a:pt x="10520" y="5103"/>
                </a:cubicBezTo>
                <a:cubicBezTo>
                  <a:pt x="10925" y="5127"/>
                  <a:pt x="11330" y="5132"/>
                  <a:pt x="11735" y="5127"/>
                </a:cubicBezTo>
                <a:cubicBezTo>
                  <a:pt x="11785" y="5127"/>
                  <a:pt x="11836" y="5127"/>
                  <a:pt x="11883" y="5103"/>
                </a:cubicBezTo>
                <a:cubicBezTo>
                  <a:pt x="11914" y="5083"/>
                  <a:pt x="11957" y="5069"/>
                  <a:pt x="11976" y="5103"/>
                </a:cubicBezTo>
                <a:cubicBezTo>
                  <a:pt x="12003" y="5147"/>
                  <a:pt x="11968" y="5196"/>
                  <a:pt x="11945" y="5225"/>
                </a:cubicBezTo>
                <a:cubicBezTo>
                  <a:pt x="11723" y="5543"/>
                  <a:pt x="11478" y="5793"/>
                  <a:pt x="11119" y="5739"/>
                </a:cubicBezTo>
                <a:close/>
                <a:moveTo>
                  <a:pt x="11778" y="5294"/>
                </a:moveTo>
                <a:cubicBezTo>
                  <a:pt x="11766" y="5245"/>
                  <a:pt x="11711" y="5235"/>
                  <a:pt x="11669" y="5235"/>
                </a:cubicBezTo>
                <a:cubicBezTo>
                  <a:pt x="11501" y="5235"/>
                  <a:pt x="11330" y="5235"/>
                  <a:pt x="11162" y="5235"/>
                </a:cubicBezTo>
                <a:cubicBezTo>
                  <a:pt x="11162" y="5225"/>
                  <a:pt x="11162" y="5215"/>
                  <a:pt x="11162" y="5205"/>
                </a:cubicBezTo>
                <a:cubicBezTo>
                  <a:pt x="10995" y="5205"/>
                  <a:pt x="10823" y="5205"/>
                  <a:pt x="10656" y="5205"/>
                </a:cubicBezTo>
                <a:cubicBezTo>
                  <a:pt x="10625" y="5205"/>
                  <a:pt x="10566" y="5201"/>
                  <a:pt x="10590" y="5259"/>
                </a:cubicBezTo>
                <a:cubicBezTo>
                  <a:pt x="10629" y="5357"/>
                  <a:pt x="10660" y="5479"/>
                  <a:pt x="10773" y="5489"/>
                </a:cubicBezTo>
                <a:cubicBezTo>
                  <a:pt x="10999" y="5509"/>
                  <a:pt x="11228" y="5519"/>
                  <a:pt x="11454" y="5514"/>
                </a:cubicBezTo>
                <a:cubicBezTo>
                  <a:pt x="11544" y="5514"/>
                  <a:pt x="11630" y="5479"/>
                  <a:pt x="11704" y="5411"/>
                </a:cubicBezTo>
                <a:cubicBezTo>
                  <a:pt x="11743" y="5382"/>
                  <a:pt x="11789" y="5347"/>
                  <a:pt x="11778" y="5294"/>
                </a:cubicBezTo>
                <a:close/>
                <a:moveTo>
                  <a:pt x="12405" y="3493"/>
                </a:moveTo>
                <a:cubicBezTo>
                  <a:pt x="12210" y="3253"/>
                  <a:pt x="11957" y="3234"/>
                  <a:pt x="11707" y="3185"/>
                </a:cubicBezTo>
                <a:cubicBezTo>
                  <a:pt x="11579" y="3160"/>
                  <a:pt x="11493" y="3195"/>
                  <a:pt x="11415" y="3312"/>
                </a:cubicBezTo>
                <a:cubicBezTo>
                  <a:pt x="11392" y="3346"/>
                  <a:pt x="11369" y="3386"/>
                  <a:pt x="11388" y="3425"/>
                </a:cubicBezTo>
                <a:cubicBezTo>
                  <a:pt x="11404" y="3459"/>
                  <a:pt x="11443" y="3434"/>
                  <a:pt x="11470" y="3444"/>
                </a:cubicBezTo>
                <a:cubicBezTo>
                  <a:pt x="11602" y="3381"/>
                  <a:pt x="11739" y="3444"/>
                  <a:pt x="11871" y="3425"/>
                </a:cubicBezTo>
                <a:cubicBezTo>
                  <a:pt x="12077" y="3474"/>
                  <a:pt x="12268" y="3591"/>
                  <a:pt x="12486" y="3635"/>
                </a:cubicBezTo>
                <a:cubicBezTo>
                  <a:pt x="12471" y="3557"/>
                  <a:pt x="12432" y="3532"/>
                  <a:pt x="12405" y="3493"/>
                </a:cubicBezTo>
                <a:close/>
                <a:moveTo>
                  <a:pt x="10683" y="3929"/>
                </a:moveTo>
                <a:cubicBezTo>
                  <a:pt x="10683" y="3929"/>
                  <a:pt x="10683" y="3929"/>
                  <a:pt x="10683" y="3929"/>
                </a:cubicBezTo>
                <a:cubicBezTo>
                  <a:pt x="10710" y="4002"/>
                  <a:pt x="10765" y="4026"/>
                  <a:pt x="10819" y="4041"/>
                </a:cubicBezTo>
                <a:cubicBezTo>
                  <a:pt x="10773" y="4129"/>
                  <a:pt x="10800" y="4237"/>
                  <a:pt x="10777" y="4330"/>
                </a:cubicBezTo>
                <a:cubicBezTo>
                  <a:pt x="10769" y="4369"/>
                  <a:pt x="10781" y="4413"/>
                  <a:pt x="10734" y="4418"/>
                </a:cubicBezTo>
                <a:cubicBezTo>
                  <a:pt x="10664" y="4428"/>
                  <a:pt x="10633" y="4467"/>
                  <a:pt x="10636" y="4565"/>
                </a:cubicBezTo>
                <a:cubicBezTo>
                  <a:pt x="10644" y="4667"/>
                  <a:pt x="10656" y="4760"/>
                  <a:pt x="10753" y="4790"/>
                </a:cubicBezTo>
                <a:cubicBezTo>
                  <a:pt x="10819" y="4770"/>
                  <a:pt x="10858" y="4887"/>
                  <a:pt x="10940" y="4839"/>
                </a:cubicBezTo>
                <a:cubicBezTo>
                  <a:pt x="10874" y="4770"/>
                  <a:pt x="10812" y="4711"/>
                  <a:pt x="10753" y="4643"/>
                </a:cubicBezTo>
                <a:cubicBezTo>
                  <a:pt x="10718" y="4604"/>
                  <a:pt x="10664" y="4555"/>
                  <a:pt x="10749" y="4501"/>
                </a:cubicBezTo>
                <a:cubicBezTo>
                  <a:pt x="10784" y="4481"/>
                  <a:pt x="10843" y="4462"/>
                  <a:pt x="10823" y="4403"/>
                </a:cubicBezTo>
                <a:cubicBezTo>
                  <a:pt x="10796" y="4325"/>
                  <a:pt x="10827" y="4276"/>
                  <a:pt x="10843" y="4212"/>
                </a:cubicBezTo>
                <a:cubicBezTo>
                  <a:pt x="10890" y="4026"/>
                  <a:pt x="10940" y="3841"/>
                  <a:pt x="10987" y="3659"/>
                </a:cubicBezTo>
                <a:cubicBezTo>
                  <a:pt x="10995" y="3630"/>
                  <a:pt x="10995" y="3630"/>
                  <a:pt x="10967" y="3586"/>
                </a:cubicBezTo>
                <a:cubicBezTo>
                  <a:pt x="10932" y="3542"/>
                  <a:pt x="10897" y="3513"/>
                  <a:pt x="10851" y="3567"/>
                </a:cubicBezTo>
                <a:cubicBezTo>
                  <a:pt x="10703" y="3606"/>
                  <a:pt x="10555" y="3640"/>
                  <a:pt x="10407" y="3684"/>
                </a:cubicBezTo>
                <a:cubicBezTo>
                  <a:pt x="10375" y="3694"/>
                  <a:pt x="10329" y="3694"/>
                  <a:pt x="10321" y="3767"/>
                </a:cubicBezTo>
                <a:cubicBezTo>
                  <a:pt x="10383" y="3767"/>
                  <a:pt x="10442" y="3767"/>
                  <a:pt x="10520" y="3767"/>
                </a:cubicBezTo>
                <a:cubicBezTo>
                  <a:pt x="10446" y="3816"/>
                  <a:pt x="10379" y="3787"/>
                  <a:pt x="10317" y="3850"/>
                </a:cubicBezTo>
                <a:cubicBezTo>
                  <a:pt x="10449" y="3870"/>
                  <a:pt x="10574" y="3850"/>
                  <a:pt x="10683" y="3929"/>
                </a:cubicBezTo>
                <a:close/>
                <a:moveTo>
                  <a:pt x="11844" y="3655"/>
                </a:moveTo>
                <a:cubicBezTo>
                  <a:pt x="11770" y="3659"/>
                  <a:pt x="11696" y="3664"/>
                  <a:pt x="11595" y="3669"/>
                </a:cubicBezTo>
                <a:cubicBezTo>
                  <a:pt x="11684" y="3713"/>
                  <a:pt x="11770" y="3704"/>
                  <a:pt x="11824" y="3792"/>
                </a:cubicBezTo>
                <a:cubicBezTo>
                  <a:pt x="11793" y="3860"/>
                  <a:pt x="11711" y="3841"/>
                  <a:pt x="11676" y="3909"/>
                </a:cubicBezTo>
                <a:cubicBezTo>
                  <a:pt x="11848" y="3899"/>
                  <a:pt x="12019" y="3894"/>
                  <a:pt x="12190" y="3885"/>
                </a:cubicBezTo>
                <a:cubicBezTo>
                  <a:pt x="12081" y="3772"/>
                  <a:pt x="11976" y="3684"/>
                  <a:pt x="11844" y="3655"/>
                </a:cubicBezTo>
                <a:close/>
                <a:moveTo>
                  <a:pt x="12105" y="5034"/>
                </a:moveTo>
                <a:cubicBezTo>
                  <a:pt x="12019" y="4858"/>
                  <a:pt x="11871" y="4814"/>
                  <a:pt x="11715" y="4795"/>
                </a:cubicBezTo>
                <a:cubicBezTo>
                  <a:pt x="11817" y="4878"/>
                  <a:pt x="11933" y="4932"/>
                  <a:pt x="12019" y="5044"/>
                </a:cubicBezTo>
                <a:cubicBezTo>
                  <a:pt x="12124" y="5186"/>
                  <a:pt x="12011" y="5333"/>
                  <a:pt x="12015" y="5528"/>
                </a:cubicBezTo>
                <a:cubicBezTo>
                  <a:pt x="12085" y="5338"/>
                  <a:pt x="12194" y="5210"/>
                  <a:pt x="12105" y="5034"/>
                </a:cubicBezTo>
                <a:close/>
                <a:moveTo>
                  <a:pt x="10707" y="6106"/>
                </a:moveTo>
                <a:cubicBezTo>
                  <a:pt x="10890" y="6169"/>
                  <a:pt x="11077" y="6218"/>
                  <a:pt x="11291" y="6135"/>
                </a:cubicBezTo>
                <a:cubicBezTo>
                  <a:pt x="11080" y="6106"/>
                  <a:pt x="10893" y="6086"/>
                  <a:pt x="10707" y="6106"/>
                </a:cubicBezTo>
                <a:close/>
                <a:moveTo>
                  <a:pt x="12736" y="4340"/>
                </a:moveTo>
                <a:cubicBezTo>
                  <a:pt x="12693" y="4569"/>
                  <a:pt x="12646" y="4775"/>
                  <a:pt x="12537" y="4985"/>
                </a:cubicBezTo>
                <a:cubicBezTo>
                  <a:pt x="12693" y="4868"/>
                  <a:pt x="12775" y="4589"/>
                  <a:pt x="12736" y="4340"/>
                </a:cubicBezTo>
                <a:close/>
                <a:moveTo>
                  <a:pt x="13067" y="4941"/>
                </a:moveTo>
                <a:cubicBezTo>
                  <a:pt x="13032" y="5005"/>
                  <a:pt x="12973" y="5044"/>
                  <a:pt x="12950" y="5132"/>
                </a:cubicBezTo>
                <a:cubicBezTo>
                  <a:pt x="13020" y="5127"/>
                  <a:pt x="13071" y="5059"/>
                  <a:pt x="13137" y="5069"/>
                </a:cubicBezTo>
                <a:cubicBezTo>
                  <a:pt x="13164" y="5073"/>
                  <a:pt x="13172" y="5024"/>
                  <a:pt x="13172" y="4995"/>
                </a:cubicBezTo>
                <a:cubicBezTo>
                  <a:pt x="13172" y="4956"/>
                  <a:pt x="13156" y="4927"/>
                  <a:pt x="13129" y="4907"/>
                </a:cubicBezTo>
                <a:cubicBezTo>
                  <a:pt x="13090" y="4883"/>
                  <a:pt x="13078" y="4917"/>
                  <a:pt x="13067" y="4941"/>
                </a:cubicBezTo>
                <a:close/>
                <a:moveTo>
                  <a:pt x="11789" y="3474"/>
                </a:moveTo>
                <a:cubicBezTo>
                  <a:pt x="11700" y="3493"/>
                  <a:pt x="11610" y="3483"/>
                  <a:pt x="11524" y="3474"/>
                </a:cubicBezTo>
                <a:cubicBezTo>
                  <a:pt x="11501" y="3498"/>
                  <a:pt x="11493" y="3527"/>
                  <a:pt x="11528" y="3542"/>
                </a:cubicBezTo>
                <a:cubicBezTo>
                  <a:pt x="11626" y="3576"/>
                  <a:pt x="11719" y="3601"/>
                  <a:pt x="11789" y="3474"/>
                </a:cubicBezTo>
                <a:close/>
                <a:moveTo>
                  <a:pt x="11365" y="4746"/>
                </a:moveTo>
                <a:cubicBezTo>
                  <a:pt x="11271" y="4809"/>
                  <a:pt x="11182" y="4584"/>
                  <a:pt x="11061" y="4755"/>
                </a:cubicBezTo>
                <a:cubicBezTo>
                  <a:pt x="11178" y="4736"/>
                  <a:pt x="11271" y="4804"/>
                  <a:pt x="11365" y="4746"/>
                </a:cubicBezTo>
                <a:close/>
                <a:moveTo>
                  <a:pt x="13390" y="4795"/>
                </a:moveTo>
                <a:cubicBezTo>
                  <a:pt x="13456" y="4697"/>
                  <a:pt x="13503" y="4589"/>
                  <a:pt x="13538" y="4472"/>
                </a:cubicBezTo>
                <a:cubicBezTo>
                  <a:pt x="13569" y="4374"/>
                  <a:pt x="13585" y="4271"/>
                  <a:pt x="13507" y="4198"/>
                </a:cubicBezTo>
                <a:cubicBezTo>
                  <a:pt x="13425" y="4119"/>
                  <a:pt x="13343" y="4134"/>
                  <a:pt x="13265" y="4217"/>
                </a:cubicBezTo>
                <a:cubicBezTo>
                  <a:pt x="13187" y="4295"/>
                  <a:pt x="13086" y="4388"/>
                  <a:pt x="13125" y="4521"/>
                </a:cubicBezTo>
                <a:cubicBezTo>
                  <a:pt x="13149" y="4604"/>
                  <a:pt x="13156" y="4658"/>
                  <a:pt x="13137" y="4736"/>
                </a:cubicBezTo>
                <a:cubicBezTo>
                  <a:pt x="13129" y="4765"/>
                  <a:pt x="13113" y="4824"/>
                  <a:pt x="13156" y="4824"/>
                </a:cubicBezTo>
                <a:cubicBezTo>
                  <a:pt x="13207" y="4824"/>
                  <a:pt x="13223" y="4750"/>
                  <a:pt x="13258" y="4716"/>
                </a:cubicBezTo>
                <a:cubicBezTo>
                  <a:pt x="13285" y="4692"/>
                  <a:pt x="13293" y="4658"/>
                  <a:pt x="13277" y="4618"/>
                </a:cubicBezTo>
                <a:cubicBezTo>
                  <a:pt x="13203" y="4442"/>
                  <a:pt x="13215" y="4379"/>
                  <a:pt x="13328" y="4276"/>
                </a:cubicBezTo>
                <a:cubicBezTo>
                  <a:pt x="13363" y="4242"/>
                  <a:pt x="13402" y="4217"/>
                  <a:pt x="13445" y="4242"/>
                </a:cubicBezTo>
                <a:cubicBezTo>
                  <a:pt x="13491" y="4271"/>
                  <a:pt x="13487" y="4330"/>
                  <a:pt x="13483" y="4379"/>
                </a:cubicBezTo>
                <a:cubicBezTo>
                  <a:pt x="13476" y="4525"/>
                  <a:pt x="13413" y="4648"/>
                  <a:pt x="13363" y="4770"/>
                </a:cubicBezTo>
                <a:lnTo>
                  <a:pt x="13363" y="4770"/>
                </a:lnTo>
                <a:cubicBezTo>
                  <a:pt x="13320" y="4868"/>
                  <a:pt x="13273" y="4961"/>
                  <a:pt x="13230" y="5059"/>
                </a:cubicBezTo>
                <a:cubicBezTo>
                  <a:pt x="13300" y="4980"/>
                  <a:pt x="13363" y="4902"/>
                  <a:pt x="13390" y="4795"/>
                </a:cubicBezTo>
                <a:close/>
                <a:moveTo>
                  <a:pt x="13698" y="10626"/>
                </a:moveTo>
                <a:cubicBezTo>
                  <a:pt x="13608" y="10504"/>
                  <a:pt x="13519" y="10377"/>
                  <a:pt x="13406" y="10225"/>
                </a:cubicBezTo>
                <a:cubicBezTo>
                  <a:pt x="13448" y="10484"/>
                  <a:pt x="13573" y="10631"/>
                  <a:pt x="13698" y="10626"/>
                </a:cubicBezTo>
                <a:close/>
                <a:moveTo>
                  <a:pt x="18383" y="5900"/>
                </a:moveTo>
                <a:cubicBezTo>
                  <a:pt x="18391" y="5900"/>
                  <a:pt x="18395" y="5900"/>
                  <a:pt x="18402" y="5895"/>
                </a:cubicBezTo>
                <a:cubicBezTo>
                  <a:pt x="18399" y="5881"/>
                  <a:pt x="18395" y="5871"/>
                  <a:pt x="18391" y="5856"/>
                </a:cubicBezTo>
                <a:cubicBezTo>
                  <a:pt x="18375" y="5871"/>
                  <a:pt x="18371" y="5881"/>
                  <a:pt x="18383" y="5900"/>
                </a:cubicBezTo>
                <a:close/>
                <a:moveTo>
                  <a:pt x="10566" y="7730"/>
                </a:moveTo>
                <a:cubicBezTo>
                  <a:pt x="10601" y="7789"/>
                  <a:pt x="10613" y="7867"/>
                  <a:pt x="10668" y="7911"/>
                </a:cubicBezTo>
                <a:cubicBezTo>
                  <a:pt x="10668" y="7921"/>
                  <a:pt x="10668" y="7931"/>
                  <a:pt x="10671" y="7940"/>
                </a:cubicBezTo>
                <a:cubicBezTo>
                  <a:pt x="10691" y="7926"/>
                  <a:pt x="10687" y="7916"/>
                  <a:pt x="10668" y="7911"/>
                </a:cubicBezTo>
                <a:cubicBezTo>
                  <a:pt x="10644" y="7769"/>
                  <a:pt x="10582" y="7647"/>
                  <a:pt x="10527" y="7520"/>
                </a:cubicBezTo>
                <a:cubicBezTo>
                  <a:pt x="10523" y="7598"/>
                  <a:pt x="10586" y="7652"/>
                  <a:pt x="10566" y="7730"/>
                </a:cubicBezTo>
                <a:close/>
                <a:moveTo>
                  <a:pt x="13129" y="1634"/>
                </a:moveTo>
                <a:cubicBezTo>
                  <a:pt x="13250" y="1742"/>
                  <a:pt x="13351" y="1840"/>
                  <a:pt x="13445" y="1952"/>
                </a:cubicBezTo>
                <a:cubicBezTo>
                  <a:pt x="13371" y="1810"/>
                  <a:pt x="13316" y="1644"/>
                  <a:pt x="13129" y="1634"/>
                </a:cubicBezTo>
                <a:close/>
                <a:moveTo>
                  <a:pt x="13082" y="2485"/>
                </a:moveTo>
                <a:cubicBezTo>
                  <a:pt x="13075" y="2505"/>
                  <a:pt x="13102" y="2539"/>
                  <a:pt x="13145" y="2559"/>
                </a:cubicBezTo>
                <a:cubicBezTo>
                  <a:pt x="13137" y="2524"/>
                  <a:pt x="13137" y="2510"/>
                  <a:pt x="13129" y="2500"/>
                </a:cubicBezTo>
                <a:cubicBezTo>
                  <a:pt x="13113" y="2490"/>
                  <a:pt x="13106" y="2436"/>
                  <a:pt x="13082" y="248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139;p9">
            <a:extLst>
              <a:ext uri="{FF2B5EF4-FFF2-40B4-BE49-F238E27FC236}">
                <a16:creationId xmlns:a16="http://schemas.microsoft.com/office/drawing/2014/main" id="{B31F2B5C-3858-F16C-EB25-1CC726DA7117}"/>
              </a:ext>
            </a:extLst>
          </p:cNvPr>
          <p:cNvSpPr/>
          <p:nvPr/>
        </p:nvSpPr>
        <p:spPr>
          <a:xfrm>
            <a:off x="5640604" y="1108695"/>
            <a:ext cx="6066741" cy="4901512"/>
          </a:xfrm>
          <a:custGeom>
            <a:avLst/>
            <a:gdLst/>
            <a:ahLst/>
            <a:cxnLst/>
            <a:rect l="l" t="t" r="r" b="b"/>
            <a:pathLst>
              <a:path w="21588" h="21577" extrusionOk="0">
                <a:moveTo>
                  <a:pt x="10901" y="303"/>
                </a:moveTo>
                <a:cubicBezTo>
                  <a:pt x="10897" y="303"/>
                  <a:pt x="10897" y="303"/>
                  <a:pt x="10901" y="303"/>
                </a:cubicBezTo>
                <a:cubicBezTo>
                  <a:pt x="10897" y="303"/>
                  <a:pt x="10897" y="303"/>
                  <a:pt x="10901" y="303"/>
                </a:cubicBezTo>
                <a:cubicBezTo>
                  <a:pt x="10897" y="303"/>
                  <a:pt x="10901" y="303"/>
                  <a:pt x="10901" y="303"/>
                </a:cubicBezTo>
                <a:close/>
                <a:moveTo>
                  <a:pt x="10658" y="900"/>
                </a:moveTo>
                <a:cubicBezTo>
                  <a:pt x="10555" y="732"/>
                  <a:pt x="10506" y="528"/>
                  <a:pt x="10501" y="314"/>
                </a:cubicBezTo>
                <a:cubicBezTo>
                  <a:pt x="10526" y="232"/>
                  <a:pt x="10572" y="217"/>
                  <a:pt x="10638" y="237"/>
                </a:cubicBezTo>
                <a:cubicBezTo>
                  <a:pt x="10720" y="263"/>
                  <a:pt x="10807" y="283"/>
                  <a:pt x="10893" y="303"/>
                </a:cubicBezTo>
                <a:cubicBezTo>
                  <a:pt x="10918" y="344"/>
                  <a:pt x="10955" y="324"/>
                  <a:pt x="10984" y="329"/>
                </a:cubicBezTo>
                <a:cubicBezTo>
                  <a:pt x="11182" y="339"/>
                  <a:pt x="11371" y="467"/>
                  <a:pt x="11611" y="395"/>
                </a:cubicBezTo>
                <a:cubicBezTo>
                  <a:pt x="11441" y="293"/>
                  <a:pt x="11285" y="283"/>
                  <a:pt x="11136" y="247"/>
                </a:cubicBezTo>
                <a:cubicBezTo>
                  <a:pt x="11021" y="217"/>
                  <a:pt x="10901" y="201"/>
                  <a:pt x="10798" y="110"/>
                </a:cubicBezTo>
                <a:cubicBezTo>
                  <a:pt x="10922" y="130"/>
                  <a:pt x="11042" y="156"/>
                  <a:pt x="11165" y="166"/>
                </a:cubicBezTo>
                <a:cubicBezTo>
                  <a:pt x="11272" y="176"/>
                  <a:pt x="11376" y="140"/>
                  <a:pt x="11462" y="54"/>
                </a:cubicBezTo>
                <a:cubicBezTo>
                  <a:pt x="11586" y="252"/>
                  <a:pt x="11771" y="161"/>
                  <a:pt x="11928" y="207"/>
                </a:cubicBezTo>
                <a:cubicBezTo>
                  <a:pt x="12085" y="247"/>
                  <a:pt x="12245" y="247"/>
                  <a:pt x="12398" y="303"/>
                </a:cubicBezTo>
                <a:cubicBezTo>
                  <a:pt x="12522" y="349"/>
                  <a:pt x="12637" y="380"/>
                  <a:pt x="12691" y="553"/>
                </a:cubicBezTo>
                <a:cubicBezTo>
                  <a:pt x="12761" y="788"/>
                  <a:pt x="12843" y="1017"/>
                  <a:pt x="12765" y="1272"/>
                </a:cubicBezTo>
                <a:cubicBezTo>
                  <a:pt x="12736" y="1364"/>
                  <a:pt x="12699" y="1451"/>
                  <a:pt x="12666" y="1543"/>
                </a:cubicBezTo>
                <a:cubicBezTo>
                  <a:pt x="12629" y="1548"/>
                  <a:pt x="12588" y="1563"/>
                  <a:pt x="12563" y="1512"/>
                </a:cubicBezTo>
                <a:cubicBezTo>
                  <a:pt x="12695" y="1201"/>
                  <a:pt x="12600" y="849"/>
                  <a:pt x="12274" y="666"/>
                </a:cubicBezTo>
                <a:cubicBezTo>
                  <a:pt x="12225" y="609"/>
                  <a:pt x="12171" y="584"/>
                  <a:pt x="12105" y="579"/>
                </a:cubicBezTo>
                <a:cubicBezTo>
                  <a:pt x="12147" y="635"/>
                  <a:pt x="12200" y="666"/>
                  <a:pt x="12258" y="686"/>
                </a:cubicBezTo>
                <a:cubicBezTo>
                  <a:pt x="12373" y="839"/>
                  <a:pt x="12497" y="987"/>
                  <a:pt x="12394" y="1227"/>
                </a:cubicBezTo>
                <a:cubicBezTo>
                  <a:pt x="12361" y="1012"/>
                  <a:pt x="12278" y="844"/>
                  <a:pt x="12130" y="727"/>
                </a:cubicBezTo>
                <a:cubicBezTo>
                  <a:pt x="11986" y="615"/>
                  <a:pt x="11837" y="538"/>
                  <a:pt x="11664" y="553"/>
                </a:cubicBezTo>
                <a:cubicBezTo>
                  <a:pt x="11606" y="558"/>
                  <a:pt x="11557" y="533"/>
                  <a:pt x="11512" y="513"/>
                </a:cubicBezTo>
                <a:cubicBezTo>
                  <a:pt x="11392" y="467"/>
                  <a:pt x="11326" y="594"/>
                  <a:pt x="11223" y="604"/>
                </a:cubicBezTo>
                <a:cubicBezTo>
                  <a:pt x="11050" y="625"/>
                  <a:pt x="10897" y="594"/>
                  <a:pt x="10749" y="477"/>
                </a:cubicBezTo>
                <a:cubicBezTo>
                  <a:pt x="10823" y="819"/>
                  <a:pt x="11231" y="1074"/>
                  <a:pt x="11586" y="992"/>
                </a:cubicBezTo>
                <a:cubicBezTo>
                  <a:pt x="11512" y="915"/>
                  <a:pt x="11421" y="905"/>
                  <a:pt x="11338" y="870"/>
                </a:cubicBezTo>
                <a:cubicBezTo>
                  <a:pt x="11260" y="834"/>
                  <a:pt x="11178" y="803"/>
                  <a:pt x="11099" y="768"/>
                </a:cubicBezTo>
                <a:cubicBezTo>
                  <a:pt x="11112" y="711"/>
                  <a:pt x="11145" y="717"/>
                  <a:pt x="11165" y="711"/>
                </a:cubicBezTo>
                <a:cubicBezTo>
                  <a:pt x="11359" y="696"/>
                  <a:pt x="11549" y="722"/>
                  <a:pt x="11742" y="747"/>
                </a:cubicBezTo>
                <a:cubicBezTo>
                  <a:pt x="11825" y="757"/>
                  <a:pt x="11907" y="803"/>
                  <a:pt x="11969" y="875"/>
                </a:cubicBezTo>
                <a:cubicBezTo>
                  <a:pt x="12002" y="910"/>
                  <a:pt x="12068" y="946"/>
                  <a:pt x="12019" y="1017"/>
                </a:cubicBezTo>
                <a:cubicBezTo>
                  <a:pt x="11982" y="1068"/>
                  <a:pt x="11944" y="1150"/>
                  <a:pt x="11866" y="1099"/>
                </a:cubicBezTo>
                <a:cubicBezTo>
                  <a:pt x="11837" y="1079"/>
                  <a:pt x="11817" y="1063"/>
                  <a:pt x="11784" y="1089"/>
                </a:cubicBezTo>
                <a:cubicBezTo>
                  <a:pt x="11615" y="1211"/>
                  <a:pt x="11425" y="1252"/>
                  <a:pt x="11235" y="1273"/>
                </a:cubicBezTo>
                <a:cubicBezTo>
                  <a:pt x="10976" y="1313"/>
                  <a:pt x="10802" y="1130"/>
                  <a:pt x="10658" y="900"/>
                </a:cubicBezTo>
                <a:close/>
                <a:moveTo>
                  <a:pt x="12027" y="538"/>
                </a:moveTo>
                <a:cubicBezTo>
                  <a:pt x="12043" y="579"/>
                  <a:pt x="12076" y="579"/>
                  <a:pt x="12105" y="569"/>
                </a:cubicBezTo>
                <a:cubicBezTo>
                  <a:pt x="12089" y="528"/>
                  <a:pt x="12056" y="538"/>
                  <a:pt x="12027" y="538"/>
                </a:cubicBezTo>
                <a:close/>
                <a:moveTo>
                  <a:pt x="11953" y="538"/>
                </a:moveTo>
                <a:cubicBezTo>
                  <a:pt x="11986" y="538"/>
                  <a:pt x="12002" y="538"/>
                  <a:pt x="12023" y="538"/>
                </a:cubicBezTo>
                <a:cubicBezTo>
                  <a:pt x="12006" y="507"/>
                  <a:pt x="11990" y="497"/>
                  <a:pt x="11953" y="538"/>
                </a:cubicBezTo>
                <a:close/>
                <a:moveTo>
                  <a:pt x="343" y="15543"/>
                </a:moveTo>
                <a:cubicBezTo>
                  <a:pt x="396" y="15620"/>
                  <a:pt x="458" y="15620"/>
                  <a:pt x="520" y="15620"/>
                </a:cubicBezTo>
                <a:cubicBezTo>
                  <a:pt x="858" y="15599"/>
                  <a:pt x="1200" y="15584"/>
                  <a:pt x="1538" y="15548"/>
                </a:cubicBezTo>
                <a:cubicBezTo>
                  <a:pt x="2284" y="15477"/>
                  <a:pt x="3027" y="15385"/>
                  <a:pt x="3765" y="15263"/>
                </a:cubicBezTo>
                <a:cubicBezTo>
                  <a:pt x="4066" y="15212"/>
                  <a:pt x="4367" y="15176"/>
                  <a:pt x="4659" y="15054"/>
                </a:cubicBezTo>
                <a:cubicBezTo>
                  <a:pt x="4651" y="15008"/>
                  <a:pt x="4647" y="14962"/>
                  <a:pt x="4614" y="14926"/>
                </a:cubicBezTo>
                <a:cubicBezTo>
                  <a:pt x="3183" y="15069"/>
                  <a:pt x="1761" y="15263"/>
                  <a:pt x="343" y="15543"/>
                </a:cubicBezTo>
                <a:close/>
                <a:moveTo>
                  <a:pt x="4523" y="16446"/>
                </a:moveTo>
                <a:cubicBezTo>
                  <a:pt x="3035" y="16512"/>
                  <a:pt x="1584" y="16650"/>
                  <a:pt x="132" y="16864"/>
                </a:cubicBezTo>
                <a:cubicBezTo>
                  <a:pt x="182" y="16951"/>
                  <a:pt x="244" y="16931"/>
                  <a:pt x="297" y="16931"/>
                </a:cubicBezTo>
                <a:cubicBezTo>
                  <a:pt x="697" y="16931"/>
                  <a:pt x="1093" y="16920"/>
                  <a:pt x="1493" y="16900"/>
                </a:cubicBezTo>
                <a:cubicBezTo>
                  <a:pt x="2433" y="16854"/>
                  <a:pt x="3365" y="16747"/>
                  <a:pt x="4296" y="16589"/>
                </a:cubicBezTo>
                <a:cubicBezTo>
                  <a:pt x="4367" y="16574"/>
                  <a:pt x="4453" y="16584"/>
                  <a:pt x="4523" y="16446"/>
                </a:cubicBezTo>
                <a:close/>
                <a:moveTo>
                  <a:pt x="2441" y="17415"/>
                </a:moveTo>
                <a:cubicBezTo>
                  <a:pt x="3410" y="17471"/>
                  <a:pt x="4379" y="17420"/>
                  <a:pt x="5344" y="17318"/>
                </a:cubicBezTo>
                <a:cubicBezTo>
                  <a:pt x="5327" y="17242"/>
                  <a:pt x="5315" y="17170"/>
                  <a:pt x="5278" y="17104"/>
                </a:cubicBezTo>
                <a:cubicBezTo>
                  <a:pt x="4329" y="17180"/>
                  <a:pt x="3381" y="17221"/>
                  <a:pt x="2441" y="17415"/>
                </a:cubicBezTo>
                <a:close/>
                <a:moveTo>
                  <a:pt x="12159" y="115"/>
                </a:moveTo>
                <a:cubicBezTo>
                  <a:pt x="12398" y="150"/>
                  <a:pt x="12617" y="252"/>
                  <a:pt x="12827" y="421"/>
                </a:cubicBezTo>
                <a:cubicBezTo>
                  <a:pt x="12794" y="426"/>
                  <a:pt x="12773" y="431"/>
                  <a:pt x="12753" y="431"/>
                </a:cubicBezTo>
                <a:lnTo>
                  <a:pt x="12753" y="431"/>
                </a:lnTo>
                <a:cubicBezTo>
                  <a:pt x="12757" y="507"/>
                  <a:pt x="12814" y="548"/>
                  <a:pt x="12843" y="609"/>
                </a:cubicBezTo>
                <a:cubicBezTo>
                  <a:pt x="12963" y="839"/>
                  <a:pt x="13062" y="1074"/>
                  <a:pt x="13008" y="1369"/>
                </a:cubicBezTo>
                <a:cubicBezTo>
                  <a:pt x="13128" y="1237"/>
                  <a:pt x="13115" y="1063"/>
                  <a:pt x="13136" y="890"/>
                </a:cubicBezTo>
                <a:cubicBezTo>
                  <a:pt x="13218" y="1023"/>
                  <a:pt x="13202" y="1160"/>
                  <a:pt x="13194" y="1303"/>
                </a:cubicBezTo>
                <a:cubicBezTo>
                  <a:pt x="13412" y="1191"/>
                  <a:pt x="13458" y="1104"/>
                  <a:pt x="13363" y="864"/>
                </a:cubicBezTo>
                <a:cubicBezTo>
                  <a:pt x="13264" y="620"/>
                  <a:pt x="13161" y="370"/>
                  <a:pt x="12938" y="247"/>
                </a:cubicBezTo>
                <a:cubicBezTo>
                  <a:pt x="12889" y="222"/>
                  <a:pt x="12852" y="166"/>
                  <a:pt x="12806" y="120"/>
                </a:cubicBezTo>
                <a:cubicBezTo>
                  <a:pt x="12781" y="135"/>
                  <a:pt x="12761" y="135"/>
                  <a:pt x="12748" y="99"/>
                </a:cubicBezTo>
                <a:cubicBezTo>
                  <a:pt x="12678" y="110"/>
                  <a:pt x="12621" y="69"/>
                  <a:pt x="12559" y="48"/>
                </a:cubicBezTo>
                <a:cubicBezTo>
                  <a:pt x="12386" y="-3"/>
                  <a:pt x="12212" y="-18"/>
                  <a:pt x="12039" y="33"/>
                </a:cubicBezTo>
                <a:cubicBezTo>
                  <a:pt x="12056" y="120"/>
                  <a:pt x="12114" y="110"/>
                  <a:pt x="12159" y="115"/>
                </a:cubicBezTo>
                <a:close/>
                <a:moveTo>
                  <a:pt x="12753" y="104"/>
                </a:moveTo>
                <a:cubicBezTo>
                  <a:pt x="12753" y="104"/>
                  <a:pt x="12753" y="104"/>
                  <a:pt x="12753" y="104"/>
                </a:cubicBezTo>
                <a:cubicBezTo>
                  <a:pt x="12753" y="104"/>
                  <a:pt x="12753" y="104"/>
                  <a:pt x="12753" y="104"/>
                </a:cubicBezTo>
                <a:cubicBezTo>
                  <a:pt x="12753" y="104"/>
                  <a:pt x="12753" y="104"/>
                  <a:pt x="12753" y="104"/>
                </a:cubicBezTo>
                <a:close/>
                <a:moveTo>
                  <a:pt x="18694" y="16370"/>
                </a:moveTo>
                <a:cubicBezTo>
                  <a:pt x="18842" y="16385"/>
                  <a:pt x="18982" y="16487"/>
                  <a:pt x="19127" y="16390"/>
                </a:cubicBezTo>
                <a:cubicBezTo>
                  <a:pt x="18830" y="16262"/>
                  <a:pt x="18533" y="16135"/>
                  <a:pt x="18232" y="16007"/>
                </a:cubicBezTo>
                <a:cubicBezTo>
                  <a:pt x="18244" y="16109"/>
                  <a:pt x="18310" y="16166"/>
                  <a:pt x="18368" y="16227"/>
                </a:cubicBezTo>
                <a:cubicBezTo>
                  <a:pt x="18751" y="16650"/>
                  <a:pt x="19139" y="17068"/>
                  <a:pt x="19531" y="17487"/>
                </a:cubicBezTo>
                <a:cubicBezTo>
                  <a:pt x="19646" y="17609"/>
                  <a:pt x="19745" y="17752"/>
                  <a:pt x="19914" y="17869"/>
                </a:cubicBezTo>
                <a:cubicBezTo>
                  <a:pt x="19576" y="17237"/>
                  <a:pt x="19151" y="16788"/>
                  <a:pt x="18694" y="16370"/>
                </a:cubicBezTo>
                <a:close/>
                <a:moveTo>
                  <a:pt x="1810" y="14457"/>
                </a:moveTo>
                <a:cubicBezTo>
                  <a:pt x="1819" y="14391"/>
                  <a:pt x="1790" y="14345"/>
                  <a:pt x="1757" y="14304"/>
                </a:cubicBezTo>
                <a:cubicBezTo>
                  <a:pt x="1229" y="14406"/>
                  <a:pt x="697" y="14488"/>
                  <a:pt x="178" y="14651"/>
                </a:cubicBezTo>
                <a:cubicBezTo>
                  <a:pt x="112" y="14671"/>
                  <a:pt x="-12" y="14681"/>
                  <a:pt x="0" y="14753"/>
                </a:cubicBezTo>
                <a:cubicBezTo>
                  <a:pt x="21" y="14855"/>
                  <a:pt x="128" y="14799"/>
                  <a:pt x="198" y="14783"/>
                </a:cubicBezTo>
                <a:cubicBezTo>
                  <a:pt x="738" y="14676"/>
                  <a:pt x="1274" y="14564"/>
                  <a:pt x="1810" y="14457"/>
                </a:cubicBezTo>
                <a:close/>
                <a:moveTo>
                  <a:pt x="19609" y="8092"/>
                </a:moveTo>
                <a:cubicBezTo>
                  <a:pt x="19506" y="8714"/>
                  <a:pt x="19485" y="9336"/>
                  <a:pt x="19617" y="9958"/>
                </a:cubicBezTo>
                <a:cubicBezTo>
                  <a:pt x="19638" y="10060"/>
                  <a:pt x="19663" y="10173"/>
                  <a:pt x="19741" y="10239"/>
                </a:cubicBezTo>
                <a:cubicBezTo>
                  <a:pt x="19828" y="10157"/>
                  <a:pt x="19704" y="10168"/>
                  <a:pt x="19704" y="10106"/>
                </a:cubicBezTo>
                <a:cubicBezTo>
                  <a:pt x="19704" y="9979"/>
                  <a:pt x="19667" y="9856"/>
                  <a:pt x="19663" y="9729"/>
                </a:cubicBezTo>
                <a:cubicBezTo>
                  <a:pt x="19654" y="9107"/>
                  <a:pt x="19634" y="8484"/>
                  <a:pt x="19733" y="7867"/>
                </a:cubicBezTo>
                <a:cubicBezTo>
                  <a:pt x="19621" y="7877"/>
                  <a:pt x="19625" y="8010"/>
                  <a:pt x="19609" y="8092"/>
                </a:cubicBezTo>
                <a:close/>
                <a:moveTo>
                  <a:pt x="15070" y="4868"/>
                </a:moveTo>
                <a:cubicBezTo>
                  <a:pt x="15214" y="4180"/>
                  <a:pt x="15379" y="3496"/>
                  <a:pt x="15465" y="2792"/>
                </a:cubicBezTo>
                <a:cubicBezTo>
                  <a:pt x="15465" y="2792"/>
                  <a:pt x="15461" y="2792"/>
                  <a:pt x="15453" y="2787"/>
                </a:cubicBezTo>
                <a:cubicBezTo>
                  <a:pt x="15288" y="3496"/>
                  <a:pt x="15123" y="4205"/>
                  <a:pt x="14987" y="4924"/>
                </a:cubicBezTo>
                <a:cubicBezTo>
                  <a:pt x="15020" y="4914"/>
                  <a:pt x="15049" y="4904"/>
                  <a:pt x="15070" y="4868"/>
                </a:cubicBezTo>
                <a:close/>
                <a:moveTo>
                  <a:pt x="14991" y="5276"/>
                </a:moveTo>
                <a:cubicBezTo>
                  <a:pt x="15016" y="5179"/>
                  <a:pt x="15000" y="5139"/>
                  <a:pt x="14925" y="5123"/>
                </a:cubicBezTo>
                <a:cubicBezTo>
                  <a:pt x="14925" y="5123"/>
                  <a:pt x="14925" y="5123"/>
                  <a:pt x="14925" y="5123"/>
                </a:cubicBezTo>
                <a:cubicBezTo>
                  <a:pt x="14954" y="5139"/>
                  <a:pt x="14942" y="5164"/>
                  <a:pt x="14938" y="5195"/>
                </a:cubicBezTo>
                <a:cubicBezTo>
                  <a:pt x="14892" y="5383"/>
                  <a:pt x="14847" y="5577"/>
                  <a:pt x="14810" y="5766"/>
                </a:cubicBezTo>
                <a:cubicBezTo>
                  <a:pt x="14736" y="6148"/>
                  <a:pt x="14649" y="6526"/>
                  <a:pt x="14608" y="6919"/>
                </a:cubicBezTo>
                <a:cubicBezTo>
                  <a:pt x="14633" y="6868"/>
                  <a:pt x="14653" y="6811"/>
                  <a:pt x="14666" y="6755"/>
                </a:cubicBezTo>
                <a:cubicBezTo>
                  <a:pt x="14773" y="6266"/>
                  <a:pt x="14880" y="5766"/>
                  <a:pt x="14991" y="5276"/>
                </a:cubicBezTo>
                <a:close/>
                <a:moveTo>
                  <a:pt x="10370" y="885"/>
                </a:moveTo>
                <a:cubicBezTo>
                  <a:pt x="10407" y="936"/>
                  <a:pt x="10403" y="992"/>
                  <a:pt x="10415" y="1043"/>
                </a:cubicBezTo>
                <a:cubicBezTo>
                  <a:pt x="10448" y="1211"/>
                  <a:pt x="10464" y="1390"/>
                  <a:pt x="10534" y="1548"/>
                </a:cubicBezTo>
                <a:cubicBezTo>
                  <a:pt x="10567" y="1619"/>
                  <a:pt x="10625" y="1645"/>
                  <a:pt x="10679" y="1645"/>
                </a:cubicBezTo>
                <a:cubicBezTo>
                  <a:pt x="10728" y="1645"/>
                  <a:pt x="10695" y="1573"/>
                  <a:pt x="10708" y="1538"/>
                </a:cubicBezTo>
                <a:cubicBezTo>
                  <a:pt x="10675" y="1548"/>
                  <a:pt x="10654" y="1527"/>
                  <a:pt x="10642" y="1492"/>
                </a:cubicBezTo>
                <a:cubicBezTo>
                  <a:pt x="10654" y="1482"/>
                  <a:pt x="10670" y="1476"/>
                  <a:pt x="10683" y="1466"/>
                </a:cubicBezTo>
                <a:cubicBezTo>
                  <a:pt x="10629" y="1359"/>
                  <a:pt x="10526" y="1283"/>
                  <a:pt x="10522" y="1135"/>
                </a:cubicBezTo>
                <a:cubicBezTo>
                  <a:pt x="10506" y="1130"/>
                  <a:pt x="10497" y="1109"/>
                  <a:pt x="10501" y="1089"/>
                </a:cubicBezTo>
                <a:cubicBezTo>
                  <a:pt x="10501" y="1084"/>
                  <a:pt x="10506" y="1084"/>
                  <a:pt x="10510" y="1079"/>
                </a:cubicBezTo>
                <a:cubicBezTo>
                  <a:pt x="10518" y="1094"/>
                  <a:pt x="10526" y="1109"/>
                  <a:pt x="10534" y="1125"/>
                </a:cubicBezTo>
                <a:cubicBezTo>
                  <a:pt x="10600" y="1155"/>
                  <a:pt x="10629" y="1257"/>
                  <a:pt x="10708" y="1272"/>
                </a:cubicBezTo>
                <a:cubicBezTo>
                  <a:pt x="10712" y="1267"/>
                  <a:pt x="10716" y="1262"/>
                  <a:pt x="10720" y="1262"/>
                </a:cubicBezTo>
                <a:cubicBezTo>
                  <a:pt x="10732" y="1104"/>
                  <a:pt x="10600" y="1074"/>
                  <a:pt x="10551" y="972"/>
                </a:cubicBezTo>
                <a:cubicBezTo>
                  <a:pt x="10493" y="972"/>
                  <a:pt x="10481" y="915"/>
                  <a:pt x="10464" y="864"/>
                </a:cubicBezTo>
                <a:cubicBezTo>
                  <a:pt x="10435" y="778"/>
                  <a:pt x="10407" y="691"/>
                  <a:pt x="10374" y="604"/>
                </a:cubicBezTo>
                <a:cubicBezTo>
                  <a:pt x="10349" y="798"/>
                  <a:pt x="10308" y="977"/>
                  <a:pt x="10357" y="1165"/>
                </a:cubicBezTo>
                <a:cubicBezTo>
                  <a:pt x="10370" y="1079"/>
                  <a:pt x="10328" y="977"/>
                  <a:pt x="10370" y="885"/>
                </a:cubicBezTo>
                <a:close/>
                <a:moveTo>
                  <a:pt x="17824" y="16303"/>
                </a:moveTo>
                <a:cubicBezTo>
                  <a:pt x="18042" y="16609"/>
                  <a:pt x="18302" y="16839"/>
                  <a:pt x="18595" y="17022"/>
                </a:cubicBezTo>
                <a:cubicBezTo>
                  <a:pt x="18393" y="16696"/>
                  <a:pt x="18125" y="16477"/>
                  <a:pt x="17824" y="16303"/>
                </a:cubicBezTo>
                <a:close/>
                <a:moveTo>
                  <a:pt x="20326" y="16497"/>
                </a:moveTo>
                <a:cubicBezTo>
                  <a:pt x="20553" y="16497"/>
                  <a:pt x="20623" y="16273"/>
                  <a:pt x="20710" y="16079"/>
                </a:cubicBezTo>
                <a:cubicBezTo>
                  <a:pt x="20636" y="16150"/>
                  <a:pt x="20561" y="16222"/>
                  <a:pt x="20487" y="16293"/>
                </a:cubicBezTo>
                <a:cubicBezTo>
                  <a:pt x="20425" y="16344"/>
                  <a:pt x="20343" y="16385"/>
                  <a:pt x="20326" y="16497"/>
                </a:cubicBezTo>
                <a:close/>
                <a:moveTo>
                  <a:pt x="6787" y="21516"/>
                </a:moveTo>
                <a:cubicBezTo>
                  <a:pt x="7071" y="21536"/>
                  <a:pt x="7352" y="21557"/>
                  <a:pt x="7636" y="21577"/>
                </a:cubicBezTo>
                <a:cubicBezTo>
                  <a:pt x="7690" y="21567"/>
                  <a:pt x="7743" y="21557"/>
                  <a:pt x="7793" y="21546"/>
                </a:cubicBezTo>
                <a:cubicBezTo>
                  <a:pt x="7459" y="21526"/>
                  <a:pt x="7125" y="21500"/>
                  <a:pt x="6787" y="21480"/>
                </a:cubicBezTo>
                <a:cubicBezTo>
                  <a:pt x="6787" y="21490"/>
                  <a:pt x="6787" y="21506"/>
                  <a:pt x="6787" y="21516"/>
                </a:cubicBezTo>
                <a:close/>
                <a:moveTo>
                  <a:pt x="11957" y="38"/>
                </a:moveTo>
                <a:cubicBezTo>
                  <a:pt x="11883" y="-23"/>
                  <a:pt x="11800" y="8"/>
                  <a:pt x="11722" y="8"/>
                </a:cubicBezTo>
                <a:cubicBezTo>
                  <a:pt x="11800" y="53"/>
                  <a:pt x="11874" y="89"/>
                  <a:pt x="11957" y="38"/>
                </a:cubicBezTo>
                <a:close/>
                <a:moveTo>
                  <a:pt x="19724" y="10366"/>
                </a:moveTo>
                <a:cubicBezTo>
                  <a:pt x="19729" y="10356"/>
                  <a:pt x="19729" y="10346"/>
                  <a:pt x="19733" y="10336"/>
                </a:cubicBezTo>
                <a:cubicBezTo>
                  <a:pt x="19720" y="10341"/>
                  <a:pt x="19716" y="10351"/>
                  <a:pt x="19724" y="10366"/>
                </a:cubicBezTo>
                <a:close/>
                <a:moveTo>
                  <a:pt x="4622" y="14513"/>
                </a:moveTo>
                <a:cubicBezTo>
                  <a:pt x="4622" y="14513"/>
                  <a:pt x="4618" y="14523"/>
                  <a:pt x="4618" y="14523"/>
                </a:cubicBezTo>
                <a:cubicBezTo>
                  <a:pt x="4618" y="14523"/>
                  <a:pt x="4626" y="14528"/>
                  <a:pt x="4626" y="14528"/>
                </a:cubicBezTo>
                <a:cubicBezTo>
                  <a:pt x="4626" y="14528"/>
                  <a:pt x="4635" y="14523"/>
                  <a:pt x="4635" y="14523"/>
                </a:cubicBezTo>
                <a:lnTo>
                  <a:pt x="4635" y="14508"/>
                </a:lnTo>
                <a:cubicBezTo>
                  <a:pt x="4626" y="14503"/>
                  <a:pt x="4622" y="14503"/>
                  <a:pt x="4622" y="14513"/>
                </a:cubicBezTo>
                <a:close/>
                <a:moveTo>
                  <a:pt x="4635" y="14503"/>
                </a:moveTo>
                <a:lnTo>
                  <a:pt x="4635" y="14503"/>
                </a:lnTo>
                <a:cubicBezTo>
                  <a:pt x="4635" y="14503"/>
                  <a:pt x="4635" y="14503"/>
                  <a:pt x="4635" y="14503"/>
                </a:cubicBezTo>
                <a:cubicBezTo>
                  <a:pt x="4635" y="14503"/>
                  <a:pt x="4635" y="14503"/>
                  <a:pt x="4635" y="14503"/>
                </a:cubicBezTo>
                <a:close/>
                <a:moveTo>
                  <a:pt x="14418" y="19144"/>
                </a:moveTo>
                <a:cubicBezTo>
                  <a:pt x="14604" y="19889"/>
                  <a:pt x="14748" y="20649"/>
                  <a:pt x="14954" y="21383"/>
                </a:cubicBezTo>
                <a:cubicBezTo>
                  <a:pt x="14356" y="21404"/>
                  <a:pt x="13754" y="21373"/>
                  <a:pt x="13157" y="21363"/>
                </a:cubicBezTo>
                <a:cubicBezTo>
                  <a:pt x="11784" y="21342"/>
                  <a:pt x="10407" y="21332"/>
                  <a:pt x="9034" y="21302"/>
                </a:cubicBezTo>
                <a:cubicBezTo>
                  <a:pt x="8391" y="21286"/>
                  <a:pt x="7743" y="21276"/>
                  <a:pt x="7100" y="21281"/>
                </a:cubicBezTo>
                <a:cubicBezTo>
                  <a:pt x="7001" y="21281"/>
                  <a:pt x="6989" y="21210"/>
                  <a:pt x="6964" y="21138"/>
                </a:cubicBezTo>
                <a:cubicBezTo>
                  <a:pt x="6626" y="20134"/>
                  <a:pt x="6242" y="19154"/>
                  <a:pt x="5917" y="18144"/>
                </a:cubicBezTo>
                <a:cubicBezTo>
                  <a:pt x="5570" y="17084"/>
                  <a:pt x="5191" y="16043"/>
                  <a:pt x="4816" y="14998"/>
                </a:cubicBezTo>
                <a:cubicBezTo>
                  <a:pt x="4804" y="14957"/>
                  <a:pt x="4791" y="14916"/>
                  <a:pt x="4779" y="14875"/>
                </a:cubicBezTo>
                <a:cubicBezTo>
                  <a:pt x="5834" y="14860"/>
                  <a:pt x="6890" y="14870"/>
                  <a:pt x="7949" y="14855"/>
                </a:cubicBezTo>
                <a:cubicBezTo>
                  <a:pt x="9619" y="14829"/>
                  <a:pt x="11289" y="14839"/>
                  <a:pt x="12959" y="14834"/>
                </a:cubicBezTo>
                <a:cubicBezTo>
                  <a:pt x="13012" y="14834"/>
                  <a:pt x="13070" y="14839"/>
                  <a:pt x="13120" y="14824"/>
                </a:cubicBezTo>
                <a:cubicBezTo>
                  <a:pt x="13214" y="14788"/>
                  <a:pt x="13256" y="14839"/>
                  <a:pt x="13289" y="14947"/>
                </a:cubicBezTo>
                <a:cubicBezTo>
                  <a:pt x="13693" y="16334"/>
                  <a:pt x="14064" y="17736"/>
                  <a:pt x="14418" y="19144"/>
                </a:cubicBezTo>
                <a:close/>
                <a:moveTo>
                  <a:pt x="7665" y="19736"/>
                </a:moveTo>
                <a:cubicBezTo>
                  <a:pt x="7681" y="19751"/>
                  <a:pt x="7698" y="19766"/>
                  <a:pt x="7710" y="19777"/>
                </a:cubicBezTo>
                <a:cubicBezTo>
                  <a:pt x="7718" y="19787"/>
                  <a:pt x="7727" y="19797"/>
                  <a:pt x="7739" y="19807"/>
                </a:cubicBezTo>
                <a:cubicBezTo>
                  <a:pt x="7747" y="19817"/>
                  <a:pt x="7760" y="19828"/>
                  <a:pt x="7768" y="19838"/>
                </a:cubicBezTo>
                <a:cubicBezTo>
                  <a:pt x="7776" y="19848"/>
                  <a:pt x="7789" y="19858"/>
                  <a:pt x="7797" y="19868"/>
                </a:cubicBezTo>
                <a:cubicBezTo>
                  <a:pt x="7805" y="19879"/>
                  <a:pt x="7817" y="19889"/>
                  <a:pt x="7826" y="19904"/>
                </a:cubicBezTo>
                <a:cubicBezTo>
                  <a:pt x="7834" y="19909"/>
                  <a:pt x="7855" y="19919"/>
                  <a:pt x="7855" y="19919"/>
                </a:cubicBezTo>
                <a:cubicBezTo>
                  <a:pt x="7867" y="19904"/>
                  <a:pt x="7855" y="19894"/>
                  <a:pt x="7842" y="19884"/>
                </a:cubicBezTo>
                <a:cubicBezTo>
                  <a:pt x="7834" y="19874"/>
                  <a:pt x="7826" y="19863"/>
                  <a:pt x="7813" y="19853"/>
                </a:cubicBezTo>
                <a:cubicBezTo>
                  <a:pt x="7805" y="19843"/>
                  <a:pt x="7797" y="19828"/>
                  <a:pt x="7789" y="19817"/>
                </a:cubicBezTo>
                <a:cubicBezTo>
                  <a:pt x="7780" y="19807"/>
                  <a:pt x="7772" y="19792"/>
                  <a:pt x="7764" y="19782"/>
                </a:cubicBezTo>
                <a:cubicBezTo>
                  <a:pt x="7756" y="19772"/>
                  <a:pt x="7747" y="19761"/>
                  <a:pt x="7739" y="19746"/>
                </a:cubicBezTo>
                <a:cubicBezTo>
                  <a:pt x="7727" y="19731"/>
                  <a:pt x="7710" y="19715"/>
                  <a:pt x="7698" y="19700"/>
                </a:cubicBezTo>
                <a:cubicBezTo>
                  <a:pt x="7240" y="19042"/>
                  <a:pt x="6791" y="18379"/>
                  <a:pt x="6358" y="17701"/>
                </a:cubicBezTo>
                <a:cubicBezTo>
                  <a:pt x="6325" y="17645"/>
                  <a:pt x="6300" y="17563"/>
                  <a:pt x="6226" y="17538"/>
                </a:cubicBezTo>
                <a:cubicBezTo>
                  <a:pt x="6218" y="17634"/>
                  <a:pt x="6267" y="17691"/>
                  <a:pt x="6300" y="17752"/>
                </a:cubicBezTo>
                <a:cubicBezTo>
                  <a:pt x="6535" y="18165"/>
                  <a:pt x="6770" y="18573"/>
                  <a:pt x="7038" y="18950"/>
                </a:cubicBezTo>
                <a:cubicBezTo>
                  <a:pt x="7228" y="19231"/>
                  <a:pt x="7418" y="19516"/>
                  <a:pt x="7665" y="19736"/>
                </a:cubicBezTo>
                <a:close/>
                <a:moveTo>
                  <a:pt x="8349" y="20950"/>
                </a:moveTo>
                <a:cubicBezTo>
                  <a:pt x="8308" y="20919"/>
                  <a:pt x="8296" y="20904"/>
                  <a:pt x="8279" y="20899"/>
                </a:cubicBezTo>
                <a:cubicBezTo>
                  <a:pt x="7953" y="20812"/>
                  <a:pt x="7615" y="20797"/>
                  <a:pt x="7294" y="20664"/>
                </a:cubicBezTo>
                <a:cubicBezTo>
                  <a:pt x="7265" y="20654"/>
                  <a:pt x="7240" y="20664"/>
                  <a:pt x="7228" y="20700"/>
                </a:cubicBezTo>
                <a:cubicBezTo>
                  <a:pt x="7215" y="20751"/>
                  <a:pt x="7244" y="20771"/>
                  <a:pt x="7277" y="20776"/>
                </a:cubicBezTo>
                <a:cubicBezTo>
                  <a:pt x="7389" y="20812"/>
                  <a:pt x="7504" y="20848"/>
                  <a:pt x="7615" y="20873"/>
                </a:cubicBezTo>
                <a:cubicBezTo>
                  <a:pt x="7850" y="20929"/>
                  <a:pt x="8081" y="20975"/>
                  <a:pt x="8349" y="20950"/>
                </a:cubicBezTo>
                <a:close/>
                <a:moveTo>
                  <a:pt x="8683" y="17578"/>
                </a:moveTo>
                <a:cubicBezTo>
                  <a:pt x="8675" y="17558"/>
                  <a:pt x="8659" y="17558"/>
                  <a:pt x="8642" y="17563"/>
                </a:cubicBezTo>
                <a:cubicBezTo>
                  <a:pt x="8617" y="17502"/>
                  <a:pt x="8564" y="17492"/>
                  <a:pt x="8522" y="17466"/>
                </a:cubicBezTo>
                <a:cubicBezTo>
                  <a:pt x="7974" y="17150"/>
                  <a:pt x="7467" y="16747"/>
                  <a:pt x="6989" y="16288"/>
                </a:cubicBezTo>
                <a:cubicBezTo>
                  <a:pt x="6609" y="15926"/>
                  <a:pt x="6234" y="15559"/>
                  <a:pt x="5855" y="15196"/>
                </a:cubicBezTo>
                <a:cubicBezTo>
                  <a:pt x="5805" y="15151"/>
                  <a:pt x="5731" y="15064"/>
                  <a:pt x="5682" y="15140"/>
                </a:cubicBezTo>
                <a:cubicBezTo>
                  <a:pt x="5628" y="15217"/>
                  <a:pt x="5723" y="15273"/>
                  <a:pt x="5764" y="15314"/>
                </a:cubicBezTo>
                <a:cubicBezTo>
                  <a:pt x="6482" y="16109"/>
                  <a:pt x="7253" y="16803"/>
                  <a:pt x="8123" y="17323"/>
                </a:cubicBezTo>
                <a:cubicBezTo>
                  <a:pt x="8287" y="17420"/>
                  <a:pt x="8452" y="17543"/>
                  <a:pt x="8646" y="17558"/>
                </a:cubicBezTo>
                <a:cubicBezTo>
                  <a:pt x="8650" y="17583"/>
                  <a:pt x="8663" y="17594"/>
                  <a:pt x="8683" y="17589"/>
                </a:cubicBezTo>
                <a:cubicBezTo>
                  <a:pt x="8679" y="17589"/>
                  <a:pt x="8683" y="17583"/>
                  <a:pt x="8683" y="17578"/>
                </a:cubicBezTo>
                <a:close/>
                <a:moveTo>
                  <a:pt x="10374" y="15451"/>
                </a:moveTo>
                <a:cubicBezTo>
                  <a:pt x="10559" y="16094"/>
                  <a:pt x="10703" y="16747"/>
                  <a:pt x="10782" y="17420"/>
                </a:cubicBezTo>
                <a:cubicBezTo>
                  <a:pt x="10864" y="18150"/>
                  <a:pt x="10897" y="18884"/>
                  <a:pt x="10868" y="19618"/>
                </a:cubicBezTo>
                <a:cubicBezTo>
                  <a:pt x="10864" y="19680"/>
                  <a:pt x="10856" y="19741"/>
                  <a:pt x="10889" y="19817"/>
                </a:cubicBezTo>
                <a:cubicBezTo>
                  <a:pt x="10901" y="19654"/>
                  <a:pt x="10922" y="19506"/>
                  <a:pt x="10926" y="19358"/>
                </a:cubicBezTo>
                <a:cubicBezTo>
                  <a:pt x="10943" y="18706"/>
                  <a:pt x="10947" y="18058"/>
                  <a:pt x="10881" y="17405"/>
                </a:cubicBezTo>
                <a:cubicBezTo>
                  <a:pt x="10811" y="16716"/>
                  <a:pt x="10691" y="16043"/>
                  <a:pt x="10473" y="15406"/>
                </a:cubicBezTo>
                <a:cubicBezTo>
                  <a:pt x="10448" y="15334"/>
                  <a:pt x="10435" y="15181"/>
                  <a:pt x="10357" y="15222"/>
                </a:cubicBezTo>
                <a:cubicBezTo>
                  <a:pt x="10279" y="15258"/>
                  <a:pt x="10353" y="15375"/>
                  <a:pt x="10374" y="15451"/>
                </a:cubicBezTo>
                <a:close/>
                <a:moveTo>
                  <a:pt x="9978" y="16201"/>
                </a:moveTo>
                <a:cubicBezTo>
                  <a:pt x="9978" y="16222"/>
                  <a:pt x="9986" y="16242"/>
                  <a:pt x="9990" y="16268"/>
                </a:cubicBezTo>
                <a:cubicBezTo>
                  <a:pt x="10184" y="17191"/>
                  <a:pt x="10229" y="18129"/>
                  <a:pt x="10147" y="19078"/>
                </a:cubicBezTo>
                <a:cubicBezTo>
                  <a:pt x="10135" y="19241"/>
                  <a:pt x="10097" y="19404"/>
                  <a:pt x="10122" y="19613"/>
                </a:cubicBezTo>
                <a:cubicBezTo>
                  <a:pt x="10139" y="19552"/>
                  <a:pt x="10147" y="19542"/>
                  <a:pt x="10147" y="19527"/>
                </a:cubicBezTo>
                <a:cubicBezTo>
                  <a:pt x="10266" y="18782"/>
                  <a:pt x="10316" y="18027"/>
                  <a:pt x="10250" y="17272"/>
                </a:cubicBezTo>
                <a:cubicBezTo>
                  <a:pt x="10217" y="16900"/>
                  <a:pt x="10172" y="16528"/>
                  <a:pt x="10064" y="16176"/>
                </a:cubicBezTo>
                <a:cubicBezTo>
                  <a:pt x="10052" y="16135"/>
                  <a:pt x="10044" y="16074"/>
                  <a:pt x="10003" y="16084"/>
                </a:cubicBezTo>
                <a:cubicBezTo>
                  <a:pt x="9953" y="16089"/>
                  <a:pt x="9978" y="16155"/>
                  <a:pt x="9978" y="16201"/>
                </a:cubicBezTo>
                <a:close/>
                <a:moveTo>
                  <a:pt x="10106" y="19644"/>
                </a:moveTo>
                <a:cubicBezTo>
                  <a:pt x="10102" y="19654"/>
                  <a:pt x="10093" y="19659"/>
                  <a:pt x="10093" y="19669"/>
                </a:cubicBezTo>
                <a:cubicBezTo>
                  <a:pt x="10093" y="19690"/>
                  <a:pt x="10085" y="19736"/>
                  <a:pt x="10110" y="19726"/>
                </a:cubicBezTo>
                <a:cubicBezTo>
                  <a:pt x="10130" y="19715"/>
                  <a:pt x="10122" y="19669"/>
                  <a:pt x="10106" y="19644"/>
                </a:cubicBezTo>
                <a:close/>
                <a:moveTo>
                  <a:pt x="14126" y="21072"/>
                </a:moveTo>
                <a:cubicBezTo>
                  <a:pt x="14130" y="21001"/>
                  <a:pt x="14064" y="21011"/>
                  <a:pt x="14018" y="21006"/>
                </a:cubicBezTo>
                <a:cubicBezTo>
                  <a:pt x="13557" y="20945"/>
                  <a:pt x="13091" y="20934"/>
                  <a:pt x="12625" y="20919"/>
                </a:cubicBezTo>
                <a:cubicBezTo>
                  <a:pt x="11676" y="20888"/>
                  <a:pt x="10728" y="20899"/>
                  <a:pt x="9780" y="20914"/>
                </a:cubicBezTo>
                <a:cubicBezTo>
                  <a:pt x="9726" y="20914"/>
                  <a:pt x="9673" y="20904"/>
                  <a:pt x="9611" y="20980"/>
                </a:cubicBezTo>
                <a:cubicBezTo>
                  <a:pt x="9660" y="20985"/>
                  <a:pt x="9697" y="20990"/>
                  <a:pt x="9730" y="20985"/>
                </a:cubicBezTo>
                <a:cubicBezTo>
                  <a:pt x="10304" y="20975"/>
                  <a:pt x="10877" y="21001"/>
                  <a:pt x="11450" y="21026"/>
                </a:cubicBezTo>
                <a:cubicBezTo>
                  <a:pt x="11734" y="21036"/>
                  <a:pt x="12023" y="21047"/>
                  <a:pt x="12307" y="21067"/>
                </a:cubicBezTo>
                <a:cubicBezTo>
                  <a:pt x="12876" y="21103"/>
                  <a:pt x="13441" y="21133"/>
                  <a:pt x="14010" y="21123"/>
                </a:cubicBezTo>
                <a:cubicBezTo>
                  <a:pt x="14055" y="21123"/>
                  <a:pt x="14126" y="21149"/>
                  <a:pt x="14126" y="21072"/>
                </a:cubicBezTo>
                <a:close/>
                <a:moveTo>
                  <a:pt x="9281" y="8816"/>
                </a:moveTo>
                <a:cubicBezTo>
                  <a:pt x="9281" y="8816"/>
                  <a:pt x="9281" y="8816"/>
                  <a:pt x="9281" y="8816"/>
                </a:cubicBezTo>
                <a:cubicBezTo>
                  <a:pt x="9285" y="8816"/>
                  <a:pt x="9285" y="8816"/>
                  <a:pt x="9281" y="8816"/>
                </a:cubicBezTo>
                <a:lnTo>
                  <a:pt x="9281" y="8816"/>
                </a:lnTo>
                <a:close/>
                <a:moveTo>
                  <a:pt x="9900" y="7786"/>
                </a:moveTo>
                <a:cubicBezTo>
                  <a:pt x="9900" y="7786"/>
                  <a:pt x="9900" y="7786"/>
                  <a:pt x="9900" y="7786"/>
                </a:cubicBezTo>
                <a:cubicBezTo>
                  <a:pt x="9904" y="7786"/>
                  <a:pt x="9904" y="7786"/>
                  <a:pt x="9900" y="7786"/>
                </a:cubicBezTo>
                <a:cubicBezTo>
                  <a:pt x="9904" y="7786"/>
                  <a:pt x="9900" y="7786"/>
                  <a:pt x="9900" y="7786"/>
                </a:cubicBezTo>
                <a:close/>
                <a:moveTo>
                  <a:pt x="4226" y="11703"/>
                </a:moveTo>
                <a:cubicBezTo>
                  <a:pt x="4437" y="11483"/>
                  <a:pt x="4618" y="11228"/>
                  <a:pt x="4857" y="11050"/>
                </a:cubicBezTo>
                <a:cubicBezTo>
                  <a:pt x="5105" y="10938"/>
                  <a:pt x="5360" y="10866"/>
                  <a:pt x="5595" y="10713"/>
                </a:cubicBezTo>
                <a:cubicBezTo>
                  <a:pt x="5636" y="10688"/>
                  <a:pt x="5665" y="10652"/>
                  <a:pt x="5702" y="10632"/>
                </a:cubicBezTo>
                <a:cubicBezTo>
                  <a:pt x="5748" y="10647"/>
                  <a:pt x="5793" y="10662"/>
                  <a:pt x="5838" y="10678"/>
                </a:cubicBezTo>
                <a:cubicBezTo>
                  <a:pt x="5826" y="10642"/>
                  <a:pt x="5810" y="10611"/>
                  <a:pt x="5797" y="10576"/>
                </a:cubicBezTo>
                <a:cubicBezTo>
                  <a:pt x="5958" y="10453"/>
                  <a:pt x="6049" y="10484"/>
                  <a:pt x="6119" y="10683"/>
                </a:cubicBezTo>
                <a:cubicBezTo>
                  <a:pt x="6284" y="11177"/>
                  <a:pt x="6490" y="11647"/>
                  <a:pt x="6704" y="12106"/>
                </a:cubicBezTo>
                <a:cubicBezTo>
                  <a:pt x="6762" y="12233"/>
                  <a:pt x="6799" y="12417"/>
                  <a:pt x="6939" y="12473"/>
                </a:cubicBezTo>
                <a:cubicBezTo>
                  <a:pt x="6849" y="12259"/>
                  <a:pt x="6758" y="12050"/>
                  <a:pt x="6667" y="11835"/>
                </a:cubicBezTo>
                <a:cubicBezTo>
                  <a:pt x="6696" y="11764"/>
                  <a:pt x="6647" y="11713"/>
                  <a:pt x="6630" y="11662"/>
                </a:cubicBezTo>
                <a:cubicBezTo>
                  <a:pt x="6556" y="11437"/>
                  <a:pt x="6453" y="11233"/>
                  <a:pt x="6407" y="10994"/>
                </a:cubicBezTo>
                <a:cubicBezTo>
                  <a:pt x="6552" y="11116"/>
                  <a:pt x="6576" y="11335"/>
                  <a:pt x="6667" y="11504"/>
                </a:cubicBezTo>
                <a:cubicBezTo>
                  <a:pt x="6741" y="11641"/>
                  <a:pt x="6840" y="11789"/>
                  <a:pt x="6853" y="11942"/>
                </a:cubicBezTo>
                <a:cubicBezTo>
                  <a:pt x="6886" y="12345"/>
                  <a:pt x="7178" y="12600"/>
                  <a:pt x="7215" y="12998"/>
                </a:cubicBezTo>
                <a:cubicBezTo>
                  <a:pt x="7224" y="13090"/>
                  <a:pt x="7273" y="13197"/>
                  <a:pt x="7368" y="13228"/>
                </a:cubicBezTo>
                <a:cubicBezTo>
                  <a:pt x="7372" y="13218"/>
                  <a:pt x="7376" y="13212"/>
                  <a:pt x="7376" y="13212"/>
                </a:cubicBezTo>
                <a:cubicBezTo>
                  <a:pt x="7228" y="12733"/>
                  <a:pt x="7302" y="12223"/>
                  <a:pt x="7277" y="11728"/>
                </a:cubicBezTo>
                <a:cubicBezTo>
                  <a:pt x="7240" y="10922"/>
                  <a:pt x="7248" y="10111"/>
                  <a:pt x="7236" y="9306"/>
                </a:cubicBezTo>
                <a:cubicBezTo>
                  <a:pt x="7236" y="9275"/>
                  <a:pt x="7240" y="9239"/>
                  <a:pt x="7244" y="9209"/>
                </a:cubicBezTo>
                <a:cubicBezTo>
                  <a:pt x="7558" y="9821"/>
                  <a:pt x="7916" y="10392"/>
                  <a:pt x="8308" y="10948"/>
                </a:cubicBezTo>
                <a:cubicBezTo>
                  <a:pt x="8320" y="10866"/>
                  <a:pt x="8287" y="10831"/>
                  <a:pt x="8267" y="10790"/>
                </a:cubicBezTo>
                <a:cubicBezTo>
                  <a:pt x="8127" y="10545"/>
                  <a:pt x="7986" y="10305"/>
                  <a:pt x="7850" y="10055"/>
                </a:cubicBezTo>
                <a:cubicBezTo>
                  <a:pt x="7702" y="9785"/>
                  <a:pt x="7554" y="9515"/>
                  <a:pt x="7422" y="9234"/>
                </a:cubicBezTo>
                <a:cubicBezTo>
                  <a:pt x="7376" y="9137"/>
                  <a:pt x="7360" y="9071"/>
                  <a:pt x="7479" y="9040"/>
                </a:cubicBezTo>
                <a:cubicBezTo>
                  <a:pt x="7587" y="9010"/>
                  <a:pt x="7690" y="8948"/>
                  <a:pt x="7797" y="8908"/>
                </a:cubicBezTo>
                <a:cubicBezTo>
                  <a:pt x="8094" y="8795"/>
                  <a:pt x="8391" y="8683"/>
                  <a:pt x="8687" y="8571"/>
                </a:cubicBezTo>
                <a:cubicBezTo>
                  <a:pt x="8659" y="8566"/>
                  <a:pt x="8630" y="8561"/>
                  <a:pt x="8601" y="8561"/>
                </a:cubicBezTo>
                <a:cubicBezTo>
                  <a:pt x="8638" y="8520"/>
                  <a:pt x="8671" y="8500"/>
                  <a:pt x="8708" y="8546"/>
                </a:cubicBezTo>
                <a:cubicBezTo>
                  <a:pt x="8708" y="8546"/>
                  <a:pt x="8708" y="8546"/>
                  <a:pt x="8708" y="8546"/>
                </a:cubicBezTo>
                <a:cubicBezTo>
                  <a:pt x="8790" y="8551"/>
                  <a:pt x="8840" y="8423"/>
                  <a:pt x="8931" y="8454"/>
                </a:cubicBezTo>
                <a:cubicBezTo>
                  <a:pt x="8918" y="8535"/>
                  <a:pt x="8951" y="8535"/>
                  <a:pt x="8997" y="8510"/>
                </a:cubicBezTo>
                <a:cubicBezTo>
                  <a:pt x="9063" y="8474"/>
                  <a:pt x="9116" y="8418"/>
                  <a:pt x="9166" y="8357"/>
                </a:cubicBezTo>
                <a:cubicBezTo>
                  <a:pt x="9244" y="8265"/>
                  <a:pt x="9335" y="8204"/>
                  <a:pt x="9442" y="8173"/>
                </a:cubicBezTo>
                <a:cubicBezTo>
                  <a:pt x="9446" y="8183"/>
                  <a:pt x="9454" y="8194"/>
                  <a:pt x="9458" y="8204"/>
                </a:cubicBezTo>
                <a:cubicBezTo>
                  <a:pt x="9384" y="8382"/>
                  <a:pt x="9310" y="8556"/>
                  <a:pt x="9240" y="8734"/>
                </a:cubicBezTo>
                <a:cubicBezTo>
                  <a:pt x="9182" y="8872"/>
                  <a:pt x="9190" y="8994"/>
                  <a:pt x="9277" y="9112"/>
                </a:cubicBezTo>
                <a:cubicBezTo>
                  <a:pt x="9359" y="9224"/>
                  <a:pt x="9446" y="9336"/>
                  <a:pt x="9541" y="9443"/>
                </a:cubicBezTo>
                <a:cubicBezTo>
                  <a:pt x="9409" y="9555"/>
                  <a:pt x="9260" y="9617"/>
                  <a:pt x="9108" y="9770"/>
                </a:cubicBezTo>
                <a:cubicBezTo>
                  <a:pt x="9310" y="9683"/>
                  <a:pt x="9454" y="9571"/>
                  <a:pt x="9599" y="9448"/>
                </a:cubicBezTo>
                <a:cubicBezTo>
                  <a:pt x="9673" y="9387"/>
                  <a:pt x="9615" y="9346"/>
                  <a:pt x="9582" y="9311"/>
                </a:cubicBezTo>
                <a:cubicBezTo>
                  <a:pt x="9471" y="9193"/>
                  <a:pt x="9364" y="9066"/>
                  <a:pt x="9277" y="8918"/>
                </a:cubicBezTo>
                <a:cubicBezTo>
                  <a:pt x="9281" y="8887"/>
                  <a:pt x="9285" y="8857"/>
                  <a:pt x="9293" y="8826"/>
                </a:cubicBezTo>
                <a:cubicBezTo>
                  <a:pt x="9335" y="8836"/>
                  <a:pt x="9355" y="8795"/>
                  <a:pt x="9380" y="8765"/>
                </a:cubicBezTo>
                <a:cubicBezTo>
                  <a:pt x="9594" y="8484"/>
                  <a:pt x="9747" y="8148"/>
                  <a:pt x="9916" y="7826"/>
                </a:cubicBezTo>
                <a:cubicBezTo>
                  <a:pt x="9920" y="7821"/>
                  <a:pt x="9912" y="7806"/>
                  <a:pt x="9912" y="7796"/>
                </a:cubicBezTo>
                <a:cubicBezTo>
                  <a:pt x="9957" y="7816"/>
                  <a:pt x="9953" y="7770"/>
                  <a:pt x="9961" y="7735"/>
                </a:cubicBezTo>
                <a:cubicBezTo>
                  <a:pt x="10036" y="7724"/>
                  <a:pt x="10036" y="7796"/>
                  <a:pt x="10040" y="7852"/>
                </a:cubicBezTo>
                <a:cubicBezTo>
                  <a:pt x="10044" y="7928"/>
                  <a:pt x="10044" y="8010"/>
                  <a:pt x="10048" y="8087"/>
                </a:cubicBezTo>
                <a:cubicBezTo>
                  <a:pt x="10036" y="8051"/>
                  <a:pt x="10027" y="8020"/>
                  <a:pt x="10007" y="7959"/>
                </a:cubicBezTo>
                <a:cubicBezTo>
                  <a:pt x="9965" y="8331"/>
                  <a:pt x="10011" y="8663"/>
                  <a:pt x="10093" y="8994"/>
                </a:cubicBezTo>
                <a:cubicBezTo>
                  <a:pt x="10056" y="8790"/>
                  <a:pt x="10031" y="8591"/>
                  <a:pt x="10060" y="8382"/>
                </a:cubicBezTo>
                <a:cubicBezTo>
                  <a:pt x="10126" y="8688"/>
                  <a:pt x="10130" y="9005"/>
                  <a:pt x="10168" y="9351"/>
                </a:cubicBezTo>
                <a:cubicBezTo>
                  <a:pt x="10044" y="9214"/>
                  <a:pt x="9982" y="9056"/>
                  <a:pt x="9850" y="8979"/>
                </a:cubicBezTo>
                <a:cubicBezTo>
                  <a:pt x="9912" y="9071"/>
                  <a:pt x="9970" y="9168"/>
                  <a:pt x="10036" y="9255"/>
                </a:cubicBezTo>
                <a:cubicBezTo>
                  <a:pt x="10172" y="9433"/>
                  <a:pt x="10225" y="9647"/>
                  <a:pt x="10246" y="9887"/>
                </a:cubicBezTo>
                <a:cubicBezTo>
                  <a:pt x="10328" y="10846"/>
                  <a:pt x="10419" y="11810"/>
                  <a:pt x="10506" y="12769"/>
                </a:cubicBezTo>
                <a:cubicBezTo>
                  <a:pt x="10551" y="13258"/>
                  <a:pt x="10596" y="13748"/>
                  <a:pt x="10642" y="14232"/>
                </a:cubicBezTo>
                <a:cubicBezTo>
                  <a:pt x="10650" y="14329"/>
                  <a:pt x="10629" y="14360"/>
                  <a:pt x="10551" y="14355"/>
                </a:cubicBezTo>
                <a:cubicBezTo>
                  <a:pt x="10419" y="14345"/>
                  <a:pt x="10258" y="14406"/>
                  <a:pt x="10159" y="14329"/>
                </a:cubicBezTo>
                <a:cubicBezTo>
                  <a:pt x="10064" y="14258"/>
                  <a:pt x="10073" y="14044"/>
                  <a:pt x="10040" y="13891"/>
                </a:cubicBezTo>
                <a:cubicBezTo>
                  <a:pt x="9953" y="13503"/>
                  <a:pt x="9875" y="13110"/>
                  <a:pt x="9792" y="12723"/>
                </a:cubicBezTo>
                <a:cubicBezTo>
                  <a:pt x="9796" y="12697"/>
                  <a:pt x="9809" y="12667"/>
                  <a:pt x="9805" y="12646"/>
                </a:cubicBezTo>
                <a:cubicBezTo>
                  <a:pt x="9685" y="11891"/>
                  <a:pt x="9582" y="11137"/>
                  <a:pt x="9368" y="10412"/>
                </a:cubicBezTo>
                <a:cubicBezTo>
                  <a:pt x="9318" y="10249"/>
                  <a:pt x="9285" y="10076"/>
                  <a:pt x="9194" y="9933"/>
                </a:cubicBezTo>
                <a:cubicBezTo>
                  <a:pt x="9186" y="9907"/>
                  <a:pt x="9178" y="9877"/>
                  <a:pt x="9149" y="9887"/>
                </a:cubicBezTo>
                <a:cubicBezTo>
                  <a:pt x="9112" y="9897"/>
                  <a:pt x="9108" y="9943"/>
                  <a:pt x="9112" y="9984"/>
                </a:cubicBezTo>
                <a:cubicBezTo>
                  <a:pt x="9133" y="10162"/>
                  <a:pt x="9145" y="10346"/>
                  <a:pt x="9174" y="10524"/>
                </a:cubicBezTo>
                <a:cubicBezTo>
                  <a:pt x="9355" y="11764"/>
                  <a:pt x="9594" y="12988"/>
                  <a:pt x="9891" y="14197"/>
                </a:cubicBezTo>
                <a:cubicBezTo>
                  <a:pt x="9928" y="14350"/>
                  <a:pt x="9900" y="14370"/>
                  <a:pt x="9784" y="14365"/>
                </a:cubicBezTo>
                <a:cubicBezTo>
                  <a:pt x="9091" y="14350"/>
                  <a:pt x="8395" y="14385"/>
                  <a:pt x="7702" y="14406"/>
                </a:cubicBezTo>
                <a:cubicBezTo>
                  <a:pt x="7636" y="14406"/>
                  <a:pt x="7607" y="14380"/>
                  <a:pt x="7578" y="14314"/>
                </a:cubicBezTo>
                <a:cubicBezTo>
                  <a:pt x="7129" y="13304"/>
                  <a:pt x="6461" y="12524"/>
                  <a:pt x="5777" y="11769"/>
                </a:cubicBezTo>
                <a:cubicBezTo>
                  <a:pt x="5768" y="11759"/>
                  <a:pt x="5756" y="11754"/>
                  <a:pt x="5739" y="11743"/>
                </a:cubicBezTo>
                <a:cubicBezTo>
                  <a:pt x="5707" y="11794"/>
                  <a:pt x="5744" y="11825"/>
                  <a:pt x="5756" y="11856"/>
                </a:cubicBezTo>
                <a:cubicBezTo>
                  <a:pt x="5979" y="12325"/>
                  <a:pt x="6205" y="12784"/>
                  <a:pt x="6469" y="13217"/>
                </a:cubicBezTo>
                <a:cubicBezTo>
                  <a:pt x="6552" y="13350"/>
                  <a:pt x="6630" y="13483"/>
                  <a:pt x="6688" y="13631"/>
                </a:cubicBezTo>
                <a:cubicBezTo>
                  <a:pt x="6745" y="13687"/>
                  <a:pt x="6791" y="13758"/>
                  <a:pt x="6803" y="13860"/>
                </a:cubicBezTo>
                <a:cubicBezTo>
                  <a:pt x="6758" y="13789"/>
                  <a:pt x="6717" y="13717"/>
                  <a:pt x="6671" y="13646"/>
                </a:cubicBezTo>
                <a:cubicBezTo>
                  <a:pt x="6671" y="13646"/>
                  <a:pt x="6671" y="13646"/>
                  <a:pt x="6671" y="13646"/>
                </a:cubicBezTo>
                <a:cubicBezTo>
                  <a:pt x="6651" y="13626"/>
                  <a:pt x="6634" y="13610"/>
                  <a:pt x="6614" y="13590"/>
                </a:cubicBezTo>
                <a:cubicBezTo>
                  <a:pt x="6502" y="13396"/>
                  <a:pt x="6407" y="13187"/>
                  <a:pt x="6263" y="13019"/>
                </a:cubicBezTo>
                <a:cubicBezTo>
                  <a:pt x="6366" y="13223"/>
                  <a:pt x="6457" y="13437"/>
                  <a:pt x="6589" y="13620"/>
                </a:cubicBezTo>
                <a:cubicBezTo>
                  <a:pt x="6609" y="13661"/>
                  <a:pt x="6634" y="13702"/>
                  <a:pt x="6675" y="13784"/>
                </a:cubicBezTo>
                <a:cubicBezTo>
                  <a:pt x="6465" y="13666"/>
                  <a:pt x="6288" y="13569"/>
                  <a:pt x="6111" y="13462"/>
                </a:cubicBezTo>
                <a:cubicBezTo>
                  <a:pt x="5389" y="13024"/>
                  <a:pt x="4651" y="12621"/>
                  <a:pt x="3909" y="12233"/>
                </a:cubicBezTo>
                <a:cubicBezTo>
                  <a:pt x="3876" y="12218"/>
                  <a:pt x="3847" y="12187"/>
                  <a:pt x="3818" y="12167"/>
                </a:cubicBezTo>
                <a:cubicBezTo>
                  <a:pt x="3962" y="12009"/>
                  <a:pt x="4090" y="11846"/>
                  <a:pt x="4226" y="11703"/>
                </a:cubicBezTo>
                <a:close/>
                <a:moveTo>
                  <a:pt x="7376" y="13233"/>
                </a:moveTo>
                <a:cubicBezTo>
                  <a:pt x="7430" y="13406"/>
                  <a:pt x="7525" y="13544"/>
                  <a:pt x="7644" y="13656"/>
                </a:cubicBezTo>
                <a:cubicBezTo>
                  <a:pt x="7574" y="13498"/>
                  <a:pt x="7525" y="13314"/>
                  <a:pt x="7376" y="13233"/>
                </a:cubicBezTo>
                <a:close/>
                <a:moveTo>
                  <a:pt x="7005" y="12952"/>
                </a:moveTo>
                <a:cubicBezTo>
                  <a:pt x="7096" y="13177"/>
                  <a:pt x="7191" y="13401"/>
                  <a:pt x="7364" y="13554"/>
                </a:cubicBezTo>
                <a:cubicBezTo>
                  <a:pt x="7376" y="13569"/>
                  <a:pt x="7385" y="13580"/>
                  <a:pt x="7397" y="13595"/>
                </a:cubicBezTo>
                <a:cubicBezTo>
                  <a:pt x="7418" y="13564"/>
                  <a:pt x="7405" y="13549"/>
                  <a:pt x="7385" y="13539"/>
                </a:cubicBezTo>
                <a:cubicBezTo>
                  <a:pt x="7286" y="13314"/>
                  <a:pt x="7129" y="13146"/>
                  <a:pt x="7005" y="12952"/>
                </a:cubicBezTo>
                <a:close/>
                <a:moveTo>
                  <a:pt x="6972" y="12539"/>
                </a:moveTo>
                <a:cubicBezTo>
                  <a:pt x="6972" y="12626"/>
                  <a:pt x="7022" y="12672"/>
                  <a:pt x="7071" y="12718"/>
                </a:cubicBezTo>
                <a:cubicBezTo>
                  <a:pt x="7042" y="12656"/>
                  <a:pt x="7030" y="12580"/>
                  <a:pt x="6972" y="12539"/>
                </a:cubicBezTo>
                <a:close/>
                <a:moveTo>
                  <a:pt x="6972" y="12539"/>
                </a:moveTo>
                <a:cubicBezTo>
                  <a:pt x="6972" y="12509"/>
                  <a:pt x="6968" y="12488"/>
                  <a:pt x="6947" y="12473"/>
                </a:cubicBezTo>
                <a:cubicBezTo>
                  <a:pt x="6935" y="12509"/>
                  <a:pt x="6943" y="12534"/>
                  <a:pt x="6972" y="12539"/>
                </a:cubicBezTo>
                <a:close/>
                <a:moveTo>
                  <a:pt x="6020" y="10978"/>
                </a:moveTo>
                <a:cubicBezTo>
                  <a:pt x="6024" y="10978"/>
                  <a:pt x="6028" y="10978"/>
                  <a:pt x="6032" y="10984"/>
                </a:cubicBezTo>
                <a:cubicBezTo>
                  <a:pt x="6032" y="10978"/>
                  <a:pt x="6032" y="10973"/>
                  <a:pt x="6036" y="10968"/>
                </a:cubicBezTo>
                <a:cubicBezTo>
                  <a:pt x="6032" y="10963"/>
                  <a:pt x="6032" y="10963"/>
                  <a:pt x="6028" y="10958"/>
                </a:cubicBezTo>
                <a:cubicBezTo>
                  <a:pt x="6024" y="10963"/>
                  <a:pt x="6020" y="10968"/>
                  <a:pt x="6020" y="10978"/>
                </a:cubicBezTo>
                <a:close/>
                <a:moveTo>
                  <a:pt x="5987" y="10897"/>
                </a:moveTo>
                <a:cubicBezTo>
                  <a:pt x="5983" y="10892"/>
                  <a:pt x="5983" y="10887"/>
                  <a:pt x="5979" y="10887"/>
                </a:cubicBezTo>
                <a:cubicBezTo>
                  <a:pt x="5979" y="10887"/>
                  <a:pt x="5979" y="10892"/>
                  <a:pt x="5979" y="10892"/>
                </a:cubicBezTo>
                <a:cubicBezTo>
                  <a:pt x="5983" y="10892"/>
                  <a:pt x="5987" y="10892"/>
                  <a:pt x="5987" y="10897"/>
                </a:cubicBezTo>
                <a:close/>
                <a:moveTo>
                  <a:pt x="5847" y="10683"/>
                </a:moveTo>
                <a:cubicBezTo>
                  <a:pt x="5851" y="10785"/>
                  <a:pt x="5904" y="10841"/>
                  <a:pt x="5979" y="10876"/>
                </a:cubicBezTo>
                <a:cubicBezTo>
                  <a:pt x="5942" y="10800"/>
                  <a:pt x="5896" y="10739"/>
                  <a:pt x="5847" y="10683"/>
                </a:cubicBezTo>
                <a:close/>
                <a:moveTo>
                  <a:pt x="4663" y="11973"/>
                </a:moveTo>
                <a:cubicBezTo>
                  <a:pt x="4832" y="12029"/>
                  <a:pt x="4997" y="12080"/>
                  <a:pt x="5166" y="12136"/>
                </a:cubicBezTo>
                <a:cubicBezTo>
                  <a:pt x="5014" y="12019"/>
                  <a:pt x="4857" y="11917"/>
                  <a:pt x="4680" y="11881"/>
                </a:cubicBezTo>
                <a:cubicBezTo>
                  <a:pt x="4651" y="11876"/>
                  <a:pt x="4610" y="11861"/>
                  <a:pt x="4602" y="11912"/>
                </a:cubicBezTo>
                <a:cubicBezTo>
                  <a:pt x="4589" y="11958"/>
                  <a:pt x="4635" y="11963"/>
                  <a:pt x="4663" y="11973"/>
                </a:cubicBezTo>
                <a:close/>
                <a:moveTo>
                  <a:pt x="10040" y="8081"/>
                </a:moveTo>
                <a:cubicBezTo>
                  <a:pt x="10040" y="8081"/>
                  <a:pt x="10040" y="8076"/>
                  <a:pt x="10036" y="8076"/>
                </a:cubicBezTo>
                <a:cubicBezTo>
                  <a:pt x="10036" y="8081"/>
                  <a:pt x="10036" y="8081"/>
                  <a:pt x="10040" y="8081"/>
                </a:cubicBezTo>
                <a:lnTo>
                  <a:pt x="10040" y="8081"/>
                </a:lnTo>
                <a:close/>
                <a:moveTo>
                  <a:pt x="21588" y="9969"/>
                </a:moveTo>
                <a:cubicBezTo>
                  <a:pt x="21563" y="10321"/>
                  <a:pt x="21534" y="10672"/>
                  <a:pt x="21514" y="11024"/>
                </a:cubicBezTo>
                <a:cubicBezTo>
                  <a:pt x="21485" y="11540"/>
                  <a:pt x="21473" y="12055"/>
                  <a:pt x="21431" y="12565"/>
                </a:cubicBezTo>
                <a:cubicBezTo>
                  <a:pt x="21357" y="13452"/>
                  <a:pt x="21213" y="14324"/>
                  <a:pt x="20916" y="15145"/>
                </a:cubicBezTo>
                <a:cubicBezTo>
                  <a:pt x="20834" y="15375"/>
                  <a:pt x="20739" y="15599"/>
                  <a:pt x="20619" y="15803"/>
                </a:cubicBezTo>
                <a:cubicBezTo>
                  <a:pt x="20265" y="16400"/>
                  <a:pt x="20096" y="16415"/>
                  <a:pt x="19605" y="16278"/>
                </a:cubicBezTo>
                <a:cubicBezTo>
                  <a:pt x="18887" y="16079"/>
                  <a:pt x="18211" y="15727"/>
                  <a:pt x="17535" y="15375"/>
                </a:cubicBezTo>
                <a:cubicBezTo>
                  <a:pt x="17148" y="15176"/>
                  <a:pt x="16777" y="14931"/>
                  <a:pt x="16373" y="14778"/>
                </a:cubicBezTo>
                <a:cubicBezTo>
                  <a:pt x="16278" y="14743"/>
                  <a:pt x="16138" y="14753"/>
                  <a:pt x="16100" y="14681"/>
                </a:cubicBezTo>
                <a:cubicBezTo>
                  <a:pt x="16059" y="14600"/>
                  <a:pt x="16175" y="14477"/>
                  <a:pt x="16199" y="14360"/>
                </a:cubicBezTo>
                <a:cubicBezTo>
                  <a:pt x="16274" y="13977"/>
                  <a:pt x="16294" y="13585"/>
                  <a:pt x="16331" y="13197"/>
                </a:cubicBezTo>
                <a:cubicBezTo>
                  <a:pt x="16422" y="12248"/>
                  <a:pt x="16533" y="11300"/>
                  <a:pt x="16682" y="10361"/>
                </a:cubicBezTo>
                <a:cubicBezTo>
                  <a:pt x="16690" y="10300"/>
                  <a:pt x="16694" y="10300"/>
                  <a:pt x="16752" y="10254"/>
                </a:cubicBezTo>
                <a:cubicBezTo>
                  <a:pt x="16805" y="10213"/>
                  <a:pt x="16851" y="10106"/>
                  <a:pt x="16871" y="9963"/>
                </a:cubicBezTo>
                <a:cubicBezTo>
                  <a:pt x="16970" y="10030"/>
                  <a:pt x="16970" y="10147"/>
                  <a:pt x="16966" y="10249"/>
                </a:cubicBezTo>
                <a:cubicBezTo>
                  <a:pt x="16958" y="10540"/>
                  <a:pt x="17065" y="10734"/>
                  <a:pt x="17251" y="10897"/>
                </a:cubicBezTo>
                <a:cubicBezTo>
                  <a:pt x="17440" y="11060"/>
                  <a:pt x="17630" y="11239"/>
                  <a:pt x="17675" y="11555"/>
                </a:cubicBezTo>
                <a:cubicBezTo>
                  <a:pt x="17679" y="11585"/>
                  <a:pt x="17696" y="11601"/>
                  <a:pt x="17717" y="11616"/>
                </a:cubicBezTo>
                <a:cubicBezTo>
                  <a:pt x="17923" y="11759"/>
                  <a:pt x="18071" y="11988"/>
                  <a:pt x="18253" y="12167"/>
                </a:cubicBezTo>
                <a:cubicBezTo>
                  <a:pt x="18327" y="12243"/>
                  <a:pt x="18310" y="12274"/>
                  <a:pt x="18232" y="12315"/>
                </a:cubicBezTo>
                <a:cubicBezTo>
                  <a:pt x="17783" y="12565"/>
                  <a:pt x="17370" y="12896"/>
                  <a:pt x="16950" y="13228"/>
                </a:cubicBezTo>
                <a:cubicBezTo>
                  <a:pt x="17016" y="13263"/>
                  <a:pt x="17057" y="13233"/>
                  <a:pt x="17106" y="13202"/>
                </a:cubicBezTo>
                <a:cubicBezTo>
                  <a:pt x="17494" y="12947"/>
                  <a:pt x="17882" y="12697"/>
                  <a:pt x="18244" y="12396"/>
                </a:cubicBezTo>
                <a:cubicBezTo>
                  <a:pt x="18290" y="12361"/>
                  <a:pt x="18323" y="12325"/>
                  <a:pt x="18347" y="12422"/>
                </a:cubicBezTo>
                <a:cubicBezTo>
                  <a:pt x="18364" y="12493"/>
                  <a:pt x="18422" y="12529"/>
                  <a:pt x="18471" y="12570"/>
                </a:cubicBezTo>
                <a:cubicBezTo>
                  <a:pt x="18628" y="12707"/>
                  <a:pt x="18801" y="12820"/>
                  <a:pt x="18958" y="12957"/>
                </a:cubicBezTo>
                <a:cubicBezTo>
                  <a:pt x="19044" y="13034"/>
                  <a:pt x="19172" y="13044"/>
                  <a:pt x="19279" y="13085"/>
                </a:cubicBezTo>
                <a:cubicBezTo>
                  <a:pt x="18294" y="13376"/>
                  <a:pt x="17346" y="13794"/>
                  <a:pt x="16418" y="14289"/>
                </a:cubicBezTo>
                <a:cubicBezTo>
                  <a:pt x="16616" y="14350"/>
                  <a:pt x="16793" y="14238"/>
                  <a:pt x="16979" y="14202"/>
                </a:cubicBezTo>
                <a:cubicBezTo>
                  <a:pt x="17424" y="14115"/>
                  <a:pt x="17861" y="13972"/>
                  <a:pt x="18294" y="13819"/>
                </a:cubicBezTo>
                <a:cubicBezTo>
                  <a:pt x="18372" y="13794"/>
                  <a:pt x="18446" y="13784"/>
                  <a:pt x="18525" y="13814"/>
                </a:cubicBezTo>
                <a:cubicBezTo>
                  <a:pt x="18496" y="13753"/>
                  <a:pt x="18516" y="13733"/>
                  <a:pt x="18566" y="13717"/>
                </a:cubicBezTo>
                <a:cubicBezTo>
                  <a:pt x="18669" y="13687"/>
                  <a:pt x="18764" y="13728"/>
                  <a:pt x="18855" y="13768"/>
                </a:cubicBezTo>
                <a:cubicBezTo>
                  <a:pt x="19015" y="13840"/>
                  <a:pt x="19168" y="13926"/>
                  <a:pt x="19325" y="14008"/>
                </a:cubicBezTo>
                <a:cubicBezTo>
                  <a:pt x="19403" y="14049"/>
                  <a:pt x="19452" y="14115"/>
                  <a:pt x="19473" y="14222"/>
                </a:cubicBezTo>
                <a:cubicBezTo>
                  <a:pt x="19560" y="14635"/>
                  <a:pt x="19737" y="14977"/>
                  <a:pt x="19984" y="15268"/>
                </a:cubicBezTo>
                <a:cubicBezTo>
                  <a:pt x="20021" y="15227"/>
                  <a:pt x="19988" y="15191"/>
                  <a:pt x="19976" y="15166"/>
                </a:cubicBezTo>
                <a:cubicBezTo>
                  <a:pt x="19733" y="14595"/>
                  <a:pt x="19605" y="13977"/>
                  <a:pt x="19584" y="13340"/>
                </a:cubicBezTo>
                <a:cubicBezTo>
                  <a:pt x="19572" y="12917"/>
                  <a:pt x="19621" y="12488"/>
                  <a:pt x="19671" y="12070"/>
                </a:cubicBezTo>
                <a:cubicBezTo>
                  <a:pt x="19753" y="11346"/>
                  <a:pt x="19836" y="10627"/>
                  <a:pt x="19865" y="9882"/>
                </a:cubicBezTo>
                <a:cubicBezTo>
                  <a:pt x="19799" y="9938"/>
                  <a:pt x="19823" y="10045"/>
                  <a:pt x="19757" y="10111"/>
                </a:cubicBezTo>
                <a:cubicBezTo>
                  <a:pt x="19778" y="9647"/>
                  <a:pt x="19778" y="9198"/>
                  <a:pt x="19774" y="8744"/>
                </a:cubicBezTo>
                <a:cubicBezTo>
                  <a:pt x="20211" y="10020"/>
                  <a:pt x="20660" y="11290"/>
                  <a:pt x="21238" y="12478"/>
                </a:cubicBezTo>
                <a:cubicBezTo>
                  <a:pt x="21238" y="12294"/>
                  <a:pt x="21167" y="12141"/>
                  <a:pt x="21114" y="11983"/>
                </a:cubicBezTo>
                <a:cubicBezTo>
                  <a:pt x="20718" y="10871"/>
                  <a:pt x="20285" y="9780"/>
                  <a:pt x="19815" y="8709"/>
                </a:cubicBezTo>
                <a:cubicBezTo>
                  <a:pt x="19803" y="8683"/>
                  <a:pt x="19795" y="8658"/>
                  <a:pt x="19786" y="8632"/>
                </a:cubicBezTo>
                <a:cubicBezTo>
                  <a:pt x="19766" y="8561"/>
                  <a:pt x="19724" y="8474"/>
                  <a:pt x="19786" y="8418"/>
                </a:cubicBezTo>
                <a:cubicBezTo>
                  <a:pt x="19844" y="8362"/>
                  <a:pt x="19881" y="8454"/>
                  <a:pt x="19926" y="8489"/>
                </a:cubicBezTo>
                <a:cubicBezTo>
                  <a:pt x="20108" y="8653"/>
                  <a:pt x="20289" y="8816"/>
                  <a:pt x="20471" y="8984"/>
                </a:cubicBezTo>
                <a:cubicBezTo>
                  <a:pt x="20557" y="9188"/>
                  <a:pt x="20722" y="9285"/>
                  <a:pt x="20858" y="9423"/>
                </a:cubicBezTo>
                <a:cubicBezTo>
                  <a:pt x="21081" y="9642"/>
                  <a:pt x="21320" y="9841"/>
                  <a:pt x="21588" y="9969"/>
                </a:cubicBezTo>
                <a:close/>
                <a:moveTo>
                  <a:pt x="18343" y="13008"/>
                </a:moveTo>
                <a:cubicBezTo>
                  <a:pt x="18479" y="13085"/>
                  <a:pt x="18624" y="13146"/>
                  <a:pt x="18776" y="13167"/>
                </a:cubicBezTo>
                <a:cubicBezTo>
                  <a:pt x="18624" y="13146"/>
                  <a:pt x="18512" y="12968"/>
                  <a:pt x="18343" y="13008"/>
                </a:cubicBezTo>
                <a:close/>
                <a:moveTo>
                  <a:pt x="17510" y="11774"/>
                </a:moveTo>
                <a:cubicBezTo>
                  <a:pt x="17581" y="11769"/>
                  <a:pt x="17601" y="11693"/>
                  <a:pt x="17618" y="11616"/>
                </a:cubicBezTo>
                <a:cubicBezTo>
                  <a:pt x="17581" y="11667"/>
                  <a:pt x="17548" y="11718"/>
                  <a:pt x="17510" y="11774"/>
                </a:cubicBezTo>
                <a:close/>
                <a:moveTo>
                  <a:pt x="17424" y="11917"/>
                </a:moveTo>
                <a:cubicBezTo>
                  <a:pt x="17469" y="11861"/>
                  <a:pt x="17515" y="11840"/>
                  <a:pt x="17506" y="11779"/>
                </a:cubicBezTo>
                <a:cubicBezTo>
                  <a:pt x="17477" y="11810"/>
                  <a:pt x="17440" y="11835"/>
                  <a:pt x="17424" y="11917"/>
                </a:cubicBezTo>
                <a:close/>
                <a:moveTo>
                  <a:pt x="17374" y="11953"/>
                </a:moveTo>
                <a:cubicBezTo>
                  <a:pt x="17374" y="11958"/>
                  <a:pt x="17378" y="11968"/>
                  <a:pt x="17378" y="11973"/>
                </a:cubicBezTo>
                <a:cubicBezTo>
                  <a:pt x="17383" y="11968"/>
                  <a:pt x="17387" y="11958"/>
                  <a:pt x="17391" y="11953"/>
                </a:cubicBezTo>
                <a:cubicBezTo>
                  <a:pt x="17383" y="11953"/>
                  <a:pt x="17378" y="11953"/>
                  <a:pt x="17374" y="11953"/>
                </a:cubicBezTo>
                <a:close/>
                <a:moveTo>
                  <a:pt x="16925" y="12478"/>
                </a:moveTo>
                <a:cubicBezTo>
                  <a:pt x="16933" y="12488"/>
                  <a:pt x="16946" y="12503"/>
                  <a:pt x="16954" y="12514"/>
                </a:cubicBezTo>
                <a:cubicBezTo>
                  <a:pt x="17094" y="12335"/>
                  <a:pt x="17234" y="12157"/>
                  <a:pt x="17374" y="11978"/>
                </a:cubicBezTo>
                <a:cubicBezTo>
                  <a:pt x="17181" y="12095"/>
                  <a:pt x="17078" y="12320"/>
                  <a:pt x="16925" y="12478"/>
                </a:cubicBezTo>
                <a:close/>
                <a:moveTo>
                  <a:pt x="16694" y="12927"/>
                </a:moveTo>
                <a:cubicBezTo>
                  <a:pt x="17024" y="12641"/>
                  <a:pt x="17333" y="12320"/>
                  <a:pt x="17609" y="11958"/>
                </a:cubicBezTo>
                <a:cubicBezTo>
                  <a:pt x="17618" y="11953"/>
                  <a:pt x="17622" y="11942"/>
                  <a:pt x="17626" y="11937"/>
                </a:cubicBezTo>
                <a:cubicBezTo>
                  <a:pt x="17646" y="11912"/>
                  <a:pt x="17663" y="11891"/>
                  <a:pt x="17684" y="11866"/>
                </a:cubicBezTo>
                <a:cubicBezTo>
                  <a:pt x="17717" y="11830"/>
                  <a:pt x="17750" y="11795"/>
                  <a:pt x="17795" y="11744"/>
                </a:cubicBezTo>
                <a:cubicBezTo>
                  <a:pt x="17717" y="11738"/>
                  <a:pt x="17692" y="11795"/>
                  <a:pt x="17663" y="11840"/>
                </a:cubicBezTo>
                <a:cubicBezTo>
                  <a:pt x="17642" y="11861"/>
                  <a:pt x="17626" y="11881"/>
                  <a:pt x="17605" y="11902"/>
                </a:cubicBezTo>
                <a:cubicBezTo>
                  <a:pt x="17597" y="11912"/>
                  <a:pt x="17589" y="11922"/>
                  <a:pt x="17576" y="11932"/>
                </a:cubicBezTo>
                <a:cubicBezTo>
                  <a:pt x="17288" y="12264"/>
                  <a:pt x="16991" y="12595"/>
                  <a:pt x="16694" y="12927"/>
                </a:cubicBezTo>
                <a:close/>
                <a:moveTo>
                  <a:pt x="18986" y="15819"/>
                </a:moveTo>
                <a:cubicBezTo>
                  <a:pt x="18681" y="15574"/>
                  <a:pt x="18417" y="15273"/>
                  <a:pt x="18133" y="14992"/>
                </a:cubicBezTo>
                <a:cubicBezTo>
                  <a:pt x="17993" y="14855"/>
                  <a:pt x="17857" y="14707"/>
                  <a:pt x="17684" y="14615"/>
                </a:cubicBezTo>
                <a:cubicBezTo>
                  <a:pt x="17692" y="14732"/>
                  <a:pt x="17754" y="14799"/>
                  <a:pt x="17816" y="14860"/>
                </a:cubicBezTo>
                <a:cubicBezTo>
                  <a:pt x="18042" y="15105"/>
                  <a:pt x="18269" y="15344"/>
                  <a:pt x="18496" y="15579"/>
                </a:cubicBezTo>
                <a:cubicBezTo>
                  <a:pt x="18632" y="15717"/>
                  <a:pt x="18772" y="15844"/>
                  <a:pt x="18933" y="15931"/>
                </a:cubicBezTo>
                <a:cubicBezTo>
                  <a:pt x="18970" y="15951"/>
                  <a:pt x="19024" y="15997"/>
                  <a:pt x="19048" y="15926"/>
                </a:cubicBezTo>
                <a:cubicBezTo>
                  <a:pt x="19073" y="15870"/>
                  <a:pt x="19015" y="15844"/>
                  <a:pt x="18986" y="15819"/>
                </a:cubicBezTo>
                <a:close/>
                <a:moveTo>
                  <a:pt x="19213" y="14365"/>
                </a:moveTo>
                <a:cubicBezTo>
                  <a:pt x="18991" y="14171"/>
                  <a:pt x="18789" y="13942"/>
                  <a:pt x="18533" y="13809"/>
                </a:cubicBezTo>
                <a:cubicBezTo>
                  <a:pt x="18652" y="13952"/>
                  <a:pt x="18813" y="14018"/>
                  <a:pt x="18941" y="14146"/>
                </a:cubicBezTo>
                <a:cubicBezTo>
                  <a:pt x="19028" y="14227"/>
                  <a:pt x="19122" y="14294"/>
                  <a:pt x="19213" y="14365"/>
                </a:cubicBezTo>
                <a:close/>
                <a:moveTo>
                  <a:pt x="20970" y="14105"/>
                </a:moveTo>
                <a:cubicBezTo>
                  <a:pt x="20891" y="13702"/>
                  <a:pt x="20854" y="13289"/>
                  <a:pt x="20866" y="12855"/>
                </a:cubicBezTo>
                <a:cubicBezTo>
                  <a:pt x="20710" y="13146"/>
                  <a:pt x="20763" y="13809"/>
                  <a:pt x="20970" y="14105"/>
                </a:cubicBezTo>
                <a:close/>
                <a:moveTo>
                  <a:pt x="15614" y="20011"/>
                </a:moveTo>
                <a:cubicBezTo>
                  <a:pt x="15622" y="20088"/>
                  <a:pt x="15593" y="20098"/>
                  <a:pt x="15548" y="20103"/>
                </a:cubicBezTo>
                <a:cubicBezTo>
                  <a:pt x="15375" y="20113"/>
                  <a:pt x="15197" y="20118"/>
                  <a:pt x="15024" y="20123"/>
                </a:cubicBezTo>
                <a:cubicBezTo>
                  <a:pt x="14946" y="20129"/>
                  <a:pt x="14958" y="20047"/>
                  <a:pt x="14950" y="19996"/>
                </a:cubicBezTo>
                <a:cubicBezTo>
                  <a:pt x="14818" y="19328"/>
                  <a:pt x="14690" y="18665"/>
                  <a:pt x="14563" y="17997"/>
                </a:cubicBezTo>
                <a:cubicBezTo>
                  <a:pt x="14530" y="17833"/>
                  <a:pt x="14501" y="17675"/>
                  <a:pt x="14464" y="17512"/>
                </a:cubicBezTo>
                <a:cubicBezTo>
                  <a:pt x="14443" y="17415"/>
                  <a:pt x="14439" y="17349"/>
                  <a:pt x="14546" y="17323"/>
                </a:cubicBezTo>
                <a:cubicBezTo>
                  <a:pt x="14666" y="17298"/>
                  <a:pt x="14765" y="17196"/>
                  <a:pt x="14872" y="17129"/>
                </a:cubicBezTo>
                <a:cubicBezTo>
                  <a:pt x="15111" y="16976"/>
                  <a:pt x="15350" y="16834"/>
                  <a:pt x="15581" y="16665"/>
                </a:cubicBezTo>
                <a:cubicBezTo>
                  <a:pt x="15189" y="16839"/>
                  <a:pt x="14814" y="17058"/>
                  <a:pt x="14435" y="17293"/>
                </a:cubicBezTo>
                <a:cubicBezTo>
                  <a:pt x="14414" y="17186"/>
                  <a:pt x="14340" y="17094"/>
                  <a:pt x="14505" y="17033"/>
                </a:cubicBezTo>
                <a:cubicBezTo>
                  <a:pt x="14756" y="16941"/>
                  <a:pt x="14991" y="16798"/>
                  <a:pt x="15230" y="16665"/>
                </a:cubicBezTo>
                <a:cubicBezTo>
                  <a:pt x="14975" y="16737"/>
                  <a:pt x="14732" y="16849"/>
                  <a:pt x="14492" y="16976"/>
                </a:cubicBezTo>
                <a:cubicBezTo>
                  <a:pt x="14393" y="17027"/>
                  <a:pt x="14373" y="17017"/>
                  <a:pt x="14344" y="16885"/>
                </a:cubicBezTo>
                <a:cubicBezTo>
                  <a:pt x="14187" y="16155"/>
                  <a:pt x="14039" y="15421"/>
                  <a:pt x="13911" y="14681"/>
                </a:cubicBezTo>
                <a:cubicBezTo>
                  <a:pt x="13899" y="14620"/>
                  <a:pt x="13899" y="14569"/>
                  <a:pt x="13911" y="14503"/>
                </a:cubicBezTo>
                <a:cubicBezTo>
                  <a:pt x="13944" y="14345"/>
                  <a:pt x="13895" y="14273"/>
                  <a:pt x="13763" y="14268"/>
                </a:cubicBezTo>
                <a:cubicBezTo>
                  <a:pt x="13643" y="14263"/>
                  <a:pt x="13519" y="14268"/>
                  <a:pt x="13400" y="14278"/>
                </a:cubicBezTo>
                <a:cubicBezTo>
                  <a:pt x="13301" y="14283"/>
                  <a:pt x="13280" y="14258"/>
                  <a:pt x="13334" y="14141"/>
                </a:cubicBezTo>
                <a:cubicBezTo>
                  <a:pt x="13627" y="13518"/>
                  <a:pt x="13895" y="12881"/>
                  <a:pt x="14146" y="12233"/>
                </a:cubicBezTo>
                <a:cubicBezTo>
                  <a:pt x="14410" y="11560"/>
                  <a:pt x="14653" y="10882"/>
                  <a:pt x="14872" y="10183"/>
                </a:cubicBezTo>
                <a:cubicBezTo>
                  <a:pt x="14929" y="10004"/>
                  <a:pt x="14901" y="9897"/>
                  <a:pt x="14789" y="9780"/>
                </a:cubicBezTo>
                <a:cubicBezTo>
                  <a:pt x="14661" y="9652"/>
                  <a:pt x="14546" y="9504"/>
                  <a:pt x="14414" y="9357"/>
                </a:cubicBezTo>
                <a:cubicBezTo>
                  <a:pt x="14579" y="9260"/>
                  <a:pt x="14740" y="9188"/>
                  <a:pt x="14851" y="9025"/>
                </a:cubicBezTo>
                <a:cubicBezTo>
                  <a:pt x="14859" y="9015"/>
                  <a:pt x="14872" y="9005"/>
                  <a:pt x="14884" y="9005"/>
                </a:cubicBezTo>
                <a:cubicBezTo>
                  <a:pt x="14995" y="8989"/>
                  <a:pt x="15000" y="8984"/>
                  <a:pt x="14929" y="8862"/>
                </a:cubicBezTo>
                <a:cubicBezTo>
                  <a:pt x="14851" y="8719"/>
                  <a:pt x="14765" y="8586"/>
                  <a:pt x="14661" y="8423"/>
                </a:cubicBezTo>
                <a:cubicBezTo>
                  <a:pt x="14793" y="8495"/>
                  <a:pt x="14896" y="8556"/>
                  <a:pt x="15008" y="8607"/>
                </a:cubicBezTo>
                <a:cubicBezTo>
                  <a:pt x="15569" y="8872"/>
                  <a:pt x="16109" y="9188"/>
                  <a:pt x="16661" y="9474"/>
                </a:cubicBezTo>
                <a:cubicBezTo>
                  <a:pt x="16764" y="9525"/>
                  <a:pt x="16801" y="9550"/>
                  <a:pt x="16715" y="9698"/>
                </a:cubicBezTo>
                <a:cubicBezTo>
                  <a:pt x="16525" y="10030"/>
                  <a:pt x="16476" y="10428"/>
                  <a:pt x="16418" y="10820"/>
                </a:cubicBezTo>
                <a:cubicBezTo>
                  <a:pt x="16274" y="11846"/>
                  <a:pt x="16125" y="12866"/>
                  <a:pt x="15981" y="13891"/>
                </a:cubicBezTo>
                <a:cubicBezTo>
                  <a:pt x="15973" y="13947"/>
                  <a:pt x="15944" y="14003"/>
                  <a:pt x="15935" y="14064"/>
                </a:cubicBezTo>
                <a:cubicBezTo>
                  <a:pt x="15931" y="14105"/>
                  <a:pt x="15911" y="14176"/>
                  <a:pt x="15964" y="14192"/>
                </a:cubicBezTo>
                <a:cubicBezTo>
                  <a:pt x="16006" y="14202"/>
                  <a:pt x="16018" y="14141"/>
                  <a:pt x="16030" y="14105"/>
                </a:cubicBezTo>
                <a:cubicBezTo>
                  <a:pt x="16051" y="14049"/>
                  <a:pt x="16034" y="13972"/>
                  <a:pt x="16096" y="13911"/>
                </a:cubicBezTo>
                <a:cubicBezTo>
                  <a:pt x="16080" y="14059"/>
                  <a:pt x="16072" y="14192"/>
                  <a:pt x="16018" y="14319"/>
                </a:cubicBezTo>
                <a:cubicBezTo>
                  <a:pt x="15804" y="14850"/>
                  <a:pt x="15593" y="15380"/>
                  <a:pt x="15383" y="15910"/>
                </a:cubicBezTo>
                <a:cubicBezTo>
                  <a:pt x="15375" y="15931"/>
                  <a:pt x="15375" y="15951"/>
                  <a:pt x="15379" y="15977"/>
                </a:cubicBezTo>
                <a:cubicBezTo>
                  <a:pt x="15606" y="15686"/>
                  <a:pt x="15738" y="15309"/>
                  <a:pt x="15927" y="14957"/>
                </a:cubicBezTo>
                <a:cubicBezTo>
                  <a:pt x="15964" y="15059"/>
                  <a:pt x="15927" y="15130"/>
                  <a:pt x="15915" y="15196"/>
                </a:cubicBezTo>
                <a:cubicBezTo>
                  <a:pt x="15820" y="15732"/>
                  <a:pt x="15717" y="16262"/>
                  <a:pt x="15622" y="16793"/>
                </a:cubicBezTo>
                <a:cubicBezTo>
                  <a:pt x="15606" y="16880"/>
                  <a:pt x="15577" y="16946"/>
                  <a:pt x="15507" y="16992"/>
                </a:cubicBezTo>
                <a:cubicBezTo>
                  <a:pt x="15346" y="17099"/>
                  <a:pt x="15214" y="17257"/>
                  <a:pt x="15082" y="17415"/>
                </a:cubicBezTo>
                <a:cubicBezTo>
                  <a:pt x="15053" y="17451"/>
                  <a:pt x="15012" y="17492"/>
                  <a:pt x="15053" y="17543"/>
                </a:cubicBezTo>
                <a:cubicBezTo>
                  <a:pt x="15086" y="17583"/>
                  <a:pt x="15119" y="17527"/>
                  <a:pt x="15144" y="17502"/>
                </a:cubicBezTo>
                <a:cubicBezTo>
                  <a:pt x="15280" y="17349"/>
                  <a:pt x="15416" y="17196"/>
                  <a:pt x="15573" y="17022"/>
                </a:cubicBezTo>
                <a:cubicBezTo>
                  <a:pt x="15503" y="17374"/>
                  <a:pt x="15449" y="17696"/>
                  <a:pt x="15366" y="18012"/>
                </a:cubicBezTo>
                <a:cubicBezTo>
                  <a:pt x="15334" y="18134"/>
                  <a:pt x="15334" y="18246"/>
                  <a:pt x="15354" y="18364"/>
                </a:cubicBezTo>
                <a:cubicBezTo>
                  <a:pt x="15420" y="18726"/>
                  <a:pt x="15498" y="19083"/>
                  <a:pt x="15560" y="19445"/>
                </a:cubicBezTo>
                <a:cubicBezTo>
                  <a:pt x="15585" y="19629"/>
                  <a:pt x="15589" y="19822"/>
                  <a:pt x="15614" y="20011"/>
                </a:cubicBezTo>
                <a:close/>
                <a:moveTo>
                  <a:pt x="15812" y="11126"/>
                </a:moveTo>
                <a:cubicBezTo>
                  <a:pt x="15845" y="10876"/>
                  <a:pt x="15894" y="10504"/>
                  <a:pt x="15944" y="10127"/>
                </a:cubicBezTo>
                <a:cubicBezTo>
                  <a:pt x="15832" y="10494"/>
                  <a:pt x="15820" y="10876"/>
                  <a:pt x="15812" y="11126"/>
                </a:cubicBezTo>
                <a:close/>
                <a:moveTo>
                  <a:pt x="15725" y="13575"/>
                </a:moveTo>
                <a:cubicBezTo>
                  <a:pt x="15804" y="13554"/>
                  <a:pt x="15832" y="13513"/>
                  <a:pt x="15824" y="13422"/>
                </a:cubicBezTo>
                <a:cubicBezTo>
                  <a:pt x="15804" y="13187"/>
                  <a:pt x="15766" y="12957"/>
                  <a:pt x="15705" y="12733"/>
                </a:cubicBezTo>
                <a:cubicBezTo>
                  <a:pt x="15667" y="12876"/>
                  <a:pt x="15700" y="13019"/>
                  <a:pt x="15705" y="13161"/>
                </a:cubicBezTo>
                <a:cubicBezTo>
                  <a:pt x="15709" y="13258"/>
                  <a:pt x="15746" y="13381"/>
                  <a:pt x="15713" y="13452"/>
                </a:cubicBezTo>
                <a:cubicBezTo>
                  <a:pt x="15676" y="13529"/>
                  <a:pt x="15564" y="13483"/>
                  <a:pt x="15486" y="13493"/>
                </a:cubicBezTo>
                <a:cubicBezTo>
                  <a:pt x="14934" y="13569"/>
                  <a:pt x="14393" y="13722"/>
                  <a:pt x="13853" y="13865"/>
                </a:cubicBezTo>
                <a:cubicBezTo>
                  <a:pt x="13771" y="13886"/>
                  <a:pt x="13684" y="13891"/>
                  <a:pt x="13585" y="13977"/>
                </a:cubicBezTo>
                <a:cubicBezTo>
                  <a:pt x="13779" y="13998"/>
                  <a:pt x="13932" y="13942"/>
                  <a:pt x="14088" y="13911"/>
                </a:cubicBezTo>
                <a:cubicBezTo>
                  <a:pt x="14637" y="13794"/>
                  <a:pt x="15185" y="13707"/>
                  <a:pt x="15725" y="13575"/>
                </a:cubicBezTo>
                <a:close/>
                <a:moveTo>
                  <a:pt x="1889" y="9816"/>
                </a:moveTo>
                <a:cubicBezTo>
                  <a:pt x="1889" y="9816"/>
                  <a:pt x="1889" y="9816"/>
                  <a:pt x="1889" y="9816"/>
                </a:cubicBezTo>
                <a:cubicBezTo>
                  <a:pt x="1889" y="9810"/>
                  <a:pt x="1889" y="9810"/>
                  <a:pt x="1893" y="9805"/>
                </a:cubicBezTo>
                <a:lnTo>
                  <a:pt x="1889" y="9816"/>
                </a:lnTo>
                <a:close/>
                <a:moveTo>
                  <a:pt x="1687" y="9158"/>
                </a:moveTo>
                <a:cubicBezTo>
                  <a:pt x="1683" y="8913"/>
                  <a:pt x="1683" y="8673"/>
                  <a:pt x="1678" y="8428"/>
                </a:cubicBezTo>
                <a:cubicBezTo>
                  <a:pt x="1678" y="8347"/>
                  <a:pt x="1707" y="8326"/>
                  <a:pt x="1765" y="8321"/>
                </a:cubicBezTo>
                <a:cubicBezTo>
                  <a:pt x="2115" y="8280"/>
                  <a:pt x="2445" y="8148"/>
                  <a:pt x="2767" y="7974"/>
                </a:cubicBezTo>
                <a:cubicBezTo>
                  <a:pt x="3068" y="7811"/>
                  <a:pt x="3361" y="7617"/>
                  <a:pt x="3641" y="7362"/>
                </a:cubicBezTo>
                <a:cubicBezTo>
                  <a:pt x="3641" y="7556"/>
                  <a:pt x="3579" y="7704"/>
                  <a:pt x="3550" y="7862"/>
                </a:cubicBezTo>
                <a:cubicBezTo>
                  <a:pt x="3464" y="8321"/>
                  <a:pt x="3348" y="8775"/>
                  <a:pt x="3323" y="9249"/>
                </a:cubicBezTo>
                <a:cubicBezTo>
                  <a:pt x="3352" y="9382"/>
                  <a:pt x="3245" y="9520"/>
                  <a:pt x="3336" y="9647"/>
                </a:cubicBezTo>
                <a:cubicBezTo>
                  <a:pt x="3394" y="10851"/>
                  <a:pt x="3406" y="12055"/>
                  <a:pt x="3377" y="13258"/>
                </a:cubicBezTo>
                <a:cubicBezTo>
                  <a:pt x="3435" y="13233"/>
                  <a:pt x="3451" y="13172"/>
                  <a:pt x="3459" y="13105"/>
                </a:cubicBezTo>
                <a:cubicBezTo>
                  <a:pt x="3492" y="12871"/>
                  <a:pt x="3534" y="12641"/>
                  <a:pt x="3563" y="12407"/>
                </a:cubicBezTo>
                <a:cubicBezTo>
                  <a:pt x="3587" y="12218"/>
                  <a:pt x="3604" y="12203"/>
                  <a:pt x="3732" y="12299"/>
                </a:cubicBezTo>
                <a:cubicBezTo>
                  <a:pt x="4020" y="12519"/>
                  <a:pt x="4317" y="12728"/>
                  <a:pt x="4618" y="12917"/>
                </a:cubicBezTo>
                <a:cubicBezTo>
                  <a:pt x="4729" y="12983"/>
                  <a:pt x="4816" y="13075"/>
                  <a:pt x="4890" y="13202"/>
                </a:cubicBezTo>
                <a:cubicBezTo>
                  <a:pt x="4985" y="13360"/>
                  <a:pt x="5092" y="13508"/>
                  <a:pt x="5203" y="13677"/>
                </a:cubicBezTo>
                <a:cubicBezTo>
                  <a:pt x="5088" y="13671"/>
                  <a:pt x="5030" y="13575"/>
                  <a:pt x="4952" y="13518"/>
                </a:cubicBezTo>
                <a:cubicBezTo>
                  <a:pt x="4861" y="13452"/>
                  <a:pt x="4799" y="13340"/>
                  <a:pt x="4692" y="13309"/>
                </a:cubicBezTo>
                <a:cubicBezTo>
                  <a:pt x="4791" y="13467"/>
                  <a:pt x="4948" y="13544"/>
                  <a:pt x="5072" y="13697"/>
                </a:cubicBezTo>
                <a:cubicBezTo>
                  <a:pt x="4804" y="13773"/>
                  <a:pt x="4560" y="13891"/>
                  <a:pt x="4321" y="14018"/>
                </a:cubicBezTo>
                <a:cubicBezTo>
                  <a:pt x="4639" y="13906"/>
                  <a:pt x="4956" y="13773"/>
                  <a:pt x="5307" y="13733"/>
                </a:cubicBezTo>
                <a:cubicBezTo>
                  <a:pt x="5166" y="13524"/>
                  <a:pt x="5039" y="13330"/>
                  <a:pt x="4911" y="13136"/>
                </a:cubicBezTo>
                <a:cubicBezTo>
                  <a:pt x="5393" y="13416"/>
                  <a:pt x="5880" y="13677"/>
                  <a:pt x="6403" y="13962"/>
                </a:cubicBezTo>
                <a:cubicBezTo>
                  <a:pt x="6131" y="14008"/>
                  <a:pt x="5900" y="14054"/>
                  <a:pt x="5665" y="14095"/>
                </a:cubicBezTo>
                <a:cubicBezTo>
                  <a:pt x="4948" y="14222"/>
                  <a:pt x="4230" y="14314"/>
                  <a:pt x="3505" y="14380"/>
                </a:cubicBezTo>
                <a:cubicBezTo>
                  <a:pt x="3039" y="14426"/>
                  <a:pt x="2577" y="14431"/>
                  <a:pt x="2111" y="14391"/>
                </a:cubicBezTo>
                <a:cubicBezTo>
                  <a:pt x="2021" y="14380"/>
                  <a:pt x="1996" y="14304"/>
                  <a:pt x="1971" y="14217"/>
                </a:cubicBezTo>
                <a:cubicBezTo>
                  <a:pt x="1880" y="13875"/>
                  <a:pt x="1810" y="13529"/>
                  <a:pt x="1761" y="13177"/>
                </a:cubicBezTo>
                <a:cubicBezTo>
                  <a:pt x="1753" y="13116"/>
                  <a:pt x="1748" y="13059"/>
                  <a:pt x="1740" y="12998"/>
                </a:cubicBezTo>
                <a:cubicBezTo>
                  <a:pt x="1765" y="12963"/>
                  <a:pt x="1761" y="12927"/>
                  <a:pt x="1757" y="12886"/>
                </a:cubicBezTo>
                <a:cubicBezTo>
                  <a:pt x="1707" y="12330"/>
                  <a:pt x="1707" y="11769"/>
                  <a:pt x="1695" y="11213"/>
                </a:cubicBezTo>
                <a:cubicBezTo>
                  <a:pt x="1683" y="10698"/>
                  <a:pt x="1674" y="10183"/>
                  <a:pt x="1691" y="9673"/>
                </a:cubicBezTo>
                <a:cubicBezTo>
                  <a:pt x="1720" y="9729"/>
                  <a:pt x="1740" y="9790"/>
                  <a:pt x="1773" y="9841"/>
                </a:cubicBezTo>
                <a:cubicBezTo>
                  <a:pt x="1831" y="9938"/>
                  <a:pt x="1876" y="9928"/>
                  <a:pt x="1897" y="9810"/>
                </a:cubicBezTo>
                <a:cubicBezTo>
                  <a:pt x="1909" y="9785"/>
                  <a:pt x="1926" y="9765"/>
                  <a:pt x="1938" y="9739"/>
                </a:cubicBezTo>
                <a:cubicBezTo>
                  <a:pt x="1901" y="9678"/>
                  <a:pt x="1951" y="9637"/>
                  <a:pt x="1963" y="9591"/>
                </a:cubicBezTo>
                <a:cubicBezTo>
                  <a:pt x="1988" y="9510"/>
                  <a:pt x="2029" y="9438"/>
                  <a:pt x="2029" y="9341"/>
                </a:cubicBezTo>
                <a:lnTo>
                  <a:pt x="2029" y="9331"/>
                </a:lnTo>
                <a:lnTo>
                  <a:pt x="2033" y="9326"/>
                </a:lnTo>
                <a:cubicBezTo>
                  <a:pt x="2062" y="9316"/>
                  <a:pt x="2045" y="9290"/>
                  <a:pt x="2049" y="9270"/>
                </a:cubicBezTo>
                <a:cubicBezTo>
                  <a:pt x="2058" y="9142"/>
                  <a:pt x="2136" y="9035"/>
                  <a:pt x="2120" y="8892"/>
                </a:cubicBezTo>
                <a:cubicBezTo>
                  <a:pt x="2049" y="9096"/>
                  <a:pt x="1975" y="9295"/>
                  <a:pt x="1905" y="9499"/>
                </a:cubicBezTo>
                <a:cubicBezTo>
                  <a:pt x="1864" y="9474"/>
                  <a:pt x="1823" y="9469"/>
                  <a:pt x="1786" y="9499"/>
                </a:cubicBezTo>
                <a:cubicBezTo>
                  <a:pt x="1736" y="9397"/>
                  <a:pt x="1740" y="9265"/>
                  <a:pt x="1687" y="9158"/>
                </a:cubicBezTo>
                <a:close/>
                <a:moveTo>
                  <a:pt x="4643" y="13289"/>
                </a:moveTo>
                <a:cubicBezTo>
                  <a:pt x="4655" y="13294"/>
                  <a:pt x="4672" y="13299"/>
                  <a:pt x="4684" y="13309"/>
                </a:cubicBezTo>
                <a:cubicBezTo>
                  <a:pt x="4684" y="13279"/>
                  <a:pt x="4672" y="13279"/>
                  <a:pt x="4651" y="13279"/>
                </a:cubicBezTo>
                <a:cubicBezTo>
                  <a:pt x="4651" y="13279"/>
                  <a:pt x="4647" y="13284"/>
                  <a:pt x="4643" y="13289"/>
                </a:cubicBezTo>
                <a:close/>
                <a:moveTo>
                  <a:pt x="2709" y="13921"/>
                </a:moveTo>
                <a:cubicBezTo>
                  <a:pt x="2697" y="13875"/>
                  <a:pt x="2660" y="13865"/>
                  <a:pt x="2635" y="13891"/>
                </a:cubicBezTo>
                <a:cubicBezTo>
                  <a:pt x="2585" y="13942"/>
                  <a:pt x="2532" y="13886"/>
                  <a:pt x="2482" y="13906"/>
                </a:cubicBezTo>
                <a:lnTo>
                  <a:pt x="2482" y="13906"/>
                </a:lnTo>
                <a:cubicBezTo>
                  <a:pt x="2148" y="13503"/>
                  <a:pt x="2251" y="12983"/>
                  <a:pt x="2227" y="12493"/>
                </a:cubicBezTo>
                <a:cubicBezTo>
                  <a:pt x="2161" y="12519"/>
                  <a:pt x="2177" y="12616"/>
                  <a:pt x="2136" y="12667"/>
                </a:cubicBezTo>
                <a:cubicBezTo>
                  <a:pt x="1951" y="13095"/>
                  <a:pt x="2045" y="13666"/>
                  <a:pt x="2350" y="13952"/>
                </a:cubicBezTo>
                <a:cubicBezTo>
                  <a:pt x="2445" y="14074"/>
                  <a:pt x="2573" y="14095"/>
                  <a:pt x="2668" y="14013"/>
                </a:cubicBezTo>
                <a:cubicBezTo>
                  <a:pt x="2693" y="13988"/>
                  <a:pt x="2721" y="13962"/>
                  <a:pt x="2709" y="13921"/>
                </a:cubicBezTo>
                <a:close/>
                <a:moveTo>
                  <a:pt x="1868" y="10683"/>
                </a:moveTo>
                <a:cubicBezTo>
                  <a:pt x="1988" y="10601"/>
                  <a:pt x="2891" y="8938"/>
                  <a:pt x="2911" y="8785"/>
                </a:cubicBezTo>
                <a:cubicBezTo>
                  <a:pt x="2656" y="9035"/>
                  <a:pt x="2082" y="10071"/>
                  <a:pt x="1868" y="10683"/>
                </a:cubicBezTo>
                <a:close/>
                <a:moveTo>
                  <a:pt x="14369" y="9469"/>
                </a:moveTo>
                <a:cubicBezTo>
                  <a:pt x="14464" y="9647"/>
                  <a:pt x="14583" y="9795"/>
                  <a:pt x="14715" y="9928"/>
                </a:cubicBezTo>
                <a:cubicBezTo>
                  <a:pt x="14789" y="10004"/>
                  <a:pt x="14798" y="10060"/>
                  <a:pt x="14752" y="10173"/>
                </a:cubicBezTo>
                <a:cubicBezTo>
                  <a:pt x="14241" y="11448"/>
                  <a:pt x="13713" y="12707"/>
                  <a:pt x="13260" y="14018"/>
                </a:cubicBezTo>
                <a:cubicBezTo>
                  <a:pt x="13177" y="14253"/>
                  <a:pt x="13087" y="14324"/>
                  <a:pt x="12901" y="14304"/>
                </a:cubicBezTo>
                <a:cubicBezTo>
                  <a:pt x="12744" y="14289"/>
                  <a:pt x="12740" y="14299"/>
                  <a:pt x="12781" y="14125"/>
                </a:cubicBezTo>
                <a:cubicBezTo>
                  <a:pt x="13095" y="12713"/>
                  <a:pt x="13375" y="11290"/>
                  <a:pt x="13590" y="9851"/>
                </a:cubicBezTo>
                <a:cubicBezTo>
                  <a:pt x="13668" y="9331"/>
                  <a:pt x="13796" y="8852"/>
                  <a:pt x="14006" y="8393"/>
                </a:cubicBezTo>
                <a:cubicBezTo>
                  <a:pt x="14117" y="8153"/>
                  <a:pt x="14105" y="8148"/>
                  <a:pt x="13948" y="7954"/>
                </a:cubicBezTo>
                <a:cubicBezTo>
                  <a:pt x="13911" y="7908"/>
                  <a:pt x="13870" y="7862"/>
                  <a:pt x="13895" y="7760"/>
                </a:cubicBezTo>
                <a:cubicBezTo>
                  <a:pt x="14191" y="8143"/>
                  <a:pt x="14480" y="8520"/>
                  <a:pt x="14773" y="8892"/>
                </a:cubicBezTo>
                <a:cubicBezTo>
                  <a:pt x="14822" y="8954"/>
                  <a:pt x="14793" y="8974"/>
                  <a:pt x="14748" y="9010"/>
                </a:cubicBezTo>
                <a:cubicBezTo>
                  <a:pt x="14629" y="9096"/>
                  <a:pt x="14509" y="9183"/>
                  <a:pt x="14398" y="9285"/>
                </a:cubicBezTo>
                <a:cubicBezTo>
                  <a:pt x="14328" y="9336"/>
                  <a:pt x="14323" y="9387"/>
                  <a:pt x="14369" y="9469"/>
                </a:cubicBezTo>
                <a:close/>
                <a:moveTo>
                  <a:pt x="13441" y="12294"/>
                </a:moveTo>
                <a:cubicBezTo>
                  <a:pt x="13322" y="12544"/>
                  <a:pt x="13194" y="12794"/>
                  <a:pt x="13161" y="13085"/>
                </a:cubicBezTo>
                <a:cubicBezTo>
                  <a:pt x="13289" y="12840"/>
                  <a:pt x="13371" y="12570"/>
                  <a:pt x="13441" y="12294"/>
                </a:cubicBezTo>
                <a:close/>
                <a:moveTo>
                  <a:pt x="13907" y="10678"/>
                </a:moveTo>
                <a:cubicBezTo>
                  <a:pt x="13899" y="10688"/>
                  <a:pt x="13886" y="10698"/>
                  <a:pt x="13878" y="10708"/>
                </a:cubicBezTo>
                <a:cubicBezTo>
                  <a:pt x="13870" y="10718"/>
                  <a:pt x="13862" y="10729"/>
                  <a:pt x="13849" y="10739"/>
                </a:cubicBezTo>
                <a:cubicBezTo>
                  <a:pt x="13841" y="10749"/>
                  <a:pt x="13833" y="10759"/>
                  <a:pt x="13820" y="10769"/>
                </a:cubicBezTo>
                <a:cubicBezTo>
                  <a:pt x="13726" y="10851"/>
                  <a:pt x="13647" y="10953"/>
                  <a:pt x="13577" y="11070"/>
                </a:cubicBezTo>
                <a:cubicBezTo>
                  <a:pt x="13561" y="11080"/>
                  <a:pt x="13548" y="11101"/>
                  <a:pt x="13561" y="11116"/>
                </a:cubicBezTo>
                <a:cubicBezTo>
                  <a:pt x="13577" y="11131"/>
                  <a:pt x="13585" y="11101"/>
                  <a:pt x="13594" y="11091"/>
                </a:cubicBezTo>
                <a:cubicBezTo>
                  <a:pt x="13684" y="11004"/>
                  <a:pt x="13779" y="10922"/>
                  <a:pt x="13837" y="10795"/>
                </a:cubicBezTo>
                <a:cubicBezTo>
                  <a:pt x="13845" y="10785"/>
                  <a:pt x="13853" y="10769"/>
                  <a:pt x="13866" y="10759"/>
                </a:cubicBezTo>
                <a:cubicBezTo>
                  <a:pt x="13874" y="10744"/>
                  <a:pt x="13882" y="10734"/>
                  <a:pt x="13886" y="10718"/>
                </a:cubicBezTo>
                <a:cubicBezTo>
                  <a:pt x="13907" y="10713"/>
                  <a:pt x="13915" y="10703"/>
                  <a:pt x="13907" y="10678"/>
                </a:cubicBezTo>
                <a:close/>
                <a:moveTo>
                  <a:pt x="13932" y="10647"/>
                </a:moveTo>
                <a:cubicBezTo>
                  <a:pt x="13915" y="10647"/>
                  <a:pt x="13907" y="10657"/>
                  <a:pt x="13907" y="10678"/>
                </a:cubicBezTo>
                <a:cubicBezTo>
                  <a:pt x="13928" y="10683"/>
                  <a:pt x="13936" y="10667"/>
                  <a:pt x="13932" y="10647"/>
                </a:cubicBezTo>
                <a:close/>
                <a:moveTo>
                  <a:pt x="13948" y="10621"/>
                </a:moveTo>
                <a:cubicBezTo>
                  <a:pt x="13944" y="10627"/>
                  <a:pt x="13940" y="10637"/>
                  <a:pt x="13936" y="10642"/>
                </a:cubicBezTo>
                <a:cubicBezTo>
                  <a:pt x="13948" y="10642"/>
                  <a:pt x="13961" y="10647"/>
                  <a:pt x="13948" y="10621"/>
                </a:cubicBezTo>
                <a:close/>
                <a:moveTo>
                  <a:pt x="14146" y="10264"/>
                </a:moveTo>
                <a:cubicBezTo>
                  <a:pt x="14196" y="10535"/>
                  <a:pt x="14323" y="10693"/>
                  <a:pt x="14455" y="10683"/>
                </a:cubicBezTo>
                <a:cubicBezTo>
                  <a:pt x="14361" y="10555"/>
                  <a:pt x="14266" y="10423"/>
                  <a:pt x="14146" y="10264"/>
                </a:cubicBezTo>
                <a:close/>
                <a:moveTo>
                  <a:pt x="11310" y="14212"/>
                </a:moveTo>
                <a:cubicBezTo>
                  <a:pt x="11351" y="13467"/>
                  <a:pt x="11413" y="12728"/>
                  <a:pt x="11499" y="11988"/>
                </a:cubicBezTo>
                <a:cubicBezTo>
                  <a:pt x="11557" y="11478"/>
                  <a:pt x="11573" y="10963"/>
                  <a:pt x="11652" y="10458"/>
                </a:cubicBezTo>
                <a:cubicBezTo>
                  <a:pt x="11660" y="10407"/>
                  <a:pt x="11672" y="10351"/>
                  <a:pt x="11693" y="10305"/>
                </a:cubicBezTo>
                <a:cubicBezTo>
                  <a:pt x="11714" y="10259"/>
                  <a:pt x="11755" y="10234"/>
                  <a:pt x="11796" y="10244"/>
                </a:cubicBezTo>
                <a:cubicBezTo>
                  <a:pt x="11841" y="10249"/>
                  <a:pt x="11833" y="10310"/>
                  <a:pt x="11841" y="10351"/>
                </a:cubicBezTo>
                <a:cubicBezTo>
                  <a:pt x="11977" y="11080"/>
                  <a:pt x="12060" y="11815"/>
                  <a:pt x="12097" y="12560"/>
                </a:cubicBezTo>
                <a:cubicBezTo>
                  <a:pt x="12118" y="12942"/>
                  <a:pt x="12130" y="13320"/>
                  <a:pt x="12146" y="13687"/>
                </a:cubicBezTo>
                <a:cubicBezTo>
                  <a:pt x="12146" y="13875"/>
                  <a:pt x="12142" y="14049"/>
                  <a:pt x="12146" y="14217"/>
                </a:cubicBezTo>
                <a:cubicBezTo>
                  <a:pt x="12151" y="14294"/>
                  <a:pt x="12130" y="14309"/>
                  <a:pt x="12072" y="14309"/>
                </a:cubicBezTo>
                <a:cubicBezTo>
                  <a:pt x="11846" y="14309"/>
                  <a:pt x="11615" y="14314"/>
                  <a:pt x="11388" y="14324"/>
                </a:cubicBezTo>
                <a:cubicBezTo>
                  <a:pt x="11322" y="14324"/>
                  <a:pt x="11305" y="14294"/>
                  <a:pt x="11310" y="14212"/>
                </a:cubicBezTo>
                <a:close/>
                <a:moveTo>
                  <a:pt x="11573" y="12509"/>
                </a:moveTo>
                <a:cubicBezTo>
                  <a:pt x="11578" y="12493"/>
                  <a:pt x="11590" y="12483"/>
                  <a:pt x="11590" y="12468"/>
                </a:cubicBezTo>
                <a:cubicBezTo>
                  <a:pt x="11623" y="12080"/>
                  <a:pt x="11660" y="11693"/>
                  <a:pt x="11755" y="11315"/>
                </a:cubicBezTo>
                <a:cubicBezTo>
                  <a:pt x="11788" y="11177"/>
                  <a:pt x="11784" y="11029"/>
                  <a:pt x="11689" y="10866"/>
                </a:cubicBezTo>
                <a:cubicBezTo>
                  <a:pt x="11573" y="11432"/>
                  <a:pt x="11578" y="11968"/>
                  <a:pt x="11573" y="12509"/>
                </a:cubicBezTo>
                <a:close/>
                <a:moveTo>
                  <a:pt x="13858" y="1130"/>
                </a:moveTo>
                <a:cubicBezTo>
                  <a:pt x="13886" y="1135"/>
                  <a:pt x="13919" y="1155"/>
                  <a:pt x="13948" y="1145"/>
                </a:cubicBezTo>
                <a:cubicBezTo>
                  <a:pt x="14101" y="1094"/>
                  <a:pt x="14196" y="1176"/>
                  <a:pt x="14262" y="1344"/>
                </a:cubicBezTo>
                <a:cubicBezTo>
                  <a:pt x="14323" y="1476"/>
                  <a:pt x="14410" y="1584"/>
                  <a:pt x="14468" y="1721"/>
                </a:cubicBezTo>
                <a:cubicBezTo>
                  <a:pt x="14604" y="2058"/>
                  <a:pt x="14649" y="2410"/>
                  <a:pt x="14583" y="2777"/>
                </a:cubicBezTo>
                <a:cubicBezTo>
                  <a:pt x="14571" y="2838"/>
                  <a:pt x="14550" y="2905"/>
                  <a:pt x="14587" y="2966"/>
                </a:cubicBezTo>
                <a:cubicBezTo>
                  <a:pt x="14501" y="2889"/>
                  <a:pt x="14563" y="2757"/>
                  <a:pt x="14513" y="2665"/>
                </a:cubicBezTo>
                <a:cubicBezTo>
                  <a:pt x="14476" y="2599"/>
                  <a:pt x="14468" y="2502"/>
                  <a:pt x="14443" y="2405"/>
                </a:cubicBezTo>
                <a:cubicBezTo>
                  <a:pt x="14443" y="2593"/>
                  <a:pt x="14439" y="2757"/>
                  <a:pt x="14443" y="2920"/>
                </a:cubicBezTo>
                <a:cubicBezTo>
                  <a:pt x="14447" y="2996"/>
                  <a:pt x="14431" y="3058"/>
                  <a:pt x="14389" y="3114"/>
                </a:cubicBezTo>
                <a:cubicBezTo>
                  <a:pt x="14398" y="3063"/>
                  <a:pt x="14389" y="3002"/>
                  <a:pt x="14361" y="2976"/>
                </a:cubicBezTo>
                <a:cubicBezTo>
                  <a:pt x="14224" y="2833"/>
                  <a:pt x="14167" y="2624"/>
                  <a:pt x="14047" y="2466"/>
                </a:cubicBezTo>
                <a:cubicBezTo>
                  <a:pt x="13994" y="2395"/>
                  <a:pt x="13940" y="2333"/>
                  <a:pt x="13886" y="2262"/>
                </a:cubicBezTo>
                <a:cubicBezTo>
                  <a:pt x="13878" y="2272"/>
                  <a:pt x="13866" y="2282"/>
                  <a:pt x="13858" y="2293"/>
                </a:cubicBezTo>
                <a:cubicBezTo>
                  <a:pt x="14039" y="2563"/>
                  <a:pt x="14204" y="2848"/>
                  <a:pt x="14348" y="3149"/>
                </a:cubicBezTo>
                <a:cubicBezTo>
                  <a:pt x="14352" y="3170"/>
                  <a:pt x="14369" y="3200"/>
                  <a:pt x="14365" y="3211"/>
                </a:cubicBezTo>
                <a:cubicBezTo>
                  <a:pt x="14340" y="3241"/>
                  <a:pt x="14328" y="3206"/>
                  <a:pt x="14315" y="3190"/>
                </a:cubicBezTo>
                <a:cubicBezTo>
                  <a:pt x="14158" y="3027"/>
                  <a:pt x="14031" y="2828"/>
                  <a:pt x="13907" y="2624"/>
                </a:cubicBezTo>
                <a:cubicBezTo>
                  <a:pt x="13742" y="2344"/>
                  <a:pt x="13594" y="2043"/>
                  <a:pt x="13359" y="1813"/>
                </a:cubicBezTo>
                <a:cubicBezTo>
                  <a:pt x="13544" y="1721"/>
                  <a:pt x="13730" y="1650"/>
                  <a:pt x="13816" y="1359"/>
                </a:cubicBezTo>
                <a:cubicBezTo>
                  <a:pt x="13697" y="1446"/>
                  <a:pt x="13639" y="1579"/>
                  <a:pt x="13515" y="1584"/>
                </a:cubicBezTo>
                <a:cubicBezTo>
                  <a:pt x="13651" y="1461"/>
                  <a:pt x="13754" y="1293"/>
                  <a:pt x="13858" y="1130"/>
                </a:cubicBezTo>
                <a:close/>
                <a:moveTo>
                  <a:pt x="13853" y="1308"/>
                </a:moveTo>
                <a:cubicBezTo>
                  <a:pt x="13981" y="1420"/>
                  <a:pt x="14088" y="1522"/>
                  <a:pt x="14187" y="1640"/>
                </a:cubicBezTo>
                <a:cubicBezTo>
                  <a:pt x="14109" y="1492"/>
                  <a:pt x="14051" y="1318"/>
                  <a:pt x="13853" y="1308"/>
                </a:cubicBezTo>
                <a:close/>
                <a:moveTo>
                  <a:pt x="13804" y="2196"/>
                </a:moveTo>
                <a:cubicBezTo>
                  <a:pt x="13796" y="2216"/>
                  <a:pt x="13825" y="2252"/>
                  <a:pt x="13870" y="2272"/>
                </a:cubicBezTo>
                <a:cubicBezTo>
                  <a:pt x="13862" y="2236"/>
                  <a:pt x="13862" y="2221"/>
                  <a:pt x="13853" y="2211"/>
                </a:cubicBezTo>
                <a:cubicBezTo>
                  <a:pt x="13837" y="2201"/>
                  <a:pt x="13829" y="2145"/>
                  <a:pt x="13804" y="2196"/>
                </a:cubicBezTo>
                <a:close/>
                <a:moveTo>
                  <a:pt x="6787" y="11601"/>
                </a:moveTo>
                <a:cubicBezTo>
                  <a:pt x="6902" y="11846"/>
                  <a:pt x="7001" y="12101"/>
                  <a:pt x="7108" y="12356"/>
                </a:cubicBezTo>
                <a:cubicBezTo>
                  <a:pt x="7096" y="11693"/>
                  <a:pt x="7071" y="11040"/>
                  <a:pt x="7038" y="10392"/>
                </a:cubicBezTo>
                <a:cubicBezTo>
                  <a:pt x="7030" y="10188"/>
                  <a:pt x="7046" y="9984"/>
                  <a:pt x="7005" y="9780"/>
                </a:cubicBezTo>
                <a:cubicBezTo>
                  <a:pt x="6733" y="9958"/>
                  <a:pt x="6486" y="10173"/>
                  <a:pt x="6251" y="10417"/>
                </a:cubicBezTo>
                <a:cubicBezTo>
                  <a:pt x="6177" y="10494"/>
                  <a:pt x="6251" y="10570"/>
                  <a:pt x="6280" y="10647"/>
                </a:cubicBezTo>
                <a:cubicBezTo>
                  <a:pt x="6510" y="10907"/>
                  <a:pt x="6630" y="11269"/>
                  <a:pt x="6787" y="11601"/>
                </a:cubicBezTo>
                <a:close/>
                <a:moveTo>
                  <a:pt x="16137" y="19394"/>
                </a:moveTo>
                <a:cubicBezTo>
                  <a:pt x="15944" y="18802"/>
                  <a:pt x="15808" y="18195"/>
                  <a:pt x="15680" y="17563"/>
                </a:cubicBezTo>
                <a:cubicBezTo>
                  <a:pt x="15527" y="17935"/>
                  <a:pt x="15507" y="18292"/>
                  <a:pt x="15643" y="18660"/>
                </a:cubicBezTo>
                <a:cubicBezTo>
                  <a:pt x="15659" y="18706"/>
                  <a:pt x="15663" y="18757"/>
                  <a:pt x="15667" y="18802"/>
                </a:cubicBezTo>
                <a:cubicBezTo>
                  <a:pt x="15705" y="19190"/>
                  <a:pt x="15709" y="19578"/>
                  <a:pt x="15688" y="19965"/>
                </a:cubicBezTo>
                <a:cubicBezTo>
                  <a:pt x="15684" y="20057"/>
                  <a:pt x="15700" y="20093"/>
                  <a:pt x="15779" y="20093"/>
                </a:cubicBezTo>
                <a:cubicBezTo>
                  <a:pt x="15940" y="20088"/>
                  <a:pt x="16100" y="20083"/>
                  <a:pt x="16261" y="20093"/>
                </a:cubicBezTo>
                <a:cubicBezTo>
                  <a:pt x="16368" y="20098"/>
                  <a:pt x="16356" y="20052"/>
                  <a:pt x="16323" y="19960"/>
                </a:cubicBezTo>
                <a:cubicBezTo>
                  <a:pt x="16261" y="19771"/>
                  <a:pt x="16199" y="19583"/>
                  <a:pt x="16137" y="19394"/>
                </a:cubicBezTo>
                <a:close/>
                <a:moveTo>
                  <a:pt x="11314" y="9010"/>
                </a:moveTo>
                <a:cubicBezTo>
                  <a:pt x="11421" y="9351"/>
                  <a:pt x="11528" y="9708"/>
                  <a:pt x="11615" y="10071"/>
                </a:cubicBezTo>
                <a:cubicBezTo>
                  <a:pt x="11652" y="10234"/>
                  <a:pt x="11681" y="10244"/>
                  <a:pt x="11792" y="10152"/>
                </a:cubicBezTo>
                <a:cubicBezTo>
                  <a:pt x="11837" y="10117"/>
                  <a:pt x="11858" y="10066"/>
                  <a:pt x="11874" y="10009"/>
                </a:cubicBezTo>
                <a:cubicBezTo>
                  <a:pt x="11932" y="9805"/>
                  <a:pt x="11994" y="9606"/>
                  <a:pt x="12052" y="9402"/>
                </a:cubicBezTo>
                <a:cubicBezTo>
                  <a:pt x="12097" y="9249"/>
                  <a:pt x="12138" y="9091"/>
                  <a:pt x="12184" y="8933"/>
                </a:cubicBezTo>
                <a:cubicBezTo>
                  <a:pt x="11899" y="9122"/>
                  <a:pt x="11615" y="9061"/>
                  <a:pt x="11314" y="9010"/>
                </a:cubicBezTo>
                <a:close/>
                <a:moveTo>
                  <a:pt x="18809" y="13651"/>
                </a:moveTo>
                <a:cubicBezTo>
                  <a:pt x="18805" y="13677"/>
                  <a:pt x="18822" y="13692"/>
                  <a:pt x="18838" y="13697"/>
                </a:cubicBezTo>
                <a:cubicBezTo>
                  <a:pt x="19036" y="13763"/>
                  <a:pt x="19213" y="13901"/>
                  <a:pt x="19419" y="13983"/>
                </a:cubicBezTo>
                <a:cubicBezTo>
                  <a:pt x="19399" y="13773"/>
                  <a:pt x="19382" y="13585"/>
                  <a:pt x="19366" y="13376"/>
                </a:cubicBezTo>
                <a:cubicBezTo>
                  <a:pt x="19197" y="13467"/>
                  <a:pt x="19040" y="13544"/>
                  <a:pt x="18875" y="13600"/>
                </a:cubicBezTo>
                <a:cubicBezTo>
                  <a:pt x="18850" y="13605"/>
                  <a:pt x="18817" y="13610"/>
                  <a:pt x="18809" y="13651"/>
                </a:cubicBezTo>
                <a:close/>
                <a:moveTo>
                  <a:pt x="11004" y="7786"/>
                </a:moveTo>
                <a:cubicBezTo>
                  <a:pt x="11050" y="7786"/>
                  <a:pt x="11079" y="7765"/>
                  <a:pt x="11054" y="7699"/>
                </a:cubicBezTo>
                <a:cubicBezTo>
                  <a:pt x="11033" y="7643"/>
                  <a:pt x="11004" y="7587"/>
                  <a:pt x="11009" y="7520"/>
                </a:cubicBezTo>
                <a:cubicBezTo>
                  <a:pt x="11066" y="7551"/>
                  <a:pt x="11058" y="7668"/>
                  <a:pt x="11141" y="7663"/>
                </a:cubicBezTo>
                <a:cubicBezTo>
                  <a:pt x="11165" y="7582"/>
                  <a:pt x="11099" y="7526"/>
                  <a:pt x="11103" y="7444"/>
                </a:cubicBezTo>
                <a:cubicBezTo>
                  <a:pt x="11157" y="7577"/>
                  <a:pt x="11223" y="7704"/>
                  <a:pt x="11252" y="7852"/>
                </a:cubicBezTo>
                <a:cubicBezTo>
                  <a:pt x="11272" y="7857"/>
                  <a:pt x="11277" y="7867"/>
                  <a:pt x="11256" y="7883"/>
                </a:cubicBezTo>
                <a:cubicBezTo>
                  <a:pt x="11256" y="7928"/>
                  <a:pt x="11268" y="7995"/>
                  <a:pt x="11301" y="7974"/>
                </a:cubicBezTo>
                <a:cubicBezTo>
                  <a:pt x="11347" y="7954"/>
                  <a:pt x="11408" y="7913"/>
                  <a:pt x="11384" y="7821"/>
                </a:cubicBezTo>
                <a:cubicBezTo>
                  <a:pt x="11198" y="7500"/>
                  <a:pt x="11083" y="7133"/>
                  <a:pt x="10971" y="6760"/>
                </a:cubicBezTo>
                <a:cubicBezTo>
                  <a:pt x="10951" y="6975"/>
                  <a:pt x="10947" y="7184"/>
                  <a:pt x="10955" y="7393"/>
                </a:cubicBezTo>
                <a:cubicBezTo>
                  <a:pt x="10959" y="7490"/>
                  <a:pt x="10897" y="7587"/>
                  <a:pt x="10955" y="7679"/>
                </a:cubicBezTo>
                <a:cubicBezTo>
                  <a:pt x="10959" y="7673"/>
                  <a:pt x="10963" y="7663"/>
                  <a:pt x="10971" y="7658"/>
                </a:cubicBezTo>
                <a:cubicBezTo>
                  <a:pt x="10976" y="7679"/>
                  <a:pt x="10980" y="7699"/>
                  <a:pt x="10984" y="7719"/>
                </a:cubicBezTo>
                <a:cubicBezTo>
                  <a:pt x="11000" y="7735"/>
                  <a:pt x="11009" y="7755"/>
                  <a:pt x="11004" y="7786"/>
                </a:cubicBezTo>
                <a:close/>
                <a:moveTo>
                  <a:pt x="11004" y="7791"/>
                </a:moveTo>
                <a:cubicBezTo>
                  <a:pt x="11004" y="7791"/>
                  <a:pt x="11004" y="7786"/>
                  <a:pt x="11004" y="7791"/>
                </a:cubicBezTo>
                <a:cubicBezTo>
                  <a:pt x="11004" y="7786"/>
                  <a:pt x="11000" y="7786"/>
                  <a:pt x="11004" y="7791"/>
                </a:cubicBezTo>
                <a:cubicBezTo>
                  <a:pt x="11000" y="7786"/>
                  <a:pt x="11004" y="7791"/>
                  <a:pt x="11004" y="7791"/>
                </a:cubicBezTo>
                <a:close/>
                <a:moveTo>
                  <a:pt x="10976" y="7724"/>
                </a:moveTo>
                <a:cubicBezTo>
                  <a:pt x="10976" y="7724"/>
                  <a:pt x="10976" y="7719"/>
                  <a:pt x="10976" y="7724"/>
                </a:cubicBezTo>
                <a:cubicBezTo>
                  <a:pt x="10976" y="7719"/>
                  <a:pt x="10976" y="7719"/>
                  <a:pt x="10976" y="7724"/>
                </a:cubicBezTo>
                <a:cubicBezTo>
                  <a:pt x="10976" y="7719"/>
                  <a:pt x="10976" y="7724"/>
                  <a:pt x="10976" y="7724"/>
                </a:cubicBezTo>
                <a:close/>
                <a:moveTo>
                  <a:pt x="11248" y="7857"/>
                </a:moveTo>
                <a:cubicBezTo>
                  <a:pt x="11248" y="7857"/>
                  <a:pt x="11248" y="7852"/>
                  <a:pt x="11248" y="7857"/>
                </a:cubicBezTo>
                <a:cubicBezTo>
                  <a:pt x="11244" y="7852"/>
                  <a:pt x="11244" y="7852"/>
                  <a:pt x="11248" y="7857"/>
                </a:cubicBezTo>
                <a:cubicBezTo>
                  <a:pt x="11244" y="7852"/>
                  <a:pt x="11248" y="7857"/>
                  <a:pt x="11248" y="7857"/>
                </a:cubicBezTo>
                <a:close/>
                <a:moveTo>
                  <a:pt x="10918" y="2267"/>
                </a:moveTo>
                <a:cubicBezTo>
                  <a:pt x="11058" y="1915"/>
                  <a:pt x="11314" y="1844"/>
                  <a:pt x="11598" y="1834"/>
                </a:cubicBezTo>
                <a:cubicBezTo>
                  <a:pt x="11602" y="1823"/>
                  <a:pt x="11602" y="1813"/>
                  <a:pt x="11606" y="1803"/>
                </a:cubicBezTo>
                <a:cubicBezTo>
                  <a:pt x="11615" y="1813"/>
                  <a:pt x="11623" y="1818"/>
                  <a:pt x="11631" y="1828"/>
                </a:cubicBezTo>
                <a:cubicBezTo>
                  <a:pt x="11738" y="1757"/>
                  <a:pt x="11850" y="1691"/>
                  <a:pt x="11936" y="1573"/>
                </a:cubicBezTo>
                <a:cubicBezTo>
                  <a:pt x="11627" y="1732"/>
                  <a:pt x="11322" y="1874"/>
                  <a:pt x="10980" y="1660"/>
                </a:cubicBezTo>
                <a:cubicBezTo>
                  <a:pt x="10980" y="1839"/>
                  <a:pt x="10889" y="1981"/>
                  <a:pt x="10889" y="2150"/>
                </a:cubicBezTo>
                <a:cubicBezTo>
                  <a:pt x="10897" y="2191"/>
                  <a:pt x="10885" y="2231"/>
                  <a:pt x="10918" y="2267"/>
                </a:cubicBezTo>
                <a:close/>
                <a:moveTo>
                  <a:pt x="11598" y="1834"/>
                </a:moveTo>
                <a:cubicBezTo>
                  <a:pt x="11598" y="1834"/>
                  <a:pt x="11598" y="1834"/>
                  <a:pt x="11598" y="1834"/>
                </a:cubicBezTo>
                <a:cubicBezTo>
                  <a:pt x="11598" y="1834"/>
                  <a:pt x="11598" y="1839"/>
                  <a:pt x="11598" y="1834"/>
                </a:cubicBezTo>
                <a:lnTo>
                  <a:pt x="11598" y="1834"/>
                </a:lnTo>
                <a:close/>
                <a:moveTo>
                  <a:pt x="6370" y="12860"/>
                </a:moveTo>
                <a:cubicBezTo>
                  <a:pt x="6354" y="12830"/>
                  <a:pt x="6346" y="12794"/>
                  <a:pt x="6308" y="12789"/>
                </a:cubicBezTo>
                <a:cubicBezTo>
                  <a:pt x="6304" y="12835"/>
                  <a:pt x="6325" y="12860"/>
                  <a:pt x="6354" y="12876"/>
                </a:cubicBezTo>
                <a:cubicBezTo>
                  <a:pt x="6498" y="13126"/>
                  <a:pt x="6651" y="13371"/>
                  <a:pt x="6783" y="13631"/>
                </a:cubicBezTo>
                <a:cubicBezTo>
                  <a:pt x="6927" y="13916"/>
                  <a:pt x="6943" y="13967"/>
                  <a:pt x="7248" y="14130"/>
                </a:cubicBezTo>
                <a:cubicBezTo>
                  <a:pt x="6956" y="13707"/>
                  <a:pt x="6663" y="13284"/>
                  <a:pt x="6370" y="12860"/>
                </a:cubicBezTo>
                <a:cubicBezTo>
                  <a:pt x="6370" y="12860"/>
                  <a:pt x="6370" y="12860"/>
                  <a:pt x="6370" y="12860"/>
                </a:cubicBezTo>
                <a:close/>
                <a:moveTo>
                  <a:pt x="21456" y="9000"/>
                </a:moveTo>
                <a:cubicBezTo>
                  <a:pt x="21337" y="8954"/>
                  <a:pt x="21221" y="8908"/>
                  <a:pt x="21106" y="8852"/>
                </a:cubicBezTo>
                <a:cubicBezTo>
                  <a:pt x="21011" y="8806"/>
                  <a:pt x="20953" y="8806"/>
                  <a:pt x="20899" y="8913"/>
                </a:cubicBezTo>
                <a:cubicBezTo>
                  <a:pt x="21069" y="9071"/>
                  <a:pt x="21266" y="9147"/>
                  <a:pt x="21456" y="9295"/>
                </a:cubicBezTo>
                <a:cubicBezTo>
                  <a:pt x="21456" y="9178"/>
                  <a:pt x="21456" y="9091"/>
                  <a:pt x="21456" y="9000"/>
                </a:cubicBezTo>
                <a:close/>
                <a:moveTo>
                  <a:pt x="10514" y="9586"/>
                </a:moveTo>
                <a:cubicBezTo>
                  <a:pt x="10448" y="9326"/>
                  <a:pt x="10386" y="9066"/>
                  <a:pt x="10287" y="8816"/>
                </a:cubicBezTo>
                <a:cubicBezTo>
                  <a:pt x="10287" y="9096"/>
                  <a:pt x="10287" y="9372"/>
                  <a:pt x="10332" y="9647"/>
                </a:cubicBezTo>
                <a:cubicBezTo>
                  <a:pt x="10440" y="9816"/>
                  <a:pt x="10464" y="9647"/>
                  <a:pt x="10514" y="9586"/>
                </a:cubicBezTo>
                <a:close/>
                <a:moveTo>
                  <a:pt x="19634" y="6827"/>
                </a:moveTo>
                <a:cubicBezTo>
                  <a:pt x="19634" y="6822"/>
                  <a:pt x="19634" y="6822"/>
                  <a:pt x="19634" y="6827"/>
                </a:cubicBezTo>
                <a:cubicBezTo>
                  <a:pt x="19630" y="6822"/>
                  <a:pt x="19630" y="6822"/>
                  <a:pt x="19634" y="6827"/>
                </a:cubicBezTo>
                <a:lnTo>
                  <a:pt x="19634" y="6827"/>
                </a:lnTo>
                <a:close/>
                <a:moveTo>
                  <a:pt x="19634" y="6822"/>
                </a:moveTo>
                <a:cubicBezTo>
                  <a:pt x="19658" y="6811"/>
                  <a:pt x="19671" y="6832"/>
                  <a:pt x="19687" y="6847"/>
                </a:cubicBezTo>
                <a:cubicBezTo>
                  <a:pt x="19687" y="6847"/>
                  <a:pt x="19691" y="6857"/>
                  <a:pt x="19691" y="6857"/>
                </a:cubicBezTo>
                <a:cubicBezTo>
                  <a:pt x="19691" y="6857"/>
                  <a:pt x="19700" y="6852"/>
                  <a:pt x="19700" y="6852"/>
                </a:cubicBezTo>
                <a:cubicBezTo>
                  <a:pt x="19708" y="6832"/>
                  <a:pt x="19720" y="6806"/>
                  <a:pt x="19729" y="6786"/>
                </a:cubicBezTo>
                <a:cubicBezTo>
                  <a:pt x="19667" y="6643"/>
                  <a:pt x="19687" y="6485"/>
                  <a:pt x="19675" y="6337"/>
                </a:cubicBezTo>
                <a:cubicBezTo>
                  <a:pt x="19588" y="6358"/>
                  <a:pt x="19510" y="6373"/>
                  <a:pt x="19436" y="6393"/>
                </a:cubicBezTo>
                <a:cubicBezTo>
                  <a:pt x="19370" y="6454"/>
                  <a:pt x="19428" y="6490"/>
                  <a:pt x="19452" y="6531"/>
                </a:cubicBezTo>
                <a:cubicBezTo>
                  <a:pt x="19514" y="6633"/>
                  <a:pt x="19625" y="6679"/>
                  <a:pt x="19634" y="6822"/>
                </a:cubicBezTo>
                <a:close/>
                <a:moveTo>
                  <a:pt x="10592" y="7464"/>
                </a:moveTo>
                <a:cubicBezTo>
                  <a:pt x="10638" y="7449"/>
                  <a:pt x="10642" y="7526"/>
                  <a:pt x="10666" y="7561"/>
                </a:cubicBezTo>
                <a:cubicBezTo>
                  <a:pt x="10728" y="7648"/>
                  <a:pt x="10745" y="7796"/>
                  <a:pt x="10864" y="7816"/>
                </a:cubicBezTo>
                <a:cubicBezTo>
                  <a:pt x="10745" y="7577"/>
                  <a:pt x="10650" y="7311"/>
                  <a:pt x="10489" y="7087"/>
                </a:cubicBezTo>
                <a:cubicBezTo>
                  <a:pt x="10423" y="7286"/>
                  <a:pt x="10501" y="7434"/>
                  <a:pt x="10572" y="7592"/>
                </a:cubicBezTo>
                <a:cubicBezTo>
                  <a:pt x="10580" y="7551"/>
                  <a:pt x="10543" y="7480"/>
                  <a:pt x="10592" y="7464"/>
                </a:cubicBezTo>
                <a:close/>
                <a:moveTo>
                  <a:pt x="2317" y="7699"/>
                </a:moveTo>
                <a:cubicBezTo>
                  <a:pt x="2338" y="7694"/>
                  <a:pt x="2359" y="7684"/>
                  <a:pt x="2379" y="7673"/>
                </a:cubicBezTo>
                <a:cubicBezTo>
                  <a:pt x="2375" y="7454"/>
                  <a:pt x="2375" y="7454"/>
                  <a:pt x="2190" y="7475"/>
                </a:cubicBezTo>
                <a:cubicBezTo>
                  <a:pt x="2165" y="7480"/>
                  <a:pt x="2136" y="7480"/>
                  <a:pt x="2111" y="7480"/>
                </a:cubicBezTo>
                <a:cubicBezTo>
                  <a:pt x="2099" y="7765"/>
                  <a:pt x="2099" y="7765"/>
                  <a:pt x="2317" y="7699"/>
                </a:cubicBezTo>
                <a:close/>
                <a:moveTo>
                  <a:pt x="19254" y="6271"/>
                </a:moveTo>
                <a:cubicBezTo>
                  <a:pt x="19184" y="6184"/>
                  <a:pt x="19160" y="6026"/>
                  <a:pt x="19040" y="6011"/>
                </a:cubicBezTo>
                <a:cubicBezTo>
                  <a:pt x="18970" y="6001"/>
                  <a:pt x="18916" y="5970"/>
                  <a:pt x="18859" y="5934"/>
                </a:cubicBezTo>
                <a:cubicBezTo>
                  <a:pt x="18850" y="5944"/>
                  <a:pt x="18842" y="5955"/>
                  <a:pt x="18834" y="5965"/>
                </a:cubicBezTo>
                <a:cubicBezTo>
                  <a:pt x="18958" y="6103"/>
                  <a:pt x="19081" y="6245"/>
                  <a:pt x="19201" y="6383"/>
                </a:cubicBezTo>
                <a:cubicBezTo>
                  <a:pt x="19221" y="6342"/>
                  <a:pt x="19238" y="6307"/>
                  <a:pt x="19254" y="6271"/>
                </a:cubicBezTo>
                <a:close/>
                <a:moveTo>
                  <a:pt x="13280" y="1543"/>
                </a:moveTo>
                <a:cubicBezTo>
                  <a:pt x="13462" y="1497"/>
                  <a:pt x="13594" y="1374"/>
                  <a:pt x="13684" y="1181"/>
                </a:cubicBezTo>
                <a:cubicBezTo>
                  <a:pt x="13697" y="1155"/>
                  <a:pt x="13750" y="1114"/>
                  <a:pt x="13688" y="1079"/>
                </a:cubicBezTo>
                <a:cubicBezTo>
                  <a:pt x="13655" y="1058"/>
                  <a:pt x="13618" y="1063"/>
                  <a:pt x="13598" y="1109"/>
                </a:cubicBezTo>
                <a:cubicBezTo>
                  <a:pt x="13524" y="1288"/>
                  <a:pt x="13404" y="1415"/>
                  <a:pt x="13280" y="1543"/>
                </a:cubicBezTo>
                <a:close/>
                <a:moveTo>
                  <a:pt x="11165" y="10264"/>
                </a:moveTo>
                <a:cubicBezTo>
                  <a:pt x="11244" y="10219"/>
                  <a:pt x="11215" y="10106"/>
                  <a:pt x="11252" y="10035"/>
                </a:cubicBezTo>
                <a:cubicBezTo>
                  <a:pt x="11182" y="9928"/>
                  <a:pt x="11108" y="9821"/>
                  <a:pt x="11037" y="9708"/>
                </a:cubicBezTo>
                <a:cubicBezTo>
                  <a:pt x="10951" y="9856"/>
                  <a:pt x="11021" y="9953"/>
                  <a:pt x="11087" y="10055"/>
                </a:cubicBezTo>
                <a:cubicBezTo>
                  <a:pt x="11103" y="10081"/>
                  <a:pt x="11157" y="10081"/>
                  <a:pt x="11124" y="10142"/>
                </a:cubicBezTo>
                <a:cubicBezTo>
                  <a:pt x="11141" y="10183"/>
                  <a:pt x="11153" y="10224"/>
                  <a:pt x="11165" y="10264"/>
                </a:cubicBezTo>
                <a:close/>
                <a:moveTo>
                  <a:pt x="13243" y="344"/>
                </a:moveTo>
                <a:cubicBezTo>
                  <a:pt x="13396" y="533"/>
                  <a:pt x="13499" y="742"/>
                  <a:pt x="13540" y="997"/>
                </a:cubicBezTo>
                <a:cubicBezTo>
                  <a:pt x="13668" y="793"/>
                  <a:pt x="13503" y="446"/>
                  <a:pt x="13243" y="344"/>
                </a:cubicBezTo>
                <a:close/>
                <a:moveTo>
                  <a:pt x="20194" y="7622"/>
                </a:moveTo>
                <a:cubicBezTo>
                  <a:pt x="20190" y="7857"/>
                  <a:pt x="20141" y="8087"/>
                  <a:pt x="20112" y="8321"/>
                </a:cubicBezTo>
                <a:cubicBezTo>
                  <a:pt x="20124" y="8331"/>
                  <a:pt x="20133" y="8347"/>
                  <a:pt x="20145" y="8357"/>
                </a:cubicBezTo>
                <a:cubicBezTo>
                  <a:pt x="20199" y="8168"/>
                  <a:pt x="20207" y="7974"/>
                  <a:pt x="20232" y="7781"/>
                </a:cubicBezTo>
                <a:cubicBezTo>
                  <a:pt x="20236" y="7735"/>
                  <a:pt x="20207" y="7663"/>
                  <a:pt x="20277" y="7653"/>
                </a:cubicBezTo>
                <a:cubicBezTo>
                  <a:pt x="20256" y="7617"/>
                  <a:pt x="20227" y="7617"/>
                  <a:pt x="20194" y="7622"/>
                </a:cubicBezTo>
                <a:cubicBezTo>
                  <a:pt x="20265" y="7367"/>
                  <a:pt x="20310" y="7281"/>
                  <a:pt x="20046" y="7230"/>
                </a:cubicBezTo>
                <a:cubicBezTo>
                  <a:pt x="20067" y="7357"/>
                  <a:pt x="20133" y="7485"/>
                  <a:pt x="20038" y="7602"/>
                </a:cubicBezTo>
                <a:cubicBezTo>
                  <a:pt x="20096" y="7561"/>
                  <a:pt x="20141" y="7628"/>
                  <a:pt x="20194" y="7622"/>
                </a:cubicBezTo>
                <a:close/>
                <a:moveTo>
                  <a:pt x="10440" y="8255"/>
                </a:moveTo>
                <a:cubicBezTo>
                  <a:pt x="10477" y="8173"/>
                  <a:pt x="10510" y="8097"/>
                  <a:pt x="10547" y="8015"/>
                </a:cubicBezTo>
                <a:cubicBezTo>
                  <a:pt x="10530" y="7872"/>
                  <a:pt x="10460" y="7765"/>
                  <a:pt x="10398" y="7643"/>
                </a:cubicBezTo>
                <a:cubicBezTo>
                  <a:pt x="10394" y="7852"/>
                  <a:pt x="10398" y="8056"/>
                  <a:pt x="10440" y="8255"/>
                </a:cubicBezTo>
                <a:close/>
                <a:moveTo>
                  <a:pt x="10761" y="2354"/>
                </a:moveTo>
                <a:cubicBezTo>
                  <a:pt x="10712" y="2364"/>
                  <a:pt x="10687" y="2400"/>
                  <a:pt x="10646" y="2389"/>
                </a:cubicBezTo>
                <a:cubicBezTo>
                  <a:pt x="10563" y="2359"/>
                  <a:pt x="10567" y="2440"/>
                  <a:pt x="10580" y="2497"/>
                </a:cubicBezTo>
                <a:cubicBezTo>
                  <a:pt x="10609" y="2614"/>
                  <a:pt x="10646" y="2726"/>
                  <a:pt x="10679" y="2843"/>
                </a:cubicBezTo>
                <a:cubicBezTo>
                  <a:pt x="10712" y="2675"/>
                  <a:pt x="10765" y="2532"/>
                  <a:pt x="10761" y="2354"/>
                </a:cubicBezTo>
                <a:close/>
                <a:moveTo>
                  <a:pt x="10765" y="8694"/>
                </a:moveTo>
                <a:cubicBezTo>
                  <a:pt x="10703" y="8663"/>
                  <a:pt x="10712" y="8571"/>
                  <a:pt x="10658" y="8515"/>
                </a:cubicBezTo>
                <a:cubicBezTo>
                  <a:pt x="10683" y="8627"/>
                  <a:pt x="10683" y="8734"/>
                  <a:pt x="10691" y="8836"/>
                </a:cubicBezTo>
                <a:cubicBezTo>
                  <a:pt x="10703" y="8994"/>
                  <a:pt x="10662" y="9153"/>
                  <a:pt x="10708" y="9306"/>
                </a:cubicBezTo>
                <a:cubicBezTo>
                  <a:pt x="10699" y="9102"/>
                  <a:pt x="10790" y="8903"/>
                  <a:pt x="10765" y="8694"/>
                </a:cubicBezTo>
                <a:close/>
                <a:moveTo>
                  <a:pt x="12303" y="8643"/>
                </a:moveTo>
                <a:cubicBezTo>
                  <a:pt x="12394" y="8546"/>
                  <a:pt x="12509" y="8479"/>
                  <a:pt x="12555" y="8331"/>
                </a:cubicBezTo>
                <a:cubicBezTo>
                  <a:pt x="12534" y="8321"/>
                  <a:pt x="12513" y="8306"/>
                  <a:pt x="12493" y="8296"/>
                </a:cubicBezTo>
                <a:cubicBezTo>
                  <a:pt x="12439" y="8326"/>
                  <a:pt x="12390" y="8362"/>
                  <a:pt x="12349" y="8418"/>
                </a:cubicBezTo>
                <a:cubicBezTo>
                  <a:pt x="12369" y="8469"/>
                  <a:pt x="12332" y="8449"/>
                  <a:pt x="12320" y="8454"/>
                </a:cubicBezTo>
                <a:cubicBezTo>
                  <a:pt x="12353" y="8520"/>
                  <a:pt x="12237" y="8571"/>
                  <a:pt x="12303" y="8643"/>
                </a:cubicBezTo>
                <a:close/>
                <a:moveTo>
                  <a:pt x="12320" y="8454"/>
                </a:moveTo>
                <a:cubicBezTo>
                  <a:pt x="12320" y="8454"/>
                  <a:pt x="12320" y="8454"/>
                  <a:pt x="12320" y="8454"/>
                </a:cubicBezTo>
                <a:cubicBezTo>
                  <a:pt x="12324" y="8449"/>
                  <a:pt x="12324" y="8449"/>
                  <a:pt x="12320" y="8454"/>
                </a:cubicBezTo>
                <a:cubicBezTo>
                  <a:pt x="12324" y="8449"/>
                  <a:pt x="12320" y="8454"/>
                  <a:pt x="12320" y="8454"/>
                </a:cubicBezTo>
                <a:close/>
                <a:moveTo>
                  <a:pt x="11050" y="14324"/>
                </a:moveTo>
                <a:cubicBezTo>
                  <a:pt x="11075" y="14324"/>
                  <a:pt x="11095" y="14324"/>
                  <a:pt x="11120" y="14324"/>
                </a:cubicBezTo>
                <a:cubicBezTo>
                  <a:pt x="11120" y="13957"/>
                  <a:pt x="11120" y="13590"/>
                  <a:pt x="11120" y="13223"/>
                </a:cubicBezTo>
                <a:cubicBezTo>
                  <a:pt x="11108" y="13223"/>
                  <a:pt x="11095" y="13223"/>
                  <a:pt x="11083" y="13223"/>
                </a:cubicBezTo>
                <a:cubicBezTo>
                  <a:pt x="11070" y="13590"/>
                  <a:pt x="11062" y="13957"/>
                  <a:pt x="11050" y="14324"/>
                </a:cubicBezTo>
                <a:close/>
                <a:moveTo>
                  <a:pt x="3777" y="6388"/>
                </a:moveTo>
                <a:cubicBezTo>
                  <a:pt x="3777" y="6388"/>
                  <a:pt x="3777" y="6388"/>
                  <a:pt x="3777" y="6388"/>
                </a:cubicBezTo>
                <a:cubicBezTo>
                  <a:pt x="3773" y="6393"/>
                  <a:pt x="3773" y="6393"/>
                  <a:pt x="3777" y="6388"/>
                </a:cubicBezTo>
                <a:cubicBezTo>
                  <a:pt x="3773" y="6393"/>
                  <a:pt x="3777" y="6388"/>
                  <a:pt x="3777" y="6388"/>
                </a:cubicBezTo>
                <a:close/>
                <a:moveTo>
                  <a:pt x="3546" y="6562"/>
                </a:moveTo>
                <a:cubicBezTo>
                  <a:pt x="3604" y="6500"/>
                  <a:pt x="3666" y="6434"/>
                  <a:pt x="3748" y="6424"/>
                </a:cubicBezTo>
                <a:cubicBezTo>
                  <a:pt x="3748" y="6398"/>
                  <a:pt x="3756" y="6388"/>
                  <a:pt x="3777" y="6388"/>
                </a:cubicBezTo>
                <a:cubicBezTo>
                  <a:pt x="3785" y="6342"/>
                  <a:pt x="3789" y="6291"/>
                  <a:pt x="3732" y="6342"/>
                </a:cubicBezTo>
                <a:cubicBezTo>
                  <a:pt x="3641" y="6424"/>
                  <a:pt x="3534" y="6460"/>
                  <a:pt x="3435" y="6521"/>
                </a:cubicBezTo>
                <a:cubicBezTo>
                  <a:pt x="3435" y="6536"/>
                  <a:pt x="3431" y="6556"/>
                  <a:pt x="3431" y="6572"/>
                </a:cubicBezTo>
                <a:cubicBezTo>
                  <a:pt x="3468" y="6618"/>
                  <a:pt x="3505" y="6613"/>
                  <a:pt x="3546" y="6562"/>
                </a:cubicBezTo>
                <a:close/>
                <a:moveTo>
                  <a:pt x="3752" y="6424"/>
                </a:moveTo>
                <a:cubicBezTo>
                  <a:pt x="3752" y="6424"/>
                  <a:pt x="3748" y="6424"/>
                  <a:pt x="3752" y="6424"/>
                </a:cubicBezTo>
                <a:cubicBezTo>
                  <a:pt x="3748" y="6424"/>
                  <a:pt x="3748" y="6424"/>
                  <a:pt x="3752" y="6424"/>
                </a:cubicBezTo>
                <a:cubicBezTo>
                  <a:pt x="3748" y="6429"/>
                  <a:pt x="3752" y="6424"/>
                  <a:pt x="3752" y="6424"/>
                </a:cubicBezTo>
                <a:close/>
                <a:moveTo>
                  <a:pt x="13660" y="3129"/>
                </a:moveTo>
                <a:cubicBezTo>
                  <a:pt x="13688" y="3129"/>
                  <a:pt x="13701" y="3104"/>
                  <a:pt x="13697" y="3073"/>
                </a:cubicBezTo>
                <a:cubicBezTo>
                  <a:pt x="13684" y="2945"/>
                  <a:pt x="13709" y="2813"/>
                  <a:pt x="13618" y="2655"/>
                </a:cubicBezTo>
                <a:cubicBezTo>
                  <a:pt x="13618" y="2823"/>
                  <a:pt x="13618" y="2950"/>
                  <a:pt x="13618" y="3073"/>
                </a:cubicBezTo>
                <a:cubicBezTo>
                  <a:pt x="13618" y="3104"/>
                  <a:pt x="13631" y="3129"/>
                  <a:pt x="13660" y="3129"/>
                </a:cubicBezTo>
                <a:close/>
                <a:moveTo>
                  <a:pt x="12633" y="9525"/>
                </a:moveTo>
                <a:cubicBezTo>
                  <a:pt x="12645" y="9479"/>
                  <a:pt x="12654" y="9433"/>
                  <a:pt x="12662" y="9387"/>
                </a:cubicBezTo>
                <a:cubicBezTo>
                  <a:pt x="12654" y="9331"/>
                  <a:pt x="12645" y="9270"/>
                  <a:pt x="12629" y="9219"/>
                </a:cubicBezTo>
                <a:cubicBezTo>
                  <a:pt x="12612" y="9163"/>
                  <a:pt x="12584" y="9178"/>
                  <a:pt x="12563" y="9219"/>
                </a:cubicBezTo>
                <a:cubicBezTo>
                  <a:pt x="12571" y="9234"/>
                  <a:pt x="12579" y="9249"/>
                  <a:pt x="12555" y="9249"/>
                </a:cubicBezTo>
                <a:cubicBezTo>
                  <a:pt x="12555" y="9249"/>
                  <a:pt x="12555" y="9244"/>
                  <a:pt x="12555" y="9244"/>
                </a:cubicBezTo>
                <a:cubicBezTo>
                  <a:pt x="12513" y="9362"/>
                  <a:pt x="12555" y="9448"/>
                  <a:pt x="12633" y="9525"/>
                </a:cubicBezTo>
                <a:close/>
                <a:moveTo>
                  <a:pt x="10877" y="8209"/>
                </a:moveTo>
                <a:cubicBezTo>
                  <a:pt x="10802" y="8076"/>
                  <a:pt x="10741" y="7959"/>
                  <a:pt x="10675" y="7842"/>
                </a:cubicBezTo>
                <a:cubicBezTo>
                  <a:pt x="10691" y="7913"/>
                  <a:pt x="10629" y="7979"/>
                  <a:pt x="10675" y="8051"/>
                </a:cubicBezTo>
                <a:cubicBezTo>
                  <a:pt x="10757" y="8066"/>
                  <a:pt x="10769" y="8204"/>
                  <a:pt x="10877" y="8209"/>
                </a:cubicBezTo>
                <a:close/>
                <a:moveTo>
                  <a:pt x="11425" y="10290"/>
                </a:moveTo>
                <a:cubicBezTo>
                  <a:pt x="11388" y="10101"/>
                  <a:pt x="11305" y="9943"/>
                  <a:pt x="11219" y="9749"/>
                </a:cubicBezTo>
                <a:cubicBezTo>
                  <a:pt x="11206" y="9851"/>
                  <a:pt x="11264" y="9882"/>
                  <a:pt x="11272" y="9938"/>
                </a:cubicBezTo>
                <a:cubicBezTo>
                  <a:pt x="11281" y="9994"/>
                  <a:pt x="11343" y="10035"/>
                  <a:pt x="11297" y="10101"/>
                </a:cubicBezTo>
                <a:cubicBezTo>
                  <a:pt x="11334" y="10173"/>
                  <a:pt x="11347" y="10264"/>
                  <a:pt x="11425" y="10290"/>
                </a:cubicBezTo>
                <a:close/>
                <a:moveTo>
                  <a:pt x="19502" y="5955"/>
                </a:moveTo>
                <a:cubicBezTo>
                  <a:pt x="19564" y="5899"/>
                  <a:pt x="19456" y="5786"/>
                  <a:pt x="19551" y="5745"/>
                </a:cubicBezTo>
                <a:cubicBezTo>
                  <a:pt x="19518" y="5664"/>
                  <a:pt x="19469" y="5715"/>
                  <a:pt x="19423" y="5715"/>
                </a:cubicBezTo>
                <a:cubicBezTo>
                  <a:pt x="19428" y="5730"/>
                  <a:pt x="19432" y="5740"/>
                  <a:pt x="19436" y="5756"/>
                </a:cubicBezTo>
                <a:cubicBezTo>
                  <a:pt x="19428" y="5756"/>
                  <a:pt x="19423" y="5756"/>
                  <a:pt x="19415" y="5761"/>
                </a:cubicBezTo>
                <a:cubicBezTo>
                  <a:pt x="19415" y="5761"/>
                  <a:pt x="19411" y="5756"/>
                  <a:pt x="19411" y="5756"/>
                </a:cubicBezTo>
                <a:cubicBezTo>
                  <a:pt x="19456" y="5807"/>
                  <a:pt x="19432" y="5914"/>
                  <a:pt x="19502" y="5955"/>
                </a:cubicBezTo>
                <a:close/>
                <a:moveTo>
                  <a:pt x="20277" y="8005"/>
                </a:moveTo>
                <a:cubicBezTo>
                  <a:pt x="20248" y="8132"/>
                  <a:pt x="20223" y="8260"/>
                  <a:pt x="20194" y="8387"/>
                </a:cubicBezTo>
                <a:cubicBezTo>
                  <a:pt x="20203" y="8423"/>
                  <a:pt x="20232" y="8428"/>
                  <a:pt x="20252" y="8438"/>
                </a:cubicBezTo>
                <a:cubicBezTo>
                  <a:pt x="20269" y="8265"/>
                  <a:pt x="20335" y="8097"/>
                  <a:pt x="20331" y="7918"/>
                </a:cubicBezTo>
                <a:cubicBezTo>
                  <a:pt x="20396" y="7913"/>
                  <a:pt x="20359" y="7791"/>
                  <a:pt x="20429" y="7791"/>
                </a:cubicBezTo>
                <a:cubicBezTo>
                  <a:pt x="20425" y="7760"/>
                  <a:pt x="20475" y="7735"/>
                  <a:pt x="20438" y="7699"/>
                </a:cubicBezTo>
                <a:cubicBezTo>
                  <a:pt x="20355" y="7740"/>
                  <a:pt x="20310" y="7806"/>
                  <a:pt x="20331" y="7918"/>
                </a:cubicBezTo>
                <a:cubicBezTo>
                  <a:pt x="20281" y="7913"/>
                  <a:pt x="20285" y="7969"/>
                  <a:pt x="20277" y="8005"/>
                </a:cubicBezTo>
                <a:close/>
                <a:moveTo>
                  <a:pt x="4973" y="14482"/>
                </a:moveTo>
                <a:cubicBezTo>
                  <a:pt x="4968" y="14472"/>
                  <a:pt x="4968" y="14457"/>
                  <a:pt x="4964" y="14447"/>
                </a:cubicBezTo>
                <a:cubicBezTo>
                  <a:pt x="4857" y="14482"/>
                  <a:pt x="4742" y="14447"/>
                  <a:pt x="4639" y="14503"/>
                </a:cubicBezTo>
                <a:cubicBezTo>
                  <a:pt x="4750" y="14493"/>
                  <a:pt x="4861" y="14528"/>
                  <a:pt x="4973" y="14482"/>
                </a:cubicBezTo>
                <a:close/>
                <a:moveTo>
                  <a:pt x="4635" y="14503"/>
                </a:moveTo>
                <a:cubicBezTo>
                  <a:pt x="4635" y="14503"/>
                  <a:pt x="4635" y="14503"/>
                  <a:pt x="4635" y="14503"/>
                </a:cubicBezTo>
                <a:cubicBezTo>
                  <a:pt x="4635" y="14503"/>
                  <a:pt x="4635" y="14503"/>
                  <a:pt x="4635" y="14503"/>
                </a:cubicBezTo>
                <a:cubicBezTo>
                  <a:pt x="4635" y="14503"/>
                  <a:pt x="4635" y="14503"/>
                  <a:pt x="4635" y="14503"/>
                </a:cubicBezTo>
                <a:close/>
                <a:moveTo>
                  <a:pt x="11194" y="6985"/>
                </a:moveTo>
                <a:cubicBezTo>
                  <a:pt x="11190" y="6990"/>
                  <a:pt x="11186" y="6995"/>
                  <a:pt x="11178" y="7000"/>
                </a:cubicBezTo>
                <a:cubicBezTo>
                  <a:pt x="11215" y="7066"/>
                  <a:pt x="11252" y="7128"/>
                  <a:pt x="11289" y="7194"/>
                </a:cubicBezTo>
                <a:lnTo>
                  <a:pt x="11297" y="7184"/>
                </a:lnTo>
                <a:cubicBezTo>
                  <a:pt x="11281" y="7107"/>
                  <a:pt x="11248" y="7041"/>
                  <a:pt x="11194" y="6985"/>
                </a:cubicBezTo>
                <a:close/>
                <a:moveTo>
                  <a:pt x="10683" y="1471"/>
                </a:moveTo>
                <a:cubicBezTo>
                  <a:pt x="10683" y="1466"/>
                  <a:pt x="10683" y="1466"/>
                  <a:pt x="10683" y="1471"/>
                </a:cubicBezTo>
                <a:cubicBezTo>
                  <a:pt x="10683" y="1466"/>
                  <a:pt x="10683" y="1466"/>
                  <a:pt x="10683" y="1471"/>
                </a:cubicBezTo>
                <a:cubicBezTo>
                  <a:pt x="10679" y="1471"/>
                  <a:pt x="10679" y="1471"/>
                  <a:pt x="10683" y="1471"/>
                </a:cubicBezTo>
                <a:cubicBezTo>
                  <a:pt x="10683" y="1471"/>
                  <a:pt x="10683" y="1471"/>
                  <a:pt x="10683" y="1471"/>
                </a:cubicBezTo>
                <a:close/>
                <a:moveTo>
                  <a:pt x="10708" y="1538"/>
                </a:moveTo>
                <a:lnTo>
                  <a:pt x="10708" y="1538"/>
                </a:lnTo>
                <a:cubicBezTo>
                  <a:pt x="10708" y="1533"/>
                  <a:pt x="10708" y="1538"/>
                  <a:pt x="10708" y="1538"/>
                </a:cubicBezTo>
                <a:cubicBezTo>
                  <a:pt x="10708" y="1538"/>
                  <a:pt x="10708" y="1538"/>
                  <a:pt x="10708" y="1538"/>
                </a:cubicBezTo>
                <a:lnTo>
                  <a:pt x="10708" y="1538"/>
                </a:lnTo>
                <a:lnTo>
                  <a:pt x="10708" y="1538"/>
                </a:lnTo>
                <a:lnTo>
                  <a:pt x="10708" y="1538"/>
                </a:lnTo>
                <a:lnTo>
                  <a:pt x="10708" y="1538"/>
                </a:lnTo>
                <a:cubicBezTo>
                  <a:pt x="10712" y="1533"/>
                  <a:pt x="10708" y="1533"/>
                  <a:pt x="10708" y="1538"/>
                </a:cubicBezTo>
                <a:cubicBezTo>
                  <a:pt x="10708" y="1533"/>
                  <a:pt x="10708" y="1533"/>
                  <a:pt x="10708" y="1538"/>
                </a:cubicBezTo>
                <a:cubicBezTo>
                  <a:pt x="10708" y="1533"/>
                  <a:pt x="10708" y="1533"/>
                  <a:pt x="10708" y="1538"/>
                </a:cubicBezTo>
                <a:close/>
                <a:moveTo>
                  <a:pt x="10757" y="1512"/>
                </a:moveTo>
                <a:cubicBezTo>
                  <a:pt x="10749" y="1482"/>
                  <a:pt x="10716" y="1466"/>
                  <a:pt x="10683" y="1466"/>
                </a:cubicBezTo>
                <a:cubicBezTo>
                  <a:pt x="10691" y="1487"/>
                  <a:pt x="10699" y="1507"/>
                  <a:pt x="10708" y="1533"/>
                </a:cubicBezTo>
                <a:cubicBezTo>
                  <a:pt x="10724" y="1522"/>
                  <a:pt x="10765" y="1538"/>
                  <a:pt x="10757" y="1512"/>
                </a:cubicBezTo>
                <a:close/>
                <a:moveTo>
                  <a:pt x="11429" y="7485"/>
                </a:moveTo>
                <a:cubicBezTo>
                  <a:pt x="11421" y="7475"/>
                  <a:pt x="11413" y="7464"/>
                  <a:pt x="11408" y="7459"/>
                </a:cubicBezTo>
                <a:lnTo>
                  <a:pt x="11404" y="7459"/>
                </a:lnTo>
                <a:cubicBezTo>
                  <a:pt x="11413" y="7464"/>
                  <a:pt x="11421" y="7475"/>
                  <a:pt x="11429" y="7485"/>
                </a:cubicBezTo>
                <a:close/>
                <a:moveTo>
                  <a:pt x="11169" y="6954"/>
                </a:moveTo>
                <a:cubicBezTo>
                  <a:pt x="11157" y="6964"/>
                  <a:pt x="11165" y="6990"/>
                  <a:pt x="11182" y="7005"/>
                </a:cubicBezTo>
                <a:cubicBezTo>
                  <a:pt x="11186" y="7000"/>
                  <a:pt x="11190" y="6995"/>
                  <a:pt x="11198" y="6990"/>
                </a:cubicBezTo>
                <a:cubicBezTo>
                  <a:pt x="11190" y="6964"/>
                  <a:pt x="11190" y="6939"/>
                  <a:pt x="11169" y="6954"/>
                </a:cubicBezTo>
                <a:close/>
                <a:moveTo>
                  <a:pt x="12728" y="411"/>
                </a:moveTo>
                <a:cubicBezTo>
                  <a:pt x="12724" y="416"/>
                  <a:pt x="12720" y="421"/>
                  <a:pt x="12715" y="426"/>
                </a:cubicBezTo>
                <a:cubicBezTo>
                  <a:pt x="12728" y="431"/>
                  <a:pt x="12736" y="431"/>
                  <a:pt x="12748" y="436"/>
                </a:cubicBezTo>
                <a:cubicBezTo>
                  <a:pt x="12748" y="436"/>
                  <a:pt x="12748" y="436"/>
                  <a:pt x="12748" y="436"/>
                </a:cubicBezTo>
                <a:cubicBezTo>
                  <a:pt x="12744" y="431"/>
                  <a:pt x="12736" y="421"/>
                  <a:pt x="12728" y="411"/>
                </a:cubicBezTo>
                <a:close/>
                <a:moveTo>
                  <a:pt x="11404" y="7459"/>
                </a:moveTo>
                <a:cubicBezTo>
                  <a:pt x="11404" y="7459"/>
                  <a:pt x="11408" y="7454"/>
                  <a:pt x="11404" y="7459"/>
                </a:cubicBezTo>
                <a:cubicBezTo>
                  <a:pt x="11404" y="7454"/>
                  <a:pt x="11404" y="7454"/>
                  <a:pt x="11404" y="7449"/>
                </a:cubicBezTo>
                <a:cubicBezTo>
                  <a:pt x="11404" y="7449"/>
                  <a:pt x="11404" y="7454"/>
                  <a:pt x="11404" y="7459"/>
                </a:cubicBezTo>
                <a:close/>
                <a:moveTo>
                  <a:pt x="11388" y="7408"/>
                </a:moveTo>
                <a:cubicBezTo>
                  <a:pt x="11392" y="7424"/>
                  <a:pt x="11396" y="7434"/>
                  <a:pt x="11404" y="7449"/>
                </a:cubicBezTo>
                <a:cubicBezTo>
                  <a:pt x="11404" y="7434"/>
                  <a:pt x="11400" y="7418"/>
                  <a:pt x="11400" y="7403"/>
                </a:cubicBezTo>
                <a:cubicBezTo>
                  <a:pt x="11396" y="7403"/>
                  <a:pt x="11392" y="7403"/>
                  <a:pt x="11388" y="7408"/>
                </a:cubicBezTo>
                <a:close/>
                <a:moveTo>
                  <a:pt x="10052" y="8107"/>
                </a:moveTo>
                <a:cubicBezTo>
                  <a:pt x="10048" y="8102"/>
                  <a:pt x="10044" y="8097"/>
                  <a:pt x="10040" y="8092"/>
                </a:cubicBezTo>
                <a:cubicBezTo>
                  <a:pt x="10044" y="8102"/>
                  <a:pt x="10044" y="8107"/>
                  <a:pt x="10048" y="8117"/>
                </a:cubicBezTo>
                <a:cubicBezTo>
                  <a:pt x="10048" y="8112"/>
                  <a:pt x="10052" y="8107"/>
                  <a:pt x="10052" y="8107"/>
                </a:cubicBezTo>
                <a:close/>
                <a:moveTo>
                  <a:pt x="10040" y="8081"/>
                </a:moveTo>
                <a:cubicBezTo>
                  <a:pt x="10040" y="8081"/>
                  <a:pt x="10036" y="8087"/>
                  <a:pt x="10040" y="8081"/>
                </a:cubicBezTo>
                <a:cubicBezTo>
                  <a:pt x="10040" y="8087"/>
                  <a:pt x="10040" y="8087"/>
                  <a:pt x="10044" y="8092"/>
                </a:cubicBezTo>
                <a:cubicBezTo>
                  <a:pt x="10040" y="8087"/>
                  <a:pt x="10040" y="8087"/>
                  <a:pt x="10040" y="8081"/>
                </a:cubicBezTo>
                <a:close/>
                <a:moveTo>
                  <a:pt x="9471" y="8163"/>
                </a:moveTo>
                <a:cubicBezTo>
                  <a:pt x="9458" y="8163"/>
                  <a:pt x="9450" y="8168"/>
                  <a:pt x="9438" y="8168"/>
                </a:cubicBezTo>
                <a:cubicBezTo>
                  <a:pt x="9442" y="8178"/>
                  <a:pt x="9450" y="8189"/>
                  <a:pt x="9454" y="8199"/>
                </a:cubicBezTo>
                <a:cubicBezTo>
                  <a:pt x="9458" y="8183"/>
                  <a:pt x="9462" y="8173"/>
                  <a:pt x="9471" y="8163"/>
                </a:cubicBezTo>
                <a:close/>
                <a:moveTo>
                  <a:pt x="10728" y="1293"/>
                </a:moveTo>
                <a:cubicBezTo>
                  <a:pt x="10741" y="1278"/>
                  <a:pt x="10724" y="1267"/>
                  <a:pt x="10712" y="1267"/>
                </a:cubicBezTo>
                <a:cubicBezTo>
                  <a:pt x="10708" y="1272"/>
                  <a:pt x="10703" y="1278"/>
                  <a:pt x="10703" y="1278"/>
                </a:cubicBezTo>
                <a:cubicBezTo>
                  <a:pt x="10708" y="1293"/>
                  <a:pt x="10716" y="1308"/>
                  <a:pt x="10728" y="1293"/>
                </a:cubicBezTo>
                <a:close/>
                <a:moveTo>
                  <a:pt x="11363" y="7347"/>
                </a:moveTo>
                <a:cubicBezTo>
                  <a:pt x="11367" y="7342"/>
                  <a:pt x="11371" y="7337"/>
                  <a:pt x="11371" y="7332"/>
                </a:cubicBezTo>
                <a:cubicBezTo>
                  <a:pt x="11363" y="7327"/>
                  <a:pt x="11359" y="7327"/>
                  <a:pt x="11351" y="7322"/>
                </a:cubicBezTo>
                <a:cubicBezTo>
                  <a:pt x="11351" y="7265"/>
                  <a:pt x="11330" y="7225"/>
                  <a:pt x="11297" y="7189"/>
                </a:cubicBezTo>
                <a:cubicBezTo>
                  <a:pt x="11297" y="7189"/>
                  <a:pt x="11289" y="7199"/>
                  <a:pt x="11289" y="7199"/>
                </a:cubicBezTo>
                <a:cubicBezTo>
                  <a:pt x="11301" y="7245"/>
                  <a:pt x="11310" y="7296"/>
                  <a:pt x="11351" y="7327"/>
                </a:cubicBezTo>
                <a:lnTo>
                  <a:pt x="11351" y="7327"/>
                </a:lnTo>
                <a:cubicBezTo>
                  <a:pt x="11359" y="7332"/>
                  <a:pt x="11359" y="7337"/>
                  <a:pt x="11363" y="7347"/>
                </a:cubicBezTo>
                <a:close/>
                <a:moveTo>
                  <a:pt x="3876" y="6266"/>
                </a:moveTo>
                <a:cubicBezTo>
                  <a:pt x="4057" y="6174"/>
                  <a:pt x="4214" y="6036"/>
                  <a:pt x="4325" y="5832"/>
                </a:cubicBezTo>
                <a:cubicBezTo>
                  <a:pt x="4222" y="5832"/>
                  <a:pt x="4111" y="5848"/>
                  <a:pt x="4020" y="5730"/>
                </a:cubicBezTo>
                <a:cubicBezTo>
                  <a:pt x="4012" y="5924"/>
                  <a:pt x="3958" y="6077"/>
                  <a:pt x="3859" y="6210"/>
                </a:cubicBezTo>
                <a:cubicBezTo>
                  <a:pt x="3843" y="6230"/>
                  <a:pt x="3802" y="6276"/>
                  <a:pt x="3876" y="6266"/>
                </a:cubicBezTo>
                <a:close/>
                <a:moveTo>
                  <a:pt x="4218" y="5450"/>
                </a:moveTo>
                <a:cubicBezTo>
                  <a:pt x="4263" y="5383"/>
                  <a:pt x="4371" y="5394"/>
                  <a:pt x="4383" y="5266"/>
                </a:cubicBezTo>
                <a:cubicBezTo>
                  <a:pt x="4342" y="5241"/>
                  <a:pt x="4259" y="5394"/>
                  <a:pt x="4255" y="5220"/>
                </a:cubicBezTo>
                <a:cubicBezTo>
                  <a:pt x="4251" y="5195"/>
                  <a:pt x="4239" y="5184"/>
                  <a:pt x="4218" y="5195"/>
                </a:cubicBezTo>
                <a:cubicBezTo>
                  <a:pt x="4243" y="5276"/>
                  <a:pt x="4140" y="5358"/>
                  <a:pt x="4218" y="5450"/>
                </a:cubicBezTo>
                <a:close/>
                <a:moveTo>
                  <a:pt x="3913" y="5383"/>
                </a:moveTo>
                <a:cubicBezTo>
                  <a:pt x="3934" y="5363"/>
                  <a:pt x="3938" y="5332"/>
                  <a:pt x="3938" y="5302"/>
                </a:cubicBezTo>
                <a:cubicBezTo>
                  <a:pt x="3950" y="5174"/>
                  <a:pt x="3880" y="5133"/>
                  <a:pt x="3806" y="5098"/>
                </a:cubicBezTo>
                <a:cubicBezTo>
                  <a:pt x="3793" y="5215"/>
                  <a:pt x="3888" y="5276"/>
                  <a:pt x="3913" y="5383"/>
                </a:cubicBezTo>
                <a:close/>
                <a:moveTo>
                  <a:pt x="3802" y="5093"/>
                </a:moveTo>
                <a:cubicBezTo>
                  <a:pt x="3802" y="5093"/>
                  <a:pt x="3802" y="5093"/>
                  <a:pt x="3802" y="5093"/>
                </a:cubicBezTo>
                <a:cubicBezTo>
                  <a:pt x="3802" y="5093"/>
                  <a:pt x="3802" y="5093"/>
                  <a:pt x="3802" y="5093"/>
                </a:cubicBezTo>
                <a:cubicBezTo>
                  <a:pt x="3802" y="5093"/>
                  <a:pt x="3802" y="5093"/>
                  <a:pt x="3802" y="5093"/>
                </a:cubicBezTo>
                <a:cubicBezTo>
                  <a:pt x="3802" y="5093"/>
                  <a:pt x="3802" y="5093"/>
                  <a:pt x="3802" y="5093"/>
                </a:cubicBezTo>
                <a:close/>
                <a:moveTo>
                  <a:pt x="3476" y="4909"/>
                </a:moveTo>
                <a:cubicBezTo>
                  <a:pt x="3472" y="4904"/>
                  <a:pt x="3472" y="4899"/>
                  <a:pt x="3468" y="4894"/>
                </a:cubicBezTo>
                <a:cubicBezTo>
                  <a:pt x="3464" y="4899"/>
                  <a:pt x="3460" y="4904"/>
                  <a:pt x="3460" y="4904"/>
                </a:cubicBezTo>
                <a:cubicBezTo>
                  <a:pt x="3460" y="4904"/>
                  <a:pt x="3464" y="4914"/>
                  <a:pt x="3468" y="4919"/>
                </a:cubicBezTo>
                <a:cubicBezTo>
                  <a:pt x="3468" y="4919"/>
                  <a:pt x="3472" y="4914"/>
                  <a:pt x="3476" y="4909"/>
                </a:cubicBezTo>
                <a:close/>
                <a:moveTo>
                  <a:pt x="3439" y="4965"/>
                </a:moveTo>
                <a:lnTo>
                  <a:pt x="3435" y="4975"/>
                </a:lnTo>
                <a:lnTo>
                  <a:pt x="3443" y="4975"/>
                </a:lnTo>
                <a:lnTo>
                  <a:pt x="3439" y="4965"/>
                </a:lnTo>
                <a:close/>
                <a:moveTo>
                  <a:pt x="3798" y="5082"/>
                </a:moveTo>
                <a:cubicBezTo>
                  <a:pt x="3798" y="5082"/>
                  <a:pt x="3793" y="5082"/>
                  <a:pt x="3789" y="5082"/>
                </a:cubicBezTo>
                <a:cubicBezTo>
                  <a:pt x="3793" y="5088"/>
                  <a:pt x="3798" y="5088"/>
                  <a:pt x="3802" y="5093"/>
                </a:cubicBezTo>
                <a:cubicBezTo>
                  <a:pt x="3798" y="5088"/>
                  <a:pt x="3798" y="5082"/>
                  <a:pt x="3798" y="5082"/>
                </a:cubicBezTo>
                <a:close/>
                <a:moveTo>
                  <a:pt x="10885" y="8275"/>
                </a:moveTo>
                <a:cubicBezTo>
                  <a:pt x="10889" y="8280"/>
                  <a:pt x="10889" y="8285"/>
                  <a:pt x="10893" y="8291"/>
                </a:cubicBezTo>
                <a:lnTo>
                  <a:pt x="10893" y="8291"/>
                </a:lnTo>
                <a:cubicBezTo>
                  <a:pt x="10893" y="8280"/>
                  <a:pt x="10889" y="8275"/>
                  <a:pt x="10885" y="8275"/>
                </a:cubicBezTo>
                <a:close/>
                <a:moveTo>
                  <a:pt x="10897" y="8285"/>
                </a:moveTo>
                <a:cubicBezTo>
                  <a:pt x="10897" y="8285"/>
                  <a:pt x="10893" y="8285"/>
                  <a:pt x="10897" y="8285"/>
                </a:cubicBezTo>
                <a:cubicBezTo>
                  <a:pt x="10901" y="8291"/>
                  <a:pt x="10901" y="8291"/>
                  <a:pt x="10905" y="8291"/>
                </a:cubicBezTo>
                <a:cubicBezTo>
                  <a:pt x="10901" y="8291"/>
                  <a:pt x="10901" y="8285"/>
                  <a:pt x="10897" y="8285"/>
                </a:cubicBezTo>
                <a:close/>
                <a:moveTo>
                  <a:pt x="18149" y="19822"/>
                </a:moveTo>
                <a:cubicBezTo>
                  <a:pt x="17494" y="19144"/>
                  <a:pt x="16768" y="18583"/>
                  <a:pt x="16055" y="18007"/>
                </a:cubicBezTo>
                <a:cubicBezTo>
                  <a:pt x="16014" y="17971"/>
                  <a:pt x="15968" y="17930"/>
                  <a:pt x="15894" y="17925"/>
                </a:cubicBezTo>
                <a:cubicBezTo>
                  <a:pt x="15915" y="17956"/>
                  <a:pt x="15919" y="17971"/>
                  <a:pt x="15931" y="17981"/>
                </a:cubicBezTo>
                <a:cubicBezTo>
                  <a:pt x="16608" y="18685"/>
                  <a:pt x="17317" y="19343"/>
                  <a:pt x="18067" y="19930"/>
                </a:cubicBezTo>
                <a:cubicBezTo>
                  <a:pt x="18096" y="19955"/>
                  <a:pt x="18129" y="19970"/>
                  <a:pt x="18166" y="19981"/>
                </a:cubicBezTo>
                <a:cubicBezTo>
                  <a:pt x="18191" y="19991"/>
                  <a:pt x="18220" y="19996"/>
                  <a:pt x="18236" y="19955"/>
                </a:cubicBezTo>
                <a:cubicBezTo>
                  <a:pt x="18248" y="19924"/>
                  <a:pt x="18236" y="19899"/>
                  <a:pt x="18215" y="19879"/>
                </a:cubicBezTo>
                <a:cubicBezTo>
                  <a:pt x="18191" y="19868"/>
                  <a:pt x="18170" y="19848"/>
                  <a:pt x="18149" y="19822"/>
                </a:cubicBezTo>
                <a:close/>
                <a:moveTo>
                  <a:pt x="8259" y="8632"/>
                </a:moveTo>
                <a:cubicBezTo>
                  <a:pt x="8234" y="8602"/>
                  <a:pt x="8213" y="8612"/>
                  <a:pt x="8193" y="8632"/>
                </a:cubicBezTo>
                <a:cubicBezTo>
                  <a:pt x="8213" y="8668"/>
                  <a:pt x="8234" y="8658"/>
                  <a:pt x="8259" y="863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Группа 103">
            <a:extLst>
              <a:ext uri="{FF2B5EF4-FFF2-40B4-BE49-F238E27FC236}">
                <a16:creationId xmlns:a16="http://schemas.microsoft.com/office/drawing/2014/main" id="{DB13595E-F32E-0C72-1D18-87534CFAC213}"/>
              </a:ext>
            </a:extLst>
          </p:cNvPr>
          <p:cNvGrpSpPr/>
          <p:nvPr/>
        </p:nvGrpSpPr>
        <p:grpSpPr>
          <a:xfrm>
            <a:off x="6211567" y="21028580"/>
            <a:ext cx="2340000" cy="27943387"/>
            <a:chOff x="6211567" y="21028580"/>
            <a:chExt cx="2340000" cy="27943387"/>
          </a:xfrm>
        </p:grpSpPr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671778A4-72CD-25CF-38FC-7E92E3AFDBC7}"/>
                </a:ext>
              </a:extLst>
            </p:cNvPr>
            <p:cNvSpPr/>
            <p:nvPr/>
          </p:nvSpPr>
          <p:spPr>
            <a:xfrm>
              <a:off x="6211567" y="21028580"/>
              <a:ext cx="2340000" cy="4500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404A49B7-9987-528F-41E2-329423A48C79}"/>
                </a:ext>
              </a:extLst>
            </p:cNvPr>
            <p:cNvSpPr/>
            <p:nvPr/>
          </p:nvSpPr>
          <p:spPr>
            <a:xfrm>
              <a:off x="6211567" y="44471967"/>
              <a:ext cx="2340000" cy="4500000"/>
            </a:xfrm>
            <a:prstGeom prst="round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981F8DC6-9349-7B8B-101D-8CB41C76DADF}"/>
                </a:ext>
              </a:extLst>
            </p:cNvPr>
            <p:cNvSpPr/>
            <p:nvPr/>
          </p:nvSpPr>
          <p:spPr>
            <a:xfrm>
              <a:off x="6211567" y="39781518"/>
              <a:ext cx="2340000" cy="4500000"/>
            </a:xfrm>
            <a:prstGeom prst="roundRect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C05E6B6D-98F5-751C-7258-A0CFB641200F}"/>
                </a:ext>
              </a:extLst>
            </p:cNvPr>
            <p:cNvSpPr/>
            <p:nvPr/>
          </p:nvSpPr>
          <p:spPr>
            <a:xfrm>
              <a:off x="6211567" y="35099927"/>
              <a:ext cx="2340000" cy="4500000"/>
            </a:xfrm>
            <a:prstGeom prst="roundRect">
              <a:avLst/>
            </a:prstGeom>
            <a:solidFill>
              <a:srgbClr val="91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32" name="Прямоугольник: скругленные углы 31">
              <a:extLst>
                <a:ext uri="{FF2B5EF4-FFF2-40B4-BE49-F238E27FC236}">
                  <a16:creationId xmlns:a16="http://schemas.microsoft.com/office/drawing/2014/main" id="{77E684AC-666C-FF48-28C9-A19AEEEB50D2}"/>
                </a:ext>
              </a:extLst>
            </p:cNvPr>
            <p:cNvSpPr/>
            <p:nvPr/>
          </p:nvSpPr>
          <p:spPr>
            <a:xfrm>
              <a:off x="6211567" y="30409478"/>
              <a:ext cx="2340000" cy="4500000"/>
            </a:xfrm>
            <a:prstGeom prst="roundRect">
              <a:avLst/>
            </a:prstGeom>
            <a:solidFill>
              <a:srgbClr val="EA62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40" name="Прямоугольник: скругленные углы 39">
              <a:extLst>
                <a:ext uri="{FF2B5EF4-FFF2-40B4-BE49-F238E27FC236}">
                  <a16:creationId xmlns:a16="http://schemas.microsoft.com/office/drawing/2014/main" id="{8471334B-A783-B388-9C71-C980D43F0397}"/>
                </a:ext>
              </a:extLst>
            </p:cNvPr>
            <p:cNvSpPr/>
            <p:nvPr/>
          </p:nvSpPr>
          <p:spPr>
            <a:xfrm>
              <a:off x="6211567" y="25719029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9B296DA4-07F3-91AE-60B1-779403D1D346}"/>
              </a:ext>
            </a:extLst>
          </p:cNvPr>
          <p:cNvGrpSpPr/>
          <p:nvPr/>
        </p:nvGrpSpPr>
        <p:grpSpPr>
          <a:xfrm>
            <a:off x="-1501838" y="19396987"/>
            <a:ext cx="2340000" cy="32616120"/>
            <a:chOff x="-1501838" y="19396987"/>
            <a:chExt cx="2340000" cy="32616120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D2D688B0-80E8-E2A7-8177-EF0C5A594EAE}"/>
                </a:ext>
              </a:extLst>
            </p:cNvPr>
            <p:cNvSpPr/>
            <p:nvPr/>
          </p:nvSpPr>
          <p:spPr>
            <a:xfrm>
              <a:off x="-1501838" y="47513107"/>
              <a:ext cx="2340000" cy="4500000"/>
            </a:xfrm>
            <a:prstGeom prst="roundRect">
              <a:avLst/>
            </a:prstGeom>
            <a:solidFill>
              <a:srgbClr val="91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042EC43-F379-8A3E-7ECE-736FE561FD85}"/>
                </a:ext>
              </a:extLst>
            </p:cNvPr>
            <p:cNvSpPr/>
            <p:nvPr/>
          </p:nvSpPr>
          <p:spPr>
            <a:xfrm>
              <a:off x="-1501838" y="42822658"/>
              <a:ext cx="2340000" cy="4500000"/>
            </a:xfrm>
            <a:prstGeom prst="roundRect">
              <a:avLst/>
            </a:prstGeom>
            <a:solidFill>
              <a:srgbClr val="EA62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B26E29AA-6667-7347-36DC-076E92DEA433}"/>
                </a:ext>
              </a:extLst>
            </p:cNvPr>
            <p:cNvSpPr/>
            <p:nvPr/>
          </p:nvSpPr>
          <p:spPr>
            <a:xfrm>
              <a:off x="-1501838" y="38132209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742B1D87-D4C3-0CF0-5EAC-8753046BC135}"/>
                </a:ext>
              </a:extLst>
            </p:cNvPr>
            <p:cNvSpPr/>
            <p:nvPr/>
          </p:nvSpPr>
          <p:spPr>
            <a:xfrm>
              <a:off x="-1501838" y="33450618"/>
              <a:ext cx="2340000" cy="4500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5" name="Прямоугольник: скругленные углы 34">
              <a:extLst>
                <a:ext uri="{FF2B5EF4-FFF2-40B4-BE49-F238E27FC236}">
                  <a16:creationId xmlns:a16="http://schemas.microsoft.com/office/drawing/2014/main" id="{AC0CCE0F-4C6B-BB62-421D-BC61C95578AB}"/>
                </a:ext>
              </a:extLst>
            </p:cNvPr>
            <p:cNvSpPr/>
            <p:nvPr/>
          </p:nvSpPr>
          <p:spPr>
            <a:xfrm>
              <a:off x="-1501838" y="28769027"/>
              <a:ext cx="2340000" cy="4500000"/>
            </a:xfrm>
            <a:prstGeom prst="round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43" name="Прямоугольник: скругленные углы 42">
              <a:extLst>
                <a:ext uri="{FF2B5EF4-FFF2-40B4-BE49-F238E27FC236}">
                  <a16:creationId xmlns:a16="http://schemas.microsoft.com/office/drawing/2014/main" id="{9972376C-A0AE-E157-4320-27AD0EABCBEF}"/>
                </a:ext>
              </a:extLst>
            </p:cNvPr>
            <p:cNvSpPr/>
            <p:nvPr/>
          </p:nvSpPr>
          <p:spPr>
            <a:xfrm>
              <a:off x="-1501838" y="24087436"/>
              <a:ext cx="2340000" cy="4500000"/>
            </a:xfrm>
            <a:prstGeom prst="roundRect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" name="Прямоугольник: скругленные углы 1">
              <a:extLst>
                <a:ext uri="{FF2B5EF4-FFF2-40B4-BE49-F238E27FC236}">
                  <a16:creationId xmlns:a16="http://schemas.microsoft.com/office/drawing/2014/main" id="{691067C9-7DBB-6726-4688-C1606B5F29D7}"/>
                </a:ext>
              </a:extLst>
            </p:cNvPr>
            <p:cNvSpPr/>
            <p:nvPr/>
          </p:nvSpPr>
          <p:spPr>
            <a:xfrm>
              <a:off x="-1501838" y="19396987"/>
              <a:ext cx="2340000" cy="4500000"/>
            </a:xfrm>
            <a:prstGeom prst="round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1" name="Группа 100">
            <a:extLst>
              <a:ext uri="{FF2B5EF4-FFF2-40B4-BE49-F238E27FC236}">
                <a16:creationId xmlns:a16="http://schemas.microsoft.com/office/drawing/2014/main" id="{EBB08DBF-44FF-5CEA-F476-2A3944D2E404}"/>
              </a:ext>
            </a:extLst>
          </p:cNvPr>
          <p:cNvGrpSpPr/>
          <p:nvPr/>
        </p:nvGrpSpPr>
        <p:grpSpPr>
          <a:xfrm>
            <a:off x="3640432" y="18245129"/>
            <a:ext cx="2340000" cy="32624978"/>
            <a:chOff x="3640432" y="18245129"/>
            <a:chExt cx="2340000" cy="32624978"/>
          </a:xfrm>
        </p:grpSpPr>
        <p:sp>
          <p:nvSpPr>
            <p:cNvPr id="20" name="Прямоугольник: скругленные углы 19">
              <a:extLst>
                <a:ext uri="{FF2B5EF4-FFF2-40B4-BE49-F238E27FC236}">
                  <a16:creationId xmlns:a16="http://schemas.microsoft.com/office/drawing/2014/main" id="{F0BBF0A1-3925-4259-9657-125F9D828CF0}"/>
                </a:ext>
              </a:extLst>
            </p:cNvPr>
            <p:cNvSpPr/>
            <p:nvPr/>
          </p:nvSpPr>
          <p:spPr>
            <a:xfrm>
              <a:off x="3640432" y="46370107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E1A938F1-19E1-ABF6-2E39-B09154916EE6}"/>
                </a:ext>
              </a:extLst>
            </p:cNvPr>
            <p:cNvSpPr/>
            <p:nvPr/>
          </p:nvSpPr>
          <p:spPr>
            <a:xfrm>
              <a:off x="3640432" y="41679658"/>
              <a:ext cx="2340000" cy="4500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Прямоугольник: скругленные углы 16">
              <a:extLst>
                <a:ext uri="{FF2B5EF4-FFF2-40B4-BE49-F238E27FC236}">
                  <a16:creationId xmlns:a16="http://schemas.microsoft.com/office/drawing/2014/main" id="{A455C090-6F80-69F7-EDAC-FCDE03D9BADB}"/>
                </a:ext>
              </a:extLst>
            </p:cNvPr>
            <p:cNvSpPr/>
            <p:nvPr/>
          </p:nvSpPr>
          <p:spPr>
            <a:xfrm>
              <a:off x="3640432" y="36989209"/>
              <a:ext cx="2340000" cy="4500000"/>
            </a:xfrm>
            <a:prstGeom prst="round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9" name="Прямоугольник: скругленные углы 28">
              <a:extLst>
                <a:ext uri="{FF2B5EF4-FFF2-40B4-BE49-F238E27FC236}">
                  <a16:creationId xmlns:a16="http://schemas.microsoft.com/office/drawing/2014/main" id="{9586DC22-5547-7D45-A810-B13476264450}"/>
                </a:ext>
              </a:extLst>
            </p:cNvPr>
            <p:cNvSpPr/>
            <p:nvPr/>
          </p:nvSpPr>
          <p:spPr>
            <a:xfrm>
              <a:off x="3640432" y="32307618"/>
              <a:ext cx="2340000" cy="4500000"/>
            </a:xfrm>
            <a:prstGeom prst="roundRect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31" name="Прямоугольник: скругленные углы 30">
              <a:extLst>
                <a:ext uri="{FF2B5EF4-FFF2-40B4-BE49-F238E27FC236}">
                  <a16:creationId xmlns:a16="http://schemas.microsoft.com/office/drawing/2014/main" id="{604AC410-4E6D-40D0-F3A3-55C07F77EFA0}"/>
                </a:ext>
              </a:extLst>
            </p:cNvPr>
            <p:cNvSpPr/>
            <p:nvPr/>
          </p:nvSpPr>
          <p:spPr>
            <a:xfrm>
              <a:off x="3640432" y="27617169"/>
              <a:ext cx="2340000" cy="4500000"/>
            </a:xfrm>
            <a:prstGeom prst="roundRect">
              <a:avLst/>
            </a:prstGeom>
            <a:solidFill>
              <a:srgbClr val="91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9C656822-207C-42D1-0AB1-93CA8F456AFA}"/>
                </a:ext>
              </a:extLst>
            </p:cNvPr>
            <p:cNvSpPr/>
            <p:nvPr/>
          </p:nvSpPr>
          <p:spPr>
            <a:xfrm>
              <a:off x="3640432" y="22926720"/>
              <a:ext cx="2340000" cy="4500000"/>
            </a:xfrm>
            <a:prstGeom prst="roundRect">
              <a:avLst/>
            </a:prstGeom>
            <a:solidFill>
              <a:srgbClr val="EA62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93" name="Прямоугольник: скругленные углы 92">
              <a:extLst>
                <a:ext uri="{FF2B5EF4-FFF2-40B4-BE49-F238E27FC236}">
                  <a16:creationId xmlns:a16="http://schemas.microsoft.com/office/drawing/2014/main" id="{2C3E841A-2107-4BD5-A571-18BBF2BC785B}"/>
                </a:ext>
              </a:extLst>
            </p:cNvPr>
            <p:cNvSpPr/>
            <p:nvPr/>
          </p:nvSpPr>
          <p:spPr>
            <a:xfrm>
              <a:off x="3640432" y="18245129"/>
              <a:ext cx="2340000" cy="4500000"/>
            </a:xfrm>
            <a:prstGeom prst="round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60BF1376-4032-891B-A314-3E7226E2424A}"/>
              </a:ext>
            </a:extLst>
          </p:cNvPr>
          <p:cNvGrpSpPr/>
          <p:nvPr/>
        </p:nvGrpSpPr>
        <p:grpSpPr>
          <a:xfrm>
            <a:off x="1069297" y="10701971"/>
            <a:ext cx="2340000" cy="32642434"/>
            <a:chOff x="1069297" y="10701971"/>
            <a:chExt cx="2340000" cy="32642434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272CAE0F-BED1-6848-EA0A-1D214BA745DD}"/>
                </a:ext>
              </a:extLst>
            </p:cNvPr>
            <p:cNvSpPr/>
            <p:nvPr/>
          </p:nvSpPr>
          <p:spPr>
            <a:xfrm>
              <a:off x="1069297" y="34149787"/>
              <a:ext cx="2340000" cy="4500000"/>
            </a:xfrm>
            <a:prstGeom prst="roundRect">
              <a:avLst/>
            </a:prstGeom>
            <a:solidFill>
              <a:srgbClr val="EA62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E63A0684-A643-20DA-E63F-C9E3B7204FC7}"/>
                </a:ext>
              </a:extLst>
            </p:cNvPr>
            <p:cNvSpPr/>
            <p:nvPr/>
          </p:nvSpPr>
          <p:spPr>
            <a:xfrm>
              <a:off x="1069297" y="2945933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90C620B3-2B01-B50E-E892-F24381719C13}"/>
                </a:ext>
              </a:extLst>
            </p:cNvPr>
            <p:cNvSpPr/>
            <p:nvPr/>
          </p:nvSpPr>
          <p:spPr>
            <a:xfrm>
              <a:off x="1069297" y="24768889"/>
              <a:ext cx="2340000" cy="4500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8" name="Прямоугольник: скругленные углы 27">
              <a:extLst>
                <a:ext uri="{FF2B5EF4-FFF2-40B4-BE49-F238E27FC236}">
                  <a16:creationId xmlns:a16="http://schemas.microsoft.com/office/drawing/2014/main" id="{92E45956-D5DB-82FD-7208-D9CD72F989B1}"/>
                </a:ext>
              </a:extLst>
            </p:cNvPr>
            <p:cNvSpPr/>
            <p:nvPr/>
          </p:nvSpPr>
          <p:spPr>
            <a:xfrm>
              <a:off x="1069297" y="15392420"/>
              <a:ext cx="2340000" cy="4500000"/>
            </a:xfrm>
            <a:prstGeom prst="round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768FFD16-7D9A-AB1E-BBB9-5F9FA9398E5F}"/>
                </a:ext>
              </a:extLst>
            </p:cNvPr>
            <p:cNvSpPr/>
            <p:nvPr/>
          </p:nvSpPr>
          <p:spPr>
            <a:xfrm>
              <a:off x="1069297" y="10701971"/>
              <a:ext cx="2340000" cy="4500000"/>
            </a:xfrm>
            <a:prstGeom prst="roundRect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38" name="Прямоугольник: скругленные углы 37">
              <a:extLst>
                <a:ext uri="{FF2B5EF4-FFF2-40B4-BE49-F238E27FC236}">
                  <a16:creationId xmlns:a16="http://schemas.microsoft.com/office/drawing/2014/main" id="{301BB7BE-5280-B204-1EE3-9BA4F568F7FA}"/>
                </a:ext>
              </a:extLst>
            </p:cNvPr>
            <p:cNvSpPr/>
            <p:nvPr/>
          </p:nvSpPr>
          <p:spPr>
            <a:xfrm>
              <a:off x="1069297" y="20082869"/>
              <a:ext cx="2340000" cy="4500000"/>
            </a:xfrm>
            <a:prstGeom prst="roundRect">
              <a:avLst/>
            </a:prstGeom>
            <a:solidFill>
              <a:srgbClr val="91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94" name="Прямоугольник: скругленные углы 93">
              <a:extLst>
                <a:ext uri="{FF2B5EF4-FFF2-40B4-BE49-F238E27FC236}">
                  <a16:creationId xmlns:a16="http://schemas.microsoft.com/office/drawing/2014/main" id="{275ED86A-B60F-E7B3-EA5C-7B7BEF312577}"/>
                </a:ext>
              </a:extLst>
            </p:cNvPr>
            <p:cNvSpPr/>
            <p:nvPr/>
          </p:nvSpPr>
          <p:spPr>
            <a:xfrm>
              <a:off x="1069297" y="38844405"/>
              <a:ext cx="2340000" cy="4500000"/>
            </a:xfrm>
            <a:prstGeom prst="round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3" name="Группа 102">
            <a:extLst>
              <a:ext uri="{FF2B5EF4-FFF2-40B4-BE49-F238E27FC236}">
                <a16:creationId xmlns:a16="http://schemas.microsoft.com/office/drawing/2014/main" id="{2A7B6891-1C1B-3C68-923A-D72BB2615A63}"/>
              </a:ext>
            </a:extLst>
          </p:cNvPr>
          <p:cNvGrpSpPr/>
          <p:nvPr/>
        </p:nvGrpSpPr>
        <p:grpSpPr>
          <a:xfrm>
            <a:off x="8782702" y="8864231"/>
            <a:ext cx="2340000" cy="32624978"/>
            <a:chOff x="8782702" y="8864231"/>
            <a:chExt cx="2340000" cy="32624978"/>
          </a:xfrm>
        </p:grpSpPr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B638529B-E87F-4480-8B09-7E0C9D93228B}"/>
                </a:ext>
              </a:extLst>
            </p:cNvPr>
            <p:cNvSpPr/>
            <p:nvPr/>
          </p:nvSpPr>
          <p:spPr>
            <a:xfrm>
              <a:off x="8782702" y="32307618"/>
              <a:ext cx="2340000" cy="4500000"/>
            </a:xfrm>
            <a:prstGeom prst="round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823F3225-7593-39C4-F600-808547D34C95}"/>
                </a:ext>
              </a:extLst>
            </p:cNvPr>
            <p:cNvSpPr/>
            <p:nvPr/>
          </p:nvSpPr>
          <p:spPr>
            <a:xfrm>
              <a:off x="8782702" y="27617169"/>
              <a:ext cx="2340000" cy="4500000"/>
            </a:xfrm>
            <a:prstGeom prst="roundRect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925EE9A2-F548-A493-3BB1-B9BAD3BF860F}"/>
                </a:ext>
              </a:extLst>
            </p:cNvPr>
            <p:cNvSpPr/>
            <p:nvPr/>
          </p:nvSpPr>
          <p:spPr>
            <a:xfrm>
              <a:off x="8782702" y="22926720"/>
              <a:ext cx="2340000" cy="4500000"/>
            </a:xfrm>
            <a:prstGeom prst="roundRect">
              <a:avLst/>
            </a:prstGeom>
            <a:solidFill>
              <a:srgbClr val="91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6E5D5E17-DD0A-B4F1-8ED2-0DD4D2BC248D}"/>
                </a:ext>
              </a:extLst>
            </p:cNvPr>
            <p:cNvSpPr/>
            <p:nvPr/>
          </p:nvSpPr>
          <p:spPr>
            <a:xfrm>
              <a:off x="8782702" y="18245129"/>
              <a:ext cx="2340000" cy="4500000"/>
            </a:xfrm>
            <a:prstGeom prst="roundRect">
              <a:avLst/>
            </a:prstGeom>
            <a:solidFill>
              <a:srgbClr val="EA62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0621A4CB-E827-F26A-0F60-3D6CF72D4818}"/>
                </a:ext>
              </a:extLst>
            </p:cNvPr>
            <p:cNvSpPr/>
            <p:nvPr/>
          </p:nvSpPr>
          <p:spPr>
            <a:xfrm>
              <a:off x="8782702" y="13554680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41" name="Прямоугольник: скругленные углы 40">
              <a:extLst>
                <a:ext uri="{FF2B5EF4-FFF2-40B4-BE49-F238E27FC236}">
                  <a16:creationId xmlns:a16="http://schemas.microsoft.com/office/drawing/2014/main" id="{2F24D800-F41F-8B88-ECE8-0F9FD1E47C67}"/>
                </a:ext>
              </a:extLst>
            </p:cNvPr>
            <p:cNvSpPr/>
            <p:nvPr/>
          </p:nvSpPr>
          <p:spPr>
            <a:xfrm>
              <a:off x="8782702" y="8864231"/>
              <a:ext cx="2340000" cy="4500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95" name="Прямоугольник: скругленные углы 94">
              <a:extLst>
                <a:ext uri="{FF2B5EF4-FFF2-40B4-BE49-F238E27FC236}">
                  <a16:creationId xmlns:a16="http://schemas.microsoft.com/office/drawing/2014/main" id="{233FF045-EDC0-4D65-018E-FD1E5DA7FF83}"/>
                </a:ext>
              </a:extLst>
            </p:cNvPr>
            <p:cNvSpPr/>
            <p:nvPr/>
          </p:nvSpPr>
          <p:spPr>
            <a:xfrm>
              <a:off x="8782702" y="36989209"/>
              <a:ext cx="2340000" cy="4500000"/>
            </a:xfrm>
            <a:prstGeom prst="round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461874BA-7AC9-995F-A938-124839B6FB6A}"/>
              </a:ext>
            </a:extLst>
          </p:cNvPr>
          <p:cNvGrpSpPr/>
          <p:nvPr/>
        </p:nvGrpSpPr>
        <p:grpSpPr>
          <a:xfrm>
            <a:off x="11353837" y="7749495"/>
            <a:ext cx="2340000" cy="32633836"/>
            <a:chOff x="11353837" y="7749495"/>
            <a:chExt cx="2340000" cy="32633836"/>
          </a:xfrm>
        </p:grpSpPr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6181AD1C-CB97-620B-46AC-DE14E94FD09E}"/>
                </a:ext>
              </a:extLst>
            </p:cNvPr>
            <p:cNvSpPr/>
            <p:nvPr/>
          </p:nvSpPr>
          <p:spPr>
            <a:xfrm>
              <a:off x="11353837" y="35883331"/>
              <a:ext cx="2340000" cy="4500000"/>
            </a:xfrm>
            <a:prstGeom prst="roundRect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734DA73B-1EF2-9029-7A72-A2CE88B4CB21}"/>
                </a:ext>
              </a:extLst>
            </p:cNvPr>
            <p:cNvSpPr/>
            <p:nvPr/>
          </p:nvSpPr>
          <p:spPr>
            <a:xfrm>
              <a:off x="11353837" y="31192882"/>
              <a:ext cx="2340000" cy="4500000"/>
            </a:xfrm>
            <a:prstGeom prst="roundRect">
              <a:avLst/>
            </a:prstGeom>
            <a:solidFill>
              <a:srgbClr val="91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5DE5C826-DC33-BED2-FB83-EAB1E9E942C2}"/>
                </a:ext>
              </a:extLst>
            </p:cNvPr>
            <p:cNvSpPr/>
            <p:nvPr/>
          </p:nvSpPr>
          <p:spPr>
            <a:xfrm>
              <a:off x="11353837" y="26502433"/>
              <a:ext cx="2340000" cy="4500000"/>
            </a:xfrm>
            <a:prstGeom prst="roundRect">
              <a:avLst/>
            </a:prstGeom>
            <a:solidFill>
              <a:srgbClr val="EA62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6" name="Прямоугольник: скругленные углы 25">
              <a:extLst>
                <a:ext uri="{FF2B5EF4-FFF2-40B4-BE49-F238E27FC236}">
                  <a16:creationId xmlns:a16="http://schemas.microsoft.com/office/drawing/2014/main" id="{413DFBCF-01CF-B69C-B6A2-179C49EE7C56}"/>
                </a:ext>
              </a:extLst>
            </p:cNvPr>
            <p:cNvSpPr/>
            <p:nvPr/>
          </p:nvSpPr>
          <p:spPr>
            <a:xfrm>
              <a:off x="11353837" y="21820842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34" name="Прямоугольник: скругленные углы 33">
              <a:extLst>
                <a:ext uri="{FF2B5EF4-FFF2-40B4-BE49-F238E27FC236}">
                  <a16:creationId xmlns:a16="http://schemas.microsoft.com/office/drawing/2014/main" id="{AC5D2C70-B18B-F2C3-EC1B-2FE5FD45198A}"/>
                </a:ext>
              </a:extLst>
            </p:cNvPr>
            <p:cNvSpPr/>
            <p:nvPr/>
          </p:nvSpPr>
          <p:spPr>
            <a:xfrm>
              <a:off x="11353837" y="17130393"/>
              <a:ext cx="2340000" cy="4500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42" name="Прямоугольник: скругленные углы 41">
              <a:extLst>
                <a:ext uri="{FF2B5EF4-FFF2-40B4-BE49-F238E27FC236}">
                  <a16:creationId xmlns:a16="http://schemas.microsoft.com/office/drawing/2014/main" id="{CC5D01CA-EB94-12DA-3950-491D493E29BF}"/>
                </a:ext>
              </a:extLst>
            </p:cNvPr>
            <p:cNvSpPr/>
            <p:nvPr/>
          </p:nvSpPr>
          <p:spPr>
            <a:xfrm>
              <a:off x="11353837" y="12439944"/>
              <a:ext cx="2340000" cy="4500000"/>
            </a:xfrm>
            <a:prstGeom prst="round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96" name="Прямоугольник: скругленные углы 95">
              <a:extLst>
                <a:ext uri="{FF2B5EF4-FFF2-40B4-BE49-F238E27FC236}">
                  <a16:creationId xmlns:a16="http://schemas.microsoft.com/office/drawing/2014/main" id="{A1FA4BFF-6432-950A-82E8-8C189ADBF0DD}"/>
                </a:ext>
              </a:extLst>
            </p:cNvPr>
            <p:cNvSpPr/>
            <p:nvPr/>
          </p:nvSpPr>
          <p:spPr>
            <a:xfrm>
              <a:off x="11353837" y="7749495"/>
              <a:ext cx="2340000" cy="4500000"/>
            </a:xfrm>
            <a:prstGeom prst="round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9205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58DB9-7D61-21BF-41C4-38FC654B7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52874D8F-36B8-0E16-1557-39541230FAB5}"/>
              </a:ext>
            </a:extLst>
          </p:cNvPr>
          <p:cNvGrpSpPr/>
          <p:nvPr/>
        </p:nvGrpSpPr>
        <p:grpSpPr>
          <a:xfrm>
            <a:off x="6211567" y="-6606620"/>
            <a:ext cx="2340000" cy="27943387"/>
            <a:chOff x="6211567" y="21028580"/>
            <a:chExt cx="2340000" cy="27943387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460B7C53-B268-222F-373E-387B534693D5}"/>
                </a:ext>
              </a:extLst>
            </p:cNvPr>
            <p:cNvSpPr/>
            <p:nvPr/>
          </p:nvSpPr>
          <p:spPr>
            <a:xfrm>
              <a:off x="6211567" y="21028580"/>
              <a:ext cx="2340000" cy="4500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5EBA53A9-49B1-ABE6-7CE6-FF5555E72848}"/>
                </a:ext>
              </a:extLst>
            </p:cNvPr>
            <p:cNvSpPr/>
            <p:nvPr/>
          </p:nvSpPr>
          <p:spPr>
            <a:xfrm>
              <a:off x="6211567" y="44471967"/>
              <a:ext cx="2340000" cy="4500000"/>
            </a:xfrm>
            <a:prstGeom prst="round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1" name="Прямоугольник: скругленные углы 10">
              <a:extLst>
                <a:ext uri="{FF2B5EF4-FFF2-40B4-BE49-F238E27FC236}">
                  <a16:creationId xmlns:a16="http://schemas.microsoft.com/office/drawing/2014/main" id="{9FCB2ABC-2659-FE88-76EC-FDA341CEFFD9}"/>
                </a:ext>
              </a:extLst>
            </p:cNvPr>
            <p:cNvSpPr/>
            <p:nvPr/>
          </p:nvSpPr>
          <p:spPr>
            <a:xfrm>
              <a:off x="6211567" y="39781518"/>
              <a:ext cx="2340000" cy="4500000"/>
            </a:xfrm>
            <a:prstGeom prst="roundRect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6A124CDE-7334-36AC-EE70-B191B65C2C04}"/>
                </a:ext>
              </a:extLst>
            </p:cNvPr>
            <p:cNvSpPr/>
            <p:nvPr/>
          </p:nvSpPr>
          <p:spPr>
            <a:xfrm>
              <a:off x="6211567" y="35099927"/>
              <a:ext cx="2340000" cy="4500000"/>
            </a:xfrm>
            <a:prstGeom prst="roundRect">
              <a:avLst/>
            </a:prstGeom>
            <a:solidFill>
              <a:srgbClr val="91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3D1C3A78-87AF-19E5-B520-DABCF0A9CBDF}"/>
                </a:ext>
              </a:extLst>
            </p:cNvPr>
            <p:cNvSpPr/>
            <p:nvPr/>
          </p:nvSpPr>
          <p:spPr>
            <a:xfrm>
              <a:off x="6211567" y="30409478"/>
              <a:ext cx="2340000" cy="4500000"/>
            </a:xfrm>
            <a:prstGeom prst="roundRect">
              <a:avLst/>
            </a:prstGeom>
            <a:solidFill>
              <a:srgbClr val="EA62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5512B932-6BD8-A316-2E3C-036EE0365E29}"/>
                </a:ext>
              </a:extLst>
            </p:cNvPr>
            <p:cNvSpPr/>
            <p:nvPr/>
          </p:nvSpPr>
          <p:spPr>
            <a:xfrm>
              <a:off x="6211567" y="25719029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1F4A6DAC-D2B2-9EC8-F712-0972E6F6DEDF}"/>
              </a:ext>
            </a:extLst>
          </p:cNvPr>
          <p:cNvGrpSpPr/>
          <p:nvPr/>
        </p:nvGrpSpPr>
        <p:grpSpPr>
          <a:xfrm>
            <a:off x="-1501838" y="-8238213"/>
            <a:ext cx="2340000" cy="32616120"/>
            <a:chOff x="-1501838" y="19396987"/>
            <a:chExt cx="2340000" cy="32616120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22F125AD-57AB-0B9B-C997-34E4A9E9F38F}"/>
                </a:ext>
              </a:extLst>
            </p:cNvPr>
            <p:cNvSpPr/>
            <p:nvPr/>
          </p:nvSpPr>
          <p:spPr>
            <a:xfrm>
              <a:off x="-1501838" y="47513107"/>
              <a:ext cx="2340000" cy="4500000"/>
            </a:xfrm>
            <a:prstGeom prst="roundRect">
              <a:avLst/>
            </a:prstGeom>
            <a:solidFill>
              <a:srgbClr val="91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7" name="Прямоугольник: скругленные углы 16">
              <a:extLst>
                <a:ext uri="{FF2B5EF4-FFF2-40B4-BE49-F238E27FC236}">
                  <a16:creationId xmlns:a16="http://schemas.microsoft.com/office/drawing/2014/main" id="{DEB41DC5-05FA-3A80-F738-DF7CBE294FB1}"/>
                </a:ext>
              </a:extLst>
            </p:cNvPr>
            <p:cNvSpPr/>
            <p:nvPr/>
          </p:nvSpPr>
          <p:spPr>
            <a:xfrm>
              <a:off x="-1501838" y="42822658"/>
              <a:ext cx="2340000" cy="4500000"/>
            </a:xfrm>
            <a:prstGeom prst="roundRect">
              <a:avLst/>
            </a:prstGeom>
            <a:solidFill>
              <a:srgbClr val="EA62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56C22B01-CF21-B292-83C8-C42C5DA1E0E0}"/>
                </a:ext>
              </a:extLst>
            </p:cNvPr>
            <p:cNvSpPr/>
            <p:nvPr/>
          </p:nvSpPr>
          <p:spPr>
            <a:xfrm>
              <a:off x="-1501838" y="38132209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9" name="Прямоугольник: скругленные углы 18">
              <a:extLst>
                <a:ext uri="{FF2B5EF4-FFF2-40B4-BE49-F238E27FC236}">
                  <a16:creationId xmlns:a16="http://schemas.microsoft.com/office/drawing/2014/main" id="{C6CFC394-A07F-6EDD-3496-EF360E45501E}"/>
                </a:ext>
              </a:extLst>
            </p:cNvPr>
            <p:cNvSpPr/>
            <p:nvPr/>
          </p:nvSpPr>
          <p:spPr>
            <a:xfrm>
              <a:off x="-1501838" y="33450618"/>
              <a:ext cx="2340000" cy="4500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0" name="Прямоугольник: скругленные углы 19">
              <a:extLst>
                <a:ext uri="{FF2B5EF4-FFF2-40B4-BE49-F238E27FC236}">
                  <a16:creationId xmlns:a16="http://schemas.microsoft.com/office/drawing/2014/main" id="{1F2671A8-5049-B13E-1E4D-B583123216DA}"/>
                </a:ext>
              </a:extLst>
            </p:cNvPr>
            <p:cNvSpPr/>
            <p:nvPr/>
          </p:nvSpPr>
          <p:spPr>
            <a:xfrm>
              <a:off x="-1501838" y="28769027"/>
              <a:ext cx="2340000" cy="4500000"/>
            </a:xfrm>
            <a:prstGeom prst="round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70D421EC-0406-C5D4-13B1-488D59A3249A}"/>
                </a:ext>
              </a:extLst>
            </p:cNvPr>
            <p:cNvSpPr/>
            <p:nvPr/>
          </p:nvSpPr>
          <p:spPr>
            <a:xfrm>
              <a:off x="-1501838" y="24087436"/>
              <a:ext cx="2340000" cy="4500000"/>
            </a:xfrm>
            <a:prstGeom prst="roundRect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BAA20DB2-7FC0-410D-53E2-DFCF39460F8E}"/>
                </a:ext>
              </a:extLst>
            </p:cNvPr>
            <p:cNvSpPr/>
            <p:nvPr/>
          </p:nvSpPr>
          <p:spPr>
            <a:xfrm>
              <a:off x="-1501838" y="19396987"/>
              <a:ext cx="2340000" cy="4500000"/>
            </a:xfrm>
            <a:prstGeom prst="round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F6D6FC10-613E-7DFA-3436-5F50AB8AF3E7}"/>
              </a:ext>
            </a:extLst>
          </p:cNvPr>
          <p:cNvGrpSpPr/>
          <p:nvPr/>
        </p:nvGrpSpPr>
        <p:grpSpPr>
          <a:xfrm>
            <a:off x="3640432" y="-9390071"/>
            <a:ext cx="2340000" cy="32624978"/>
            <a:chOff x="3640432" y="18245129"/>
            <a:chExt cx="2340000" cy="32624978"/>
          </a:xfrm>
        </p:grpSpPr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47145C2A-6C2C-FEE6-C6D9-716EACEDB262}"/>
                </a:ext>
              </a:extLst>
            </p:cNvPr>
            <p:cNvSpPr/>
            <p:nvPr/>
          </p:nvSpPr>
          <p:spPr>
            <a:xfrm>
              <a:off x="3640432" y="46370107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50B58AB4-5159-EABF-17CD-A950F39D8596}"/>
                </a:ext>
              </a:extLst>
            </p:cNvPr>
            <p:cNvSpPr/>
            <p:nvPr/>
          </p:nvSpPr>
          <p:spPr>
            <a:xfrm>
              <a:off x="3640432" y="41679658"/>
              <a:ext cx="2340000" cy="4500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6" name="Прямоугольник: скругленные углы 25">
              <a:extLst>
                <a:ext uri="{FF2B5EF4-FFF2-40B4-BE49-F238E27FC236}">
                  <a16:creationId xmlns:a16="http://schemas.microsoft.com/office/drawing/2014/main" id="{0F807E80-E3D8-C0AE-1F9D-4A80ED8143E8}"/>
                </a:ext>
              </a:extLst>
            </p:cNvPr>
            <p:cNvSpPr/>
            <p:nvPr/>
          </p:nvSpPr>
          <p:spPr>
            <a:xfrm>
              <a:off x="3640432" y="36989209"/>
              <a:ext cx="2340000" cy="4500000"/>
            </a:xfrm>
            <a:prstGeom prst="round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55FC3EDF-7DE3-AE62-6D54-D803F723B309}"/>
                </a:ext>
              </a:extLst>
            </p:cNvPr>
            <p:cNvSpPr/>
            <p:nvPr/>
          </p:nvSpPr>
          <p:spPr>
            <a:xfrm>
              <a:off x="3640432" y="32307618"/>
              <a:ext cx="2340000" cy="4500000"/>
            </a:xfrm>
            <a:prstGeom prst="roundRect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8" name="Прямоугольник: скругленные углы 27">
              <a:extLst>
                <a:ext uri="{FF2B5EF4-FFF2-40B4-BE49-F238E27FC236}">
                  <a16:creationId xmlns:a16="http://schemas.microsoft.com/office/drawing/2014/main" id="{B97AC489-E7B7-F46D-1FA1-08D6B722FEEE}"/>
                </a:ext>
              </a:extLst>
            </p:cNvPr>
            <p:cNvSpPr/>
            <p:nvPr/>
          </p:nvSpPr>
          <p:spPr>
            <a:xfrm>
              <a:off x="3640432" y="27617169"/>
              <a:ext cx="2340000" cy="4500000"/>
            </a:xfrm>
            <a:prstGeom prst="roundRect">
              <a:avLst/>
            </a:prstGeom>
            <a:solidFill>
              <a:srgbClr val="91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29" name="Прямоугольник: скругленные углы 28">
              <a:extLst>
                <a:ext uri="{FF2B5EF4-FFF2-40B4-BE49-F238E27FC236}">
                  <a16:creationId xmlns:a16="http://schemas.microsoft.com/office/drawing/2014/main" id="{021BE21C-B4FD-A0D2-8818-B8F2034A14E1}"/>
                </a:ext>
              </a:extLst>
            </p:cNvPr>
            <p:cNvSpPr/>
            <p:nvPr/>
          </p:nvSpPr>
          <p:spPr>
            <a:xfrm>
              <a:off x="3640432" y="22926720"/>
              <a:ext cx="2340000" cy="4500000"/>
            </a:xfrm>
            <a:prstGeom prst="roundRect">
              <a:avLst/>
            </a:prstGeom>
            <a:solidFill>
              <a:srgbClr val="EA62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964C9DC7-5280-8C0B-2084-00DA74DCBADD}"/>
                </a:ext>
              </a:extLst>
            </p:cNvPr>
            <p:cNvSpPr/>
            <p:nvPr/>
          </p:nvSpPr>
          <p:spPr>
            <a:xfrm>
              <a:off x="3640432" y="18245129"/>
              <a:ext cx="2340000" cy="4500000"/>
            </a:xfrm>
            <a:prstGeom prst="round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6F93497B-5AB7-DDCE-5096-CC3A224D3045}"/>
              </a:ext>
            </a:extLst>
          </p:cNvPr>
          <p:cNvGrpSpPr/>
          <p:nvPr/>
        </p:nvGrpSpPr>
        <p:grpSpPr>
          <a:xfrm>
            <a:off x="1069297" y="-16933229"/>
            <a:ext cx="2340000" cy="32642434"/>
            <a:chOff x="1069297" y="10701971"/>
            <a:chExt cx="2340000" cy="32642434"/>
          </a:xfrm>
        </p:grpSpPr>
        <p:sp>
          <p:nvSpPr>
            <p:cNvPr id="32" name="Прямоугольник: скругленные углы 31">
              <a:extLst>
                <a:ext uri="{FF2B5EF4-FFF2-40B4-BE49-F238E27FC236}">
                  <a16:creationId xmlns:a16="http://schemas.microsoft.com/office/drawing/2014/main" id="{AE6C8F5C-DFAA-E4CC-C6F1-29410F32FD84}"/>
                </a:ext>
              </a:extLst>
            </p:cNvPr>
            <p:cNvSpPr/>
            <p:nvPr/>
          </p:nvSpPr>
          <p:spPr>
            <a:xfrm>
              <a:off x="1069297" y="34149787"/>
              <a:ext cx="2340000" cy="4500000"/>
            </a:xfrm>
            <a:prstGeom prst="roundRect">
              <a:avLst/>
            </a:prstGeom>
            <a:solidFill>
              <a:srgbClr val="EA62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D9697B97-58F9-CF27-B833-2D36CFEE08F1}"/>
                </a:ext>
              </a:extLst>
            </p:cNvPr>
            <p:cNvSpPr/>
            <p:nvPr/>
          </p:nvSpPr>
          <p:spPr>
            <a:xfrm>
              <a:off x="1069297" y="2945933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34" name="Прямоугольник: скругленные углы 33">
              <a:extLst>
                <a:ext uri="{FF2B5EF4-FFF2-40B4-BE49-F238E27FC236}">
                  <a16:creationId xmlns:a16="http://schemas.microsoft.com/office/drawing/2014/main" id="{337E3A2F-2267-BACE-B50E-584F78B1C089}"/>
                </a:ext>
              </a:extLst>
            </p:cNvPr>
            <p:cNvSpPr/>
            <p:nvPr/>
          </p:nvSpPr>
          <p:spPr>
            <a:xfrm>
              <a:off x="1069297" y="24768889"/>
              <a:ext cx="2340000" cy="4500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5" name="Прямоугольник: скругленные углы 34">
              <a:extLst>
                <a:ext uri="{FF2B5EF4-FFF2-40B4-BE49-F238E27FC236}">
                  <a16:creationId xmlns:a16="http://schemas.microsoft.com/office/drawing/2014/main" id="{8AD632F4-850E-2988-FA69-9C654BBDB1FE}"/>
                </a:ext>
              </a:extLst>
            </p:cNvPr>
            <p:cNvSpPr/>
            <p:nvPr/>
          </p:nvSpPr>
          <p:spPr>
            <a:xfrm>
              <a:off x="1069297" y="15392420"/>
              <a:ext cx="2340000" cy="4500000"/>
            </a:xfrm>
            <a:prstGeom prst="round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034EC0D9-D9B2-69D9-2148-610A526FC315}"/>
                </a:ext>
              </a:extLst>
            </p:cNvPr>
            <p:cNvSpPr/>
            <p:nvPr/>
          </p:nvSpPr>
          <p:spPr>
            <a:xfrm>
              <a:off x="1069297" y="10701971"/>
              <a:ext cx="2340000" cy="4500000"/>
            </a:xfrm>
            <a:prstGeom prst="roundRect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37" name="Прямоугольник: скругленные углы 36">
              <a:extLst>
                <a:ext uri="{FF2B5EF4-FFF2-40B4-BE49-F238E27FC236}">
                  <a16:creationId xmlns:a16="http://schemas.microsoft.com/office/drawing/2014/main" id="{673AFAFF-CBDE-8D80-F347-75BF52CF9596}"/>
                </a:ext>
              </a:extLst>
            </p:cNvPr>
            <p:cNvSpPr/>
            <p:nvPr/>
          </p:nvSpPr>
          <p:spPr>
            <a:xfrm>
              <a:off x="1069297" y="20082869"/>
              <a:ext cx="2340000" cy="4500000"/>
            </a:xfrm>
            <a:prstGeom prst="roundRect">
              <a:avLst/>
            </a:prstGeom>
            <a:solidFill>
              <a:srgbClr val="91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38" name="Прямоугольник: скругленные углы 37">
              <a:extLst>
                <a:ext uri="{FF2B5EF4-FFF2-40B4-BE49-F238E27FC236}">
                  <a16:creationId xmlns:a16="http://schemas.microsoft.com/office/drawing/2014/main" id="{0359198E-E79E-2E35-B382-B9C2DDAAB69D}"/>
                </a:ext>
              </a:extLst>
            </p:cNvPr>
            <p:cNvSpPr/>
            <p:nvPr/>
          </p:nvSpPr>
          <p:spPr>
            <a:xfrm>
              <a:off x="1069297" y="38844405"/>
              <a:ext cx="2340000" cy="4500000"/>
            </a:xfrm>
            <a:prstGeom prst="round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02E89688-36FC-DBC0-7FB3-DAFE890FDA21}"/>
              </a:ext>
            </a:extLst>
          </p:cNvPr>
          <p:cNvGrpSpPr/>
          <p:nvPr/>
        </p:nvGrpSpPr>
        <p:grpSpPr>
          <a:xfrm>
            <a:off x="8782702" y="-18770969"/>
            <a:ext cx="2340000" cy="32624978"/>
            <a:chOff x="8782702" y="8864231"/>
            <a:chExt cx="2340000" cy="32624978"/>
          </a:xfrm>
        </p:grpSpPr>
        <p:sp>
          <p:nvSpPr>
            <p:cNvPr id="40" name="Прямоугольник: скругленные углы 39">
              <a:extLst>
                <a:ext uri="{FF2B5EF4-FFF2-40B4-BE49-F238E27FC236}">
                  <a16:creationId xmlns:a16="http://schemas.microsoft.com/office/drawing/2014/main" id="{BDCF510F-1F8D-5E51-8FE4-2BB90C16299A}"/>
                </a:ext>
              </a:extLst>
            </p:cNvPr>
            <p:cNvSpPr/>
            <p:nvPr/>
          </p:nvSpPr>
          <p:spPr>
            <a:xfrm>
              <a:off x="8782702" y="32307618"/>
              <a:ext cx="2340000" cy="4500000"/>
            </a:xfrm>
            <a:prstGeom prst="round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41" name="Прямоугольник: скругленные углы 40">
              <a:extLst>
                <a:ext uri="{FF2B5EF4-FFF2-40B4-BE49-F238E27FC236}">
                  <a16:creationId xmlns:a16="http://schemas.microsoft.com/office/drawing/2014/main" id="{4F2333BE-1668-AFEB-6ACA-33E5AB001B51}"/>
                </a:ext>
              </a:extLst>
            </p:cNvPr>
            <p:cNvSpPr/>
            <p:nvPr/>
          </p:nvSpPr>
          <p:spPr>
            <a:xfrm>
              <a:off x="8782702" y="27617169"/>
              <a:ext cx="2340000" cy="4500000"/>
            </a:xfrm>
            <a:prstGeom prst="roundRect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42" name="Прямоугольник: скругленные углы 41">
              <a:extLst>
                <a:ext uri="{FF2B5EF4-FFF2-40B4-BE49-F238E27FC236}">
                  <a16:creationId xmlns:a16="http://schemas.microsoft.com/office/drawing/2014/main" id="{4CD2B4F4-C252-889D-17B0-F434C9D9294D}"/>
                </a:ext>
              </a:extLst>
            </p:cNvPr>
            <p:cNvSpPr/>
            <p:nvPr/>
          </p:nvSpPr>
          <p:spPr>
            <a:xfrm>
              <a:off x="8782702" y="22926720"/>
              <a:ext cx="2340000" cy="4500000"/>
            </a:xfrm>
            <a:prstGeom prst="roundRect">
              <a:avLst/>
            </a:prstGeom>
            <a:solidFill>
              <a:srgbClr val="91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43" name="Прямоугольник: скругленные углы 42">
              <a:extLst>
                <a:ext uri="{FF2B5EF4-FFF2-40B4-BE49-F238E27FC236}">
                  <a16:creationId xmlns:a16="http://schemas.microsoft.com/office/drawing/2014/main" id="{6FE2F53D-A0A6-539C-C34C-5022D7913EF9}"/>
                </a:ext>
              </a:extLst>
            </p:cNvPr>
            <p:cNvSpPr/>
            <p:nvPr/>
          </p:nvSpPr>
          <p:spPr>
            <a:xfrm>
              <a:off x="8782702" y="18245129"/>
              <a:ext cx="2340000" cy="4500000"/>
            </a:xfrm>
            <a:prstGeom prst="roundRect">
              <a:avLst/>
            </a:prstGeom>
            <a:solidFill>
              <a:srgbClr val="EA62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44" name="Прямоугольник: скругленные углы 43">
              <a:extLst>
                <a:ext uri="{FF2B5EF4-FFF2-40B4-BE49-F238E27FC236}">
                  <a16:creationId xmlns:a16="http://schemas.microsoft.com/office/drawing/2014/main" id="{4C3999FB-FE09-22A9-1E45-198613E73E12}"/>
                </a:ext>
              </a:extLst>
            </p:cNvPr>
            <p:cNvSpPr/>
            <p:nvPr/>
          </p:nvSpPr>
          <p:spPr>
            <a:xfrm>
              <a:off x="8782702" y="13554680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45" name="Прямоугольник: скругленные углы 44">
              <a:extLst>
                <a:ext uri="{FF2B5EF4-FFF2-40B4-BE49-F238E27FC236}">
                  <a16:creationId xmlns:a16="http://schemas.microsoft.com/office/drawing/2014/main" id="{58A2B6B4-6A65-DD87-CC84-913B516969F4}"/>
                </a:ext>
              </a:extLst>
            </p:cNvPr>
            <p:cNvSpPr/>
            <p:nvPr/>
          </p:nvSpPr>
          <p:spPr>
            <a:xfrm>
              <a:off x="8782702" y="8864231"/>
              <a:ext cx="2340000" cy="4500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46" name="Прямоугольник: скругленные углы 45">
              <a:extLst>
                <a:ext uri="{FF2B5EF4-FFF2-40B4-BE49-F238E27FC236}">
                  <a16:creationId xmlns:a16="http://schemas.microsoft.com/office/drawing/2014/main" id="{EF4BD4FC-B615-055F-0E8D-1DA8838DBFF1}"/>
                </a:ext>
              </a:extLst>
            </p:cNvPr>
            <p:cNvSpPr/>
            <p:nvPr/>
          </p:nvSpPr>
          <p:spPr>
            <a:xfrm>
              <a:off x="8782702" y="36989209"/>
              <a:ext cx="2340000" cy="4500000"/>
            </a:xfrm>
            <a:prstGeom prst="round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917F7417-E734-5126-54BC-9DC4B45EAAF7}"/>
              </a:ext>
            </a:extLst>
          </p:cNvPr>
          <p:cNvGrpSpPr/>
          <p:nvPr/>
        </p:nvGrpSpPr>
        <p:grpSpPr>
          <a:xfrm>
            <a:off x="11353837" y="-19885705"/>
            <a:ext cx="2340000" cy="32633836"/>
            <a:chOff x="11353837" y="7749495"/>
            <a:chExt cx="2340000" cy="32633836"/>
          </a:xfrm>
        </p:grpSpPr>
        <p:sp>
          <p:nvSpPr>
            <p:cNvPr id="48" name="Прямоугольник: скругленные углы 47">
              <a:extLst>
                <a:ext uri="{FF2B5EF4-FFF2-40B4-BE49-F238E27FC236}">
                  <a16:creationId xmlns:a16="http://schemas.microsoft.com/office/drawing/2014/main" id="{FA7B568B-41CA-B2B9-164D-76322AD35241}"/>
                </a:ext>
              </a:extLst>
            </p:cNvPr>
            <p:cNvSpPr/>
            <p:nvPr/>
          </p:nvSpPr>
          <p:spPr>
            <a:xfrm>
              <a:off x="11353837" y="35883331"/>
              <a:ext cx="2340000" cy="4500000"/>
            </a:xfrm>
            <a:prstGeom prst="roundRect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49" name="Прямоугольник: скругленные углы 48">
              <a:extLst>
                <a:ext uri="{FF2B5EF4-FFF2-40B4-BE49-F238E27FC236}">
                  <a16:creationId xmlns:a16="http://schemas.microsoft.com/office/drawing/2014/main" id="{41DC241A-C8BC-F146-CFA9-AA9E0F63A77E}"/>
                </a:ext>
              </a:extLst>
            </p:cNvPr>
            <p:cNvSpPr/>
            <p:nvPr/>
          </p:nvSpPr>
          <p:spPr>
            <a:xfrm>
              <a:off x="11353837" y="31192882"/>
              <a:ext cx="2340000" cy="4500000"/>
            </a:xfrm>
            <a:prstGeom prst="roundRect">
              <a:avLst/>
            </a:prstGeom>
            <a:solidFill>
              <a:srgbClr val="91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50" name="Прямоугольник: скругленные углы 49">
              <a:extLst>
                <a:ext uri="{FF2B5EF4-FFF2-40B4-BE49-F238E27FC236}">
                  <a16:creationId xmlns:a16="http://schemas.microsoft.com/office/drawing/2014/main" id="{DDC2E1A9-1CE6-D0AA-B8ED-9E7056B60712}"/>
                </a:ext>
              </a:extLst>
            </p:cNvPr>
            <p:cNvSpPr/>
            <p:nvPr/>
          </p:nvSpPr>
          <p:spPr>
            <a:xfrm>
              <a:off x="11353837" y="26502433"/>
              <a:ext cx="2340000" cy="4500000"/>
            </a:xfrm>
            <a:prstGeom prst="roundRect">
              <a:avLst/>
            </a:prstGeom>
            <a:solidFill>
              <a:srgbClr val="EA62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01" name="Прямоугольник: скругленные углы 200">
              <a:extLst>
                <a:ext uri="{FF2B5EF4-FFF2-40B4-BE49-F238E27FC236}">
                  <a16:creationId xmlns:a16="http://schemas.microsoft.com/office/drawing/2014/main" id="{56025217-9EC3-E0D9-3F8E-6F121650A27F}"/>
                </a:ext>
              </a:extLst>
            </p:cNvPr>
            <p:cNvSpPr/>
            <p:nvPr/>
          </p:nvSpPr>
          <p:spPr>
            <a:xfrm>
              <a:off x="11353837" y="21820842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202" name="Прямоугольник: скругленные углы 201">
              <a:extLst>
                <a:ext uri="{FF2B5EF4-FFF2-40B4-BE49-F238E27FC236}">
                  <a16:creationId xmlns:a16="http://schemas.microsoft.com/office/drawing/2014/main" id="{0CD0A07B-6563-5A27-47B9-50F6BA145D28}"/>
                </a:ext>
              </a:extLst>
            </p:cNvPr>
            <p:cNvSpPr/>
            <p:nvPr/>
          </p:nvSpPr>
          <p:spPr>
            <a:xfrm>
              <a:off x="11353837" y="17130393"/>
              <a:ext cx="2340000" cy="4500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03" name="Прямоугольник: скругленные углы 202">
              <a:extLst>
                <a:ext uri="{FF2B5EF4-FFF2-40B4-BE49-F238E27FC236}">
                  <a16:creationId xmlns:a16="http://schemas.microsoft.com/office/drawing/2014/main" id="{B5C8B382-D784-F50A-2A1E-78CAF9E04EFB}"/>
                </a:ext>
              </a:extLst>
            </p:cNvPr>
            <p:cNvSpPr/>
            <p:nvPr/>
          </p:nvSpPr>
          <p:spPr>
            <a:xfrm>
              <a:off x="11353837" y="12439944"/>
              <a:ext cx="2340000" cy="4500000"/>
            </a:xfrm>
            <a:prstGeom prst="round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04" name="Прямоугольник: скругленные углы 203">
              <a:extLst>
                <a:ext uri="{FF2B5EF4-FFF2-40B4-BE49-F238E27FC236}">
                  <a16:creationId xmlns:a16="http://schemas.microsoft.com/office/drawing/2014/main" id="{ED9ADD91-CE93-3D94-6D8B-8CD4AAA43785}"/>
                </a:ext>
              </a:extLst>
            </p:cNvPr>
            <p:cNvSpPr/>
            <p:nvPr/>
          </p:nvSpPr>
          <p:spPr>
            <a:xfrm>
              <a:off x="11353837" y="7749495"/>
              <a:ext cx="2340000" cy="4500000"/>
            </a:xfrm>
            <a:prstGeom prst="round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sp>
        <p:nvSpPr>
          <p:cNvPr id="205" name="Прямоугольник 204">
            <a:extLst>
              <a:ext uri="{FF2B5EF4-FFF2-40B4-BE49-F238E27FC236}">
                <a16:creationId xmlns:a16="http://schemas.microsoft.com/office/drawing/2014/main" id="{392ACCED-8528-C7CE-E135-223626DC8F75}"/>
              </a:ext>
            </a:extLst>
          </p:cNvPr>
          <p:cNvSpPr/>
          <p:nvPr/>
        </p:nvSpPr>
        <p:spPr>
          <a:xfrm>
            <a:off x="382107" y="-17866028"/>
            <a:ext cx="385152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32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MyToolKit</a:t>
            </a:r>
          </a:p>
          <a:p>
            <a:r>
              <a:rPr lang="ru-RU" sz="32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Твоя панель. Твой порядок. </a:t>
            </a:r>
            <a:endParaRPr lang="ru-RU" sz="3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206" name="Прямоугольник 205">
            <a:extLst>
              <a:ext uri="{FF2B5EF4-FFF2-40B4-BE49-F238E27FC236}">
                <a16:creationId xmlns:a16="http://schemas.microsoft.com/office/drawing/2014/main" id="{CF9EF4DA-E5C2-1AA6-4AF7-F574BD9B0799}"/>
              </a:ext>
            </a:extLst>
          </p:cNvPr>
          <p:cNvSpPr/>
          <p:nvPr/>
        </p:nvSpPr>
        <p:spPr>
          <a:xfrm>
            <a:off x="382107" y="-12719834"/>
            <a:ext cx="4784043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Разработчик: </a:t>
            </a:r>
            <a:r>
              <a:rPr lang="en-US" sz="1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Bold" panose="020B0502040204020203" pitchFamily="34" charset="0"/>
              </a:rPr>
              <a:t>CrashSystem</a:t>
            </a:r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hnschrift SemiBold" panose="020B0502040204020203" pitchFamily="34" charset="0"/>
            </a:endParaRPr>
          </a:p>
          <a:p>
            <a:r>
              <a:rPr lang="ru-RU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Конкурс: </a:t>
            </a:r>
            <a:r>
              <a:rPr lang="ru-RU" sz="1400" dirty="0">
                <a:ln w="0"/>
                <a:solidFill>
                  <a:schemeClr val="bg1"/>
                </a:solidFill>
                <a:latin typeface="Bahnschrift SemiBold" panose="020B0502040204020203" pitchFamily="34" charset="0"/>
              </a:rPr>
              <a:t>Открытые АЙТИ проекты, </a:t>
            </a:r>
            <a:r>
              <a:rPr lang="ru-RU" sz="1400" dirty="0" err="1">
                <a:ln w="0"/>
                <a:solidFill>
                  <a:schemeClr val="bg1"/>
                </a:solidFill>
                <a:latin typeface="Bahnschrift SemiBold" panose="020B0502040204020203" pitchFamily="34" charset="0"/>
              </a:rPr>
              <a:t>СибГУТИ</a:t>
            </a:r>
            <a:endParaRPr lang="ru-RU" sz="1400" dirty="0">
              <a:ln w="0"/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r>
              <a:rPr lang="ru-RU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Технологии: </a:t>
            </a:r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Bold" panose="020B0502040204020203" pitchFamily="34" charset="0"/>
              </a:rPr>
              <a:t>HTML, CSS, JavaScript (</a:t>
            </a:r>
            <a:r>
              <a:rPr lang="ru-RU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Bold" panose="020B0502040204020203" pitchFamily="34" charset="0"/>
              </a:rPr>
              <a:t>чистый </a:t>
            </a:r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Bold" panose="020B0502040204020203" pitchFamily="34" charset="0"/>
              </a:rPr>
              <a:t>JS)</a:t>
            </a:r>
          </a:p>
        </p:txBody>
      </p:sp>
      <p:sp>
        <p:nvSpPr>
          <p:cNvPr id="207" name="Google Shape;135;p9">
            <a:extLst>
              <a:ext uri="{FF2B5EF4-FFF2-40B4-BE49-F238E27FC236}">
                <a16:creationId xmlns:a16="http://schemas.microsoft.com/office/drawing/2014/main" id="{B8D46439-64A2-6C9C-1230-3E0D15D8FC71}"/>
              </a:ext>
            </a:extLst>
          </p:cNvPr>
          <p:cNvSpPr/>
          <p:nvPr/>
        </p:nvSpPr>
        <p:spPr>
          <a:xfrm>
            <a:off x="5747350" y="-17362968"/>
            <a:ext cx="5971582" cy="4632890"/>
          </a:xfrm>
          <a:custGeom>
            <a:avLst/>
            <a:gdLst/>
            <a:ahLst/>
            <a:cxnLst/>
            <a:rect l="l" t="t" r="r" b="b"/>
            <a:pathLst>
              <a:path w="21184" h="21286" extrusionOk="0">
                <a:moveTo>
                  <a:pt x="18899" y="4710"/>
                </a:moveTo>
                <a:cubicBezTo>
                  <a:pt x="18180" y="3606"/>
                  <a:pt x="17438" y="2499"/>
                  <a:pt x="16400" y="1601"/>
                </a:cubicBezTo>
                <a:cubicBezTo>
                  <a:pt x="15362" y="703"/>
                  <a:pt x="13984" y="30"/>
                  <a:pt x="12510" y="1"/>
                </a:cubicBezTo>
                <a:cubicBezTo>
                  <a:pt x="11127" y="-23"/>
                  <a:pt x="9810" y="521"/>
                  <a:pt x="8666" y="1190"/>
                </a:cubicBezTo>
                <a:cubicBezTo>
                  <a:pt x="7522" y="1859"/>
                  <a:pt x="6490" y="2661"/>
                  <a:pt x="5296" y="3272"/>
                </a:cubicBezTo>
                <a:cubicBezTo>
                  <a:pt x="3097" y="4394"/>
                  <a:pt x="659" y="5259"/>
                  <a:pt x="201" y="7709"/>
                </a:cubicBezTo>
                <a:cubicBezTo>
                  <a:pt x="-5" y="8807"/>
                  <a:pt x="408" y="9877"/>
                  <a:pt x="631" y="10947"/>
                </a:cubicBezTo>
                <a:cubicBezTo>
                  <a:pt x="837" y="11945"/>
                  <a:pt x="670" y="12967"/>
                  <a:pt x="525" y="13965"/>
                </a:cubicBezTo>
                <a:cubicBezTo>
                  <a:pt x="380" y="14982"/>
                  <a:pt x="229" y="15999"/>
                  <a:pt x="84" y="17016"/>
                </a:cubicBezTo>
                <a:cubicBezTo>
                  <a:pt x="-33" y="17823"/>
                  <a:pt x="-117" y="18731"/>
                  <a:pt x="480" y="19366"/>
                </a:cubicBezTo>
                <a:cubicBezTo>
                  <a:pt x="1607" y="20560"/>
                  <a:pt x="3571" y="19920"/>
                  <a:pt x="5061" y="20125"/>
                </a:cubicBezTo>
                <a:cubicBezTo>
                  <a:pt x="6964" y="20393"/>
                  <a:pt x="8365" y="21577"/>
                  <a:pt x="10407" y="21219"/>
                </a:cubicBezTo>
                <a:cubicBezTo>
                  <a:pt x="13939" y="20593"/>
                  <a:pt x="16562" y="18010"/>
                  <a:pt x="18621" y="15665"/>
                </a:cubicBezTo>
                <a:cubicBezTo>
                  <a:pt x="19742" y="14385"/>
                  <a:pt x="20875" y="12981"/>
                  <a:pt x="21120" y="11357"/>
                </a:cubicBezTo>
                <a:cubicBezTo>
                  <a:pt x="21483" y="8903"/>
                  <a:pt x="20250" y="6787"/>
                  <a:pt x="18899" y="471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138;p9">
            <a:extLst>
              <a:ext uri="{FF2B5EF4-FFF2-40B4-BE49-F238E27FC236}">
                <a16:creationId xmlns:a16="http://schemas.microsoft.com/office/drawing/2014/main" id="{41E8A727-8537-497A-D603-A1DB3FFDC4F1}"/>
              </a:ext>
            </a:extLst>
          </p:cNvPr>
          <p:cNvSpPr/>
          <p:nvPr/>
        </p:nvSpPr>
        <p:spPr>
          <a:xfrm>
            <a:off x="5629017" y="-17056220"/>
            <a:ext cx="6425672" cy="5109562"/>
          </a:xfrm>
          <a:custGeom>
            <a:avLst/>
            <a:gdLst/>
            <a:ahLst/>
            <a:cxnLst/>
            <a:rect l="l" t="t" r="r" b="b"/>
            <a:pathLst>
              <a:path w="21600" h="21576" extrusionOk="0">
                <a:moveTo>
                  <a:pt x="11680" y="8488"/>
                </a:moveTo>
                <a:cubicBezTo>
                  <a:pt x="11680" y="8483"/>
                  <a:pt x="11680" y="8483"/>
                  <a:pt x="11680" y="8488"/>
                </a:cubicBezTo>
                <a:cubicBezTo>
                  <a:pt x="11680" y="8483"/>
                  <a:pt x="11680" y="8483"/>
                  <a:pt x="11680" y="8488"/>
                </a:cubicBezTo>
                <a:lnTo>
                  <a:pt x="11680" y="8488"/>
                </a:lnTo>
                <a:close/>
                <a:moveTo>
                  <a:pt x="19119" y="7691"/>
                </a:moveTo>
                <a:cubicBezTo>
                  <a:pt x="19119" y="7691"/>
                  <a:pt x="19119" y="7691"/>
                  <a:pt x="19119" y="7691"/>
                </a:cubicBezTo>
                <a:cubicBezTo>
                  <a:pt x="19119" y="7691"/>
                  <a:pt x="19119" y="7691"/>
                  <a:pt x="19119" y="7691"/>
                </a:cubicBezTo>
                <a:lnTo>
                  <a:pt x="19119" y="7691"/>
                </a:lnTo>
                <a:close/>
                <a:moveTo>
                  <a:pt x="18586" y="6923"/>
                </a:moveTo>
                <a:cubicBezTo>
                  <a:pt x="18586" y="6923"/>
                  <a:pt x="18586" y="6923"/>
                  <a:pt x="18586" y="6923"/>
                </a:cubicBezTo>
                <a:cubicBezTo>
                  <a:pt x="18586" y="6923"/>
                  <a:pt x="18589" y="6928"/>
                  <a:pt x="18586" y="6923"/>
                </a:cubicBezTo>
                <a:lnTo>
                  <a:pt x="18586" y="6923"/>
                </a:lnTo>
                <a:close/>
                <a:moveTo>
                  <a:pt x="17550" y="13620"/>
                </a:moveTo>
                <a:cubicBezTo>
                  <a:pt x="17546" y="13620"/>
                  <a:pt x="17546" y="13620"/>
                  <a:pt x="17550" y="13620"/>
                </a:cubicBezTo>
                <a:cubicBezTo>
                  <a:pt x="17546" y="13620"/>
                  <a:pt x="17546" y="13620"/>
                  <a:pt x="17550" y="13620"/>
                </a:cubicBezTo>
                <a:lnTo>
                  <a:pt x="17550" y="13620"/>
                </a:lnTo>
                <a:close/>
                <a:moveTo>
                  <a:pt x="10411" y="7784"/>
                </a:moveTo>
                <a:cubicBezTo>
                  <a:pt x="10407" y="7784"/>
                  <a:pt x="10407" y="7789"/>
                  <a:pt x="10411" y="7784"/>
                </a:cubicBezTo>
                <a:cubicBezTo>
                  <a:pt x="10411" y="7789"/>
                  <a:pt x="10411" y="7789"/>
                  <a:pt x="10411" y="7784"/>
                </a:cubicBezTo>
                <a:lnTo>
                  <a:pt x="10411" y="7784"/>
                </a:lnTo>
                <a:close/>
                <a:moveTo>
                  <a:pt x="13764" y="1849"/>
                </a:moveTo>
                <a:lnTo>
                  <a:pt x="13764" y="1849"/>
                </a:lnTo>
                <a:cubicBezTo>
                  <a:pt x="13764" y="1849"/>
                  <a:pt x="13764" y="1849"/>
                  <a:pt x="13764" y="1849"/>
                </a:cubicBezTo>
                <a:cubicBezTo>
                  <a:pt x="13764" y="1854"/>
                  <a:pt x="13764" y="1854"/>
                  <a:pt x="13764" y="1849"/>
                </a:cubicBezTo>
                <a:lnTo>
                  <a:pt x="13764" y="1849"/>
                </a:lnTo>
                <a:cubicBezTo>
                  <a:pt x="13764" y="1854"/>
                  <a:pt x="13764" y="1854"/>
                  <a:pt x="13764" y="1849"/>
                </a:cubicBezTo>
                <a:lnTo>
                  <a:pt x="13764" y="1849"/>
                </a:lnTo>
                <a:lnTo>
                  <a:pt x="13764" y="1849"/>
                </a:lnTo>
                <a:cubicBezTo>
                  <a:pt x="13764" y="1849"/>
                  <a:pt x="13764" y="1849"/>
                  <a:pt x="13764" y="1849"/>
                </a:cubicBezTo>
                <a:cubicBezTo>
                  <a:pt x="13764" y="1849"/>
                  <a:pt x="13764" y="1849"/>
                  <a:pt x="13764" y="1849"/>
                </a:cubicBezTo>
                <a:cubicBezTo>
                  <a:pt x="13764" y="1849"/>
                  <a:pt x="13764" y="1849"/>
                  <a:pt x="13764" y="1849"/>
                </a:cubicBezTo>
                <a:close/>
                <a:moveTo>
                  <a:pt x="21600" y="19760"/>
                </a:moveTo>
                <a:cubicBezTo>
                  <a:pt x="21374" y="19834"/>
                  <a:pt x="21144" y="19824"/>
                  <a:pt x="20915" y="19834"/>
                </a:cubicBezTo>
                <a:cubicBezTo>
                  <a:pt x="20167" y="19858"/>
                  <a:pt x="19419" y="19863"/>
                  <a:pt x="18667" y="19878"/>
                </a:cubicBezTo>
                <a:cubicBezTo>
                  <a:pt x="18621" y="19878"/>
                  <a:pt x="18562" y="19839"/>
                  <a:pt x="18554" y="19961"/>
                </a:cubicBezTo>
                <a:cubicBezTo>
                  <a:pt x="18550" y="20039"/>
                  <a:pt x="18480" y="19995"/>
                  <a:pt x="18453" y="19966"/>
                </a:cubicBezTo>
                <a:cubicBezTo>
                  <a:pt x="18387" y="19883"/>
                  <a:pt x="18305" y="19883"/>
                  <a:pt x="18219" y="19883"/>
                </a:cubicBezTo>
                <a:cubicBezTo>
                  <a:pt x="17261" y="19897"/>
                  <a:pt x="16299" y="19917"/>
                  <a:pt x="15341" y="19902"/>
                </a:cubicBezTo>
                <a:cubicBezTo>
                  <a:pt x="15298" y="19902"/>
                  <a:pt x="15244" y="19873"/>
                  <a:pt x="15259" y="19981"/>
                </a:cubicBezTo>
                <a:cubicBezTo>
                  <a:pt x="15271" y="20049"/>
                  <a:pt x="15209" y="20030"/>
                  <a:pt x="15182" y="20064"/>
                </a:cubicBezTo>
                <a:cubicBezTo>
                  <a:pt x="15037" y="20259"/>
                  <a:pt x="14882" y="20436"/>
                  <a:pt x="14749" y="20646"/>
                </a:cubicBezTo>
                <a:cubicBezTo>
                  <a:pt x="14741" y="20656"/>
                  <a:pt x="14734" y="20666"/>
                  <a:pt x="14726" y="20680"/>
                </a:cubicBezTo>
                <a:cubicBezTo>
                  <a:pt x="14702" y="20695"/>
                  <a:pt x="14687" y="20714"/>
                  <a:pt x="14675" y="20744"/>
                </a:cubicBezTo>
                <a:cubicBezTo>
                  <a:pt x="14644" y="20778"/>
                  <a:pt x="14613" y="20817"/>
                  <a:pt x="14558" y="20881"/>
                </a:cubicBezTo>
                <a:cubicBezTo>
                  <a:pt x="14640" y="20856"/>
                  <a:pt x="14664" y="20803"/>
                  <a:pt x="14691" y="20763"/>
                </a:cubicBezTo>
                <a:cubicBezTo>
                  <a:pt x="14710" y="20739"/>
                  <a:pt x="14726" y="20719"/>
                  <a:pt x="14745" y="20695"/>
                </a:cubicBezTo>
                <a:cubicBezTo>
                  <a:pt x="14753" y="20685"/>
                  <a:pt x="14761" y="20675"/>
                  <a:pt x="14765" y="20670"/>
                </a:cubicBezTo>
                <a:cubicBezTo>
                  <a:pt x="14936" y="20480"/>
                  <a:pt x="15104" y="20284"/>
                  <a:pt x="15256" y="20108"/>
                </a:cubicBezTo>
                <a:cubicBezTo>
                  <a:pt x="15302" y="20308"/>
                  <a:pt x="15236" y="20504"/>
                  <a:pt x="15069" y="20651"/>
                </a:cubicBezTo>
                <a:cubicBezTo>
                  <a:pt x="15069" y="20651"/>
                  <a:pt x="15072" y="20651"/>
                  <a:pt x="15072" y="20651"/>
                </a:cubicBezTo>
                <a:cubicBezTo>
                  <a:pt x="15002" y="20744"/>
                  <a:pt x="14924" y="20822"/>
                  <a:pt x="14862" y="20925"/>
                </a:cubicBezTo>
                <a:cubicBezTo>
                  <a:pt x="14738" y="21135"/>
                  <a:pt x="14570" y="21184"/>
                  <a:pt x="14375" y="21184"/>
                </a:cubicBezTo>
                <a:cubicBezTo>
                  <a:pt x="13546" y="21184"/>
                  <a:pt x="12716" y="21189"/>
                  <a:pt x="11891" y="21165"/>
                </a:cubicBezTo>
                <a:cubicBezTo>
                  <a:pt x="10929" y="21140"/>
                  <a:pt x="9963" y="21140"/>
                  <a:pt x="8997" y="21121"/>
                </a:cubicBezTo>
                <a:cubicBezTo>
                  <a:pt x="8463" y="21111"/>
                  <a:pt x="7934" y="21077"/>
                  <a:pt x="7400" y="21057"/>
                </a:cubicBezTo>
                <a:cubicBezTo>
                  <a:pt x="7084" y="21037"/>
                  <a:pt x="6769" y="21013"/>
                  <a:pt x="6450" y="20993"/>
                </a:cubicBezTo>
                <a:cubicBezTo>
                  <a:pt x="6450" y="21003"/>
                  <a:pt x="6450" y="21018"/>
                  <a:pt x="6450" y="21028"/>
                </a:cubicBezTo>
                <a:cubicBezTo>
                  <a:pt x="6718" y="21047"/>
                  <a:pt x="6983" y="21067"/>
                  <a:pt x="7252" y="21086"/>
                </a:cubicBezTo>
                <a:cubicBezTo>
                  <a:pt x="7902" y="21130"/>
                  <a:pt x="8549" y="21214"/>
                  <a:pt x="9199" y="21277"/>
                </a:cubicBezTo>
                <a:cubicBezTo>
                  <a:pt x="9865" y="21341"/>
                  <a:pt x="10531" y="21390"/>
                  <a:pt x="11197" y="21443"/>
                </a:cubicBezTo>
                <a:cubicBezTo>
                  <a:pt x="11489" y="21468"/>
                  <a:pt x="11781" y="21487"/>
                  <a:pt x="12070" y="21512"/>
                </a:cubicBezTo>
                <a:cubicBezTo>
                  <a:pt x="12093" y="21512"/>
                  <a:pt x="12120" y="21512"/>
                  <a:pt x="12148" y="21571"/>
                </a:cubicBezTo>
                <a:cubicBezTo>
                  <a:pt x="9846" y="21600"/>
                  <a:pt x="7564" y="21512"/>
                  <a:pt x="5273" y="21165"/>
                </a:cubicBezTo>
                <a:cubicBezTo>
                  <a:pt x="5336" y="21199"/>
                  <a:pt x="5379" y="21228"/>
                  <a:pt x="5433" y="21258"/>
                </a:cubicBezTo>
                <a:cubicBezTo>
                  <a:pt x="5215" y="21350"/>
                  <a:pt x="2512" y="20573"/>
                  <a:pt x="2076" y="20294"/>
                </a:cubicBezTo>
                <a:cubicBezTo>
                  <a:pt x="2169" y="20245"/>
                  <a:pt x="2991" y="20367"/>
                  <a:pt x="3462" y="20470"/>
                </a:cubicBezTo>
                <a:cubicBezTo>
                  <a:pt x="3926" y="20568"/>
                  <a:pt x="4385" y="20695"/>
                  <a:pt x="4857" y="20744"/>
                </a:cubicBezTo>
                <a:cubicBezTo>
                  <a:pt x="4720" y="20646"/>
                  <a:pt x="4557" y="20656"/>
                  <a:pt x="4401" y="20538"/>
                </a:cubicBezTo>
                <a:cubicBezTo>
                  <a:pt x="4646" y="20450"/>
                  <a:pt x="4876" y="20470"/>
                  <a:pt x="5133" y="20396"/>
                </a:cubicBezTo>
                <a:cubicBezTo>
                  <a:pt x="4779" y="20274"/>
                  <a:pt x="4448" y="20455"/>
                  <a:pt x="4132" y="20328"/>
                </a:cubicBezTo>
                <a:cubicBezTo>
                  <a:pt x="4280" y="20274"/>
                  <a:pt x="4428" y="20308"/>
                  <a:pt x="4588" y="20284"/>
                </a:cubicBezTo>
                <a:cubicBezTo>
                  <a:pt x="4210" y="20191"/>
                  <a:pt x="3836" y="20235"/>
                  <a:pt x="3470" y="20137"/>
                </a:cubicBezTo>
                <a:cubicBezTo>
                  <a:pt x="3579" y="20083"/>
                  <a:pt x="3688" y="20098"/>
                  <a:pt x="3797" y="20103"/>
                </a:cubicBezTo>
                <a:cubicBezTo>
                  <a:pt x="4031" y="20113"/>
                  <a:pt x="4269" y="20098"/>
                  <a:pt x="4491" y="20167"/>
                </a:cubicBezTo>
                <a:cubicBezTo>
                  <a:pt x="4794" y="20259"/>
                  <a:pt x="5098" y="20269"/>
                  <a:pt x="5406" y="20308"/>
                </a:cubicBezTo>
                <a:cubicBezTo>
                  <a:pt x="5643" y="20343"/>
                  <a:pt x="5873" y="20245"/>
                  <a:pt x="6111" y="20269"/>
                </a:cubicBezTo>
                <a:cubicBezTo>
                  <a:pt x="6029" y="19888"/>
                  <a:pt x="6029" y="19888"/>
                  <a:pt x="5737" y="19888"/>
                </a:cubicBezTo>
                <a:cubicBezTo>
                  <a:pt x="3984" y="19883"/>
                  <a:pt x="2232" y="19868"/>
                  <a:pt x="483" y="19809"/>
                </a:cubicBezTo>
                <a:cubicBezTo>
                  <a:pt x="323" y="19804"/>
                  <a:pt x="164" y="19785"/>
                  <a:pt x="0" y="19770"/>
                </a:cubicBezTo>
                <a:cubicBezTo>
                  <a:pt x="27" y="19702"/>
                  <a:pt x="74" y="19721"/>
                  <a:pt x="113" y="19716"/>
                </a:cubicBezTo>
                <a:cubicBezTo>
                  <a:pt x="1122" y="19643"/>
                  <a:pt x="2134" y="19628"/>
                  <a:pt x="3143" y="19619"/>
                </a:cubicBezTo>
                <a:cubicBezTo>
                  <a:pt x="4043" y="19609"/>
                  <a:pt x="4946" y="19609"/>
                  <a:pt x="5846" y="19604"/>
                </a:cubicBezTo>
                <a:cubicBezTo>
                  <a:pt x="5865" y="19604"/>
                  <a:pt x="5885" y="19599"/>
                  <a:pt x="5912" y="19594"/>
                </a:cubicBezTo>
                <a:cubicBezTo>
                  <a:pt x="5636" y="18718"/>
                  <a:pt x="5359" y="17852"/>
                  <a:pt x="5086" y="16991"/>
                </a:cubicBezTo>
                <a:cubicBezTo>
                  <a:pt x="5071" y="16918"/>
                  <a:pt x="5059" y="16849"/>
                  <a:pt x="5024" y="16786"/>
                </a:cubicBezTo>
                <a:cubicBezTo>
                  <a:pt x="4829" y="16130"/>
                  <a:pt x="4635" y="15475"/>
                  <a:pt x="4436" y="14819"/>
                </a:cubicBezTo>
                <a:cubicBezTo>
                  <a:pt x="4428" y="14775"/>
                  <a:pt x="4424" y="14731"/>
                  <a:pt x="4393" y="14697"/>
                </a:cubicBezTo>
                <a:cubicBezTo>
                  <a:pt x="4378" y="14628"/>
                  <a:pt x="4354" y="14565"/>
                  <a:pt x="4343" y="14496"/>
                </a:cubicBezTo>
                <a:cubicBezTo>
                  <a:pt x="4331" y="14418"/>
                  <a:pt x="4319" y="14340"/>
                  <a:pt x="4405" y="14310"/>
                </a:cubicBezTo>
                <a:cubicBezTo>
                  <a:pt x="4405" y="14310"/>
                  <a:pt x="4413" y="14305"/>
                  <a:pt x="4413" y="14305"/>
                </a:cubicBezTo>
                <a:cubicBezTo>
                  <a:pt x="4413" y="14305"/>
                  <a:pt x="4413" y="14296"/>
                  <a:pt x="4413" y="14291"/>
                </a:cubicBezTo>
                <a:cubicBezTo>
                  <a:pt x="4409" y="14291"/>
                  <a:pt x="4405" y="14291"/>
                  <a:pt x="4401" y="14296"/>
                </a:cubicBezTo>
                <a:cubicBezTo>
                  <a:pt x="4144" y="14330"/>
                  <a:pt x="3883" y="14369"/>
                  <a:pt x="3626" y="14398"/>
                </a:cubicBezTo>
                <a:cubicBezTo>
                  <a:pt x="3096" y="14467"/>
                  <a:pt x="2567" y="14482"/>
                  <a:pt x="2037" y="14413"/>
                </a:cubicBezTo>
                <a:cubicBezTo>
                  <a:pt x="1924" y="14398"/>
                  <a:pt x="1834" y="14325"/>
                  <a:pt x="1749" y="14242"/>
                </a:cubicBezTo>
                <a:cubicBezTo>
                  <a:pt x="1757" y="14178"/>
                  <a:pt x="1729" y="14134"/>
                  <a:pt x="1698" y="14095"/>
                </a:cubicBezTo>
                <a:cubicBezTo>
                  <a:pt x="1507" y="13811"/>
                  <a:pt x="1542" y="13454"/>
                  <a:pt x="1499" y="13131"/>
                </a:cubicBezTo>
                <a:cubicBezTo>
                  <a:pt x="1277" y="11458"/>
                  <a:pt x="1297" y="9770"/>
                  <a:pt x="1297" y="8082"/>
                </a:cubicBezTo>
                <a:cubicBezTo>
                  <a:pt x="1297" y="7676"/>
                  <a:pt x="1480" y="7388"/>
                  <a:pt x="1780" y="7241"/>
                </a:cubicBezTo>
                <a:cubicBezTo>
                  <a:pt x="1936" y="7162"/>
                  <a:pt x="1982" y="7045"/>
                  <a:pt x="1979" y="6849"/>
                </a:cubicBezTo>
                <a:cubicBezTo>
                  <a:pt x="1975" y="6575"/>
                  <a:pt x="2049" y="6492"/>
                  <a:pt x="2267" y="6487"/>
                </a:cubicBezTo>
                <a:cubicBezTo>
                  <a:pt x="2337" y="6487"/>
                  <a:pt x="2325" y="6438"/>
                  <a:pt x="2333" y="6389"/>
                </a:cubicBezTo>
                <a:cubicBezTo>
                  <a:pt x="2481" y="5592"/>
                  <a:pt x="2695" y="4824"/>
                  <a:pt x="2964" y="4075"/>
                </a:cubicBezTo>
                <a:cubicBezTo>
                  <a:pt x="3018" y="3924"/>
                  <a:pt x="3096" y="3831"/>
                  <a:pt x="3229" y="3826"/>
                </a:cubicBezTo>
                <a:cubicBezTo>
                  <a:pt x="3310" y="3821"/>
                  <a:pt x="3377" y="3782"/>
                  <a:pt x="3431" y="3718"/>
                </a:cubicBezTo>
                <a:cubicBezTo>
                  <a:pt x="3494" y="3650"/>
                  <a:pt x="3564" y="3645"/>
                  <a:pt x="3634" y="3674"/>
                </a:cubicBezTo>
                <a:cubicBezTo>
                  <a:pt x="3965" y="3816"/>
                  <a:pt x="4296" y="3968"/>
                  <a:pt x="4631" y="4105"/>
                </a:cubicBezTo>
                <a:cubicBezTo>
                  <a:pt x="4732" y="4149"/>
                  <a:pt x="4779" y="4217"/>
                  <a:pt x="4798" y="4349"/>
                </a:cubicBezTo>
                <a:cubicBezTo>
                  <a:pt x="4857" y="4716"/>
                  <a:pt x="4927" y="5078"/>
                  <a:pt x="4993" y="5445"/>
                </a:cubicBezTo>
                <a:cubicBezTo>
                  <a:pt x="5016" y="5568"/>
                  <a:pt x="5001" y="5665"/>
                  <a:pt x="4923" y="5763"/>
                </a:cubicBezTo>
                <a:cubicBezTo>
                  <a:pt x="4631" y="6125"/>
                  <a:pt x="4300" y="6409"/>
                  <a:pt x="3906" y="6566"/>
                </a:cubicBezTo>
                <a:cubicBezTo>
                  <a:pt x="3879" y="6575"/>
                  <a:pt x="3840" y="6575"/>
                  <a:pt x="3832" y="6615"/>
                </a:cubicBezTo>
                <a:cubicBezTo>
                  <a:pt x="3786" y="6874"/>
                  <a:pt x="3610" y="7050"/>
                  <a:pt x="3595" y="7348"/>
                </a:cubicBezTo>
                <a:cubicBezTo>
                  <a:pt x="3571" y="7833"/>
                  <a:pt x="3458" y="8302"/>
                  <a:pt x="3369" y="8777"/>
                </a:cubicBezTo>
                <a:cubicBezTo>
                  <a:pt x="3318" y="9046"/>
                  <a:pt x="3385" y="9325"/>
                  <a:pt x="3400" y="9599"/>
                </a:cubicBezTo>
                <a:cubicBezTo>
                  <a:pt x="3439" y="10235"/>
                  <a:pt x="3505" y="10866"/>
                  <a:pt x="3470" y="11507"/>
                </a:cubicBezTo>
                <a:cubicBezTo>
                  <a:pt x="3466" y="11556"/>
                  <a:pt x="3435" y="11644"/>
                  <a:pt x="3501" y="11654"/>
                </a:cubicBezTo>
                <a:cubicBezTo>
                  <a:pt x="3575" y="11668"/>
                  <a:pt x="3653" y="11712"/>
                  <a:pt x="3719" y="11605"/>
                </a:cubicBezTo>
                <a:cubicBezTo>
                  <a:pt x="3836" y="11414"/>
                  <a:pt x="3953" y="11213"/>
                  <a:pt x="4105" y="11062"/>
                </a:cubicBezTo>
                <a:cubicBezTo>
                  <a:pt x="4245" y="10925"/>
                  <a:pt x="4401" y="10856"/>
                  <a:pt x="4584" y="10856"/>
                </a:cubicBezTo>
                <a:cubicBezTo>
                  <a:pt x="4701" y="10856"/>
                  <a:pt x="4806" y="10783"/>
                  <a:pt x="4919" y="10734"/>
                </a:cubicBezTo>
                <a:cubicBezTo>
                  <a:pt x="4884" y="10675"/>
                  <a:pt x="4841" y="10729"/>
                  <a:pt x="4779" y="10675"/>
                </a:cubicBezTo>
                <a:cubicBezTo>
                  <a:pt x="5020" y="10729"/>
                  <a:pt x="5176" y="10577"/>
                  <a:pt x="5344" y="10460"/>
                </a:cubicBezTo>
                <a:cubicBezTo>
                  <a:pt x="5363" y="10445"/>
                  <a:pt x="5382" y="10440"/>
                  <a:pt x="5398" y="10426"/>
                </a:cubicBezTo>
                <a:cubicBezTo>
                  <a:pt x="5503" y="10328"/>
                  <a:pt x="5667" y="10391"/>
                  <a:pt x="5749" y="10196"/>
                </a:cubicBezTo>
                <a:cubicBezTo>
                  <a:pt x="5811" y="10034"/>
                  <a:pt x="5959" y="9961"/>
                  <a:pt x="6056" y="9824"/>
                </a:cubicBezTo>
                <a:lnTo>
                  <a:pt x="6056" y="9824"/>
                </a:lnTo>
                <a:cubicBezTo>
                  <a:pt x="6228" y="9663"/>
                  <a:pt x="6399" y="9501"/>
                  <a:pt x="6578" y="9349"/>
                </a:cubicBezTo>
                <a:cubicBezTo>
                  <a:pt x="6613" y="9315"/>
                  <a:pt x="6617" y="9286"/>
                  <a:pt x="6613" y="9247"/>
                </a:cubicBezTo>
                <a:cubicBezTo>
                  <a:pt x="6598" y="8958"/>
                  <a:pt x="6722" y="8797"/>
                  <a:pt x="6925" y="8699"/>
                </a:cubicBezTo>
                <a:cubicBezTo>
                  <a:pt x="7065" y="8635"/>
                  <a:pt x="7205" y="8596"/>
                  <a:pt x="7353" y="8576"/>
                </a:cubicBezTo>
                <a:cubicBezTo>
                  <a:pt x="7490" y="8562"/>
                  <a:pt x="7618" y="8532"/>
                  <a:pt x="7743" y="8459"/>
                </a:cubicBezTo>
                <a:cubicBezTo>
                  <a:pt x="7980" y="8312"/>
                  <a:pt x="8237" y="8258"/>
                  <a:pt x="8502" y="8239"/>
                </a:cubicBezTo>
                <a:cubicBezTo>
                  <a:pt x="8615" y="8229"/>
                  <a:pt x="8709" y="8151"/>
                  <a:pt x="8810" y="8117"/>
                </a:cubicBezTo>
                <a:cubicBezTo>
                  <a:pt x="9110" y="8009"/>
                  <a:pt x="9304" y="7730"/>
                  <a:pt x="9523" y="7485"/>
                </a:cubicBezTo>
                <a:cubicBezTo>
                  <a:pt x="9745" y="7241"/>
                  <a:pt x="9955" y="6977"/>
                  <a:pt x="10235" y="6835"/>
                </a:cubicBezTo>
                <a:cubicBezTo>
                  <a:pt x="10263" y="6820"/>
                  <a:pt x="10274" y="6800"/>
                  <a:pt x="10278" y="6766"/>
                </a:cubicBezTo>
                <a:cubicBezTo>
                  <a:pt x="10294" y="6600"/>
                  <a:pt x="10325" y="6434"/>
                  <a:pt x="10263" y="6267"/>
                </a:cubicBezTo>
                <a:cubicBezTo>
                  <a:pt x="10200" y="6101"/>
                  <a:pt x="10157" y="5920"/>
                  <a:pt x="10091" y="5758"/>
                </a:cubicBezTo>
                <a:cubicBezTo>
                  <a:pt x="9838" y="5157"/>
                  <a:pt x="9869" y="4535"/>
                  <a:pt x="10005" y="3909"/>
                </a:cubicBezTo>
                <a:cubicBezTo>
                  <a:pt x="10048" y="3708"/>
                  <a:pt x="10029" y="3498"/>
                  <a:pt x="10064" y="3297"/>
                </a:cubicBezTo>
                <a:cubicBezTo>
                  <a:pt x="10079" y="3209"/>
                  <a:pt x="10021" y="3102"/>
                  <a:pt x="9990" y="3009"/>
                </a:cubicBezTo>
                <a:cubicBezTo>
                  <a:pt x="9955" y="2906"/>
                  <a:pt x="9931" y="2798"/>
                  <a:pt x="9920" y="2691"/>
                </a:cubicBezTo>
                <a:cubicBezTo>
                  <a:pt x="9900" y="2515"/>
                  <a:pt x="9904" y="2510"/>
                  <a:pt x="9815" y="2583"/>
                </a:cubicBezTo>
                <a:cubicBezTo>
                  <a:pt x="9826" y="2554"/>
                  <a:pt x="9807" y="2554"/>
                  <a:pt x="9791" y="2554"/>
                </a:cubicBezTo>
                <a:cubicBezTo>
                  <a:pt x="9741" y="2554"/>
                  <a:pt x="9694" y="2534"/>
                  <a:pt x="9651" y="2461"/>
                </a:cubicBezTo>
                <a:cubicBezTo>
                  <a:pt x="9737" y="2456"/>
                  <a:pt x="9815" y="2476"/>
                  <a:pt x="9881" y="2417"/>
                </a:cubicBezTo>
                <a:cubicBezTo>
                  <a:pt x="9783" y="2348"/>
                  <a:pt x="9686" y="2275"/>
                  <a:pt x="9655" y="2099"/>
                </a:cubicBezTo>
                <a:cubicBezTo>
                  <a:pt x="9729" y="2138"/>
                  <a:pt x="9787" y="2172"/>
                  <a:pt x="9850" y="2192"/>
                </a:cubicBezTo>
                <a:cubicBezTo>
                  <a:pt x="9924" y="2216"/>
                  <a:pt x="9951" y="2158"/>
                  <a:pt x="9963" y="2104"/>
                </a:cubicBezTo>
                <a:cubicBezTo>
                  <a:pt x="9978" y="2030"/>
                  <a:pt x="9916" y="2055"/>
                  <a:pt x="9885" y="2040"/>
                </a:cubicBezTo>
                <a:cubicBezTo>
                  <a:pt x="9709" y="1967"/>
                  <a:pt x="9647" y="1844"/>
                  <a:pt x="9643" y="1575"/>
                </a:cubicBezTo>
                <a:cubicBezTo>
                  <a:pt x="9702" y="1619"/>
                  <a:pt x="9694" y="1707"/>
                  <a:pt x="9729" y="1761"/>
                </a:cubicBezTo>
                <a:cubicBezTo>
                  <a:pt x="9764" y="1820"/>
                  <a:pt x="9803" y="1869"/>
                  <a:pt x="9881" y="1884"/>
                </a:cubicBezTo>
                <a:cubicBezTo>
                  <a:pt x="9830" y="1751"/>
                  <a:pt x="9815" y="1624"/>
                  <a:pt x="9803" y="1497"/>
                </a:cubicBezTo>
                <a:cubicBezTo>
                  <a:pt x="9819" y="1409"/>
                  <a:pt x="9783" y="1316"/>
                  <a:pt x="9822" y="1228"/>
                </a:cubicBezTo>
                <a:cubicBezTo>
                  <a:pt x="9857" y="1277"/>
                  <a:pt x="9854" y="1331"/>
                  <a:pt x="9865" y="1380"/>
                </a:cubicBezTo>
                <a:cubicBezTo>
                  <a:pt x="9896" y="1541"/>
                  <a:pt x="9912" y="1712"/>
                  <a:pt x="9978" y="1864"/>
                </a:cubicBezTo>
                <a:cubicBezTo>
                  <a:pt x="10009" y="1933"/>
                  <a:pt x="10064" y="1957"/>
                  <a:pt x="10115" y="1957"/>
                </a:cubicBezTo>
                <a:cubicBezTo>
                  <a:pt x="10161" y="1957"/>
                  <a:pt x="10130" y="1888"/>
                  <a:pt x="10142" y="1854"/>
                </a:cubicBezTo>
                <a:cubicBezTo>
                  <a:pt x="10111" y="1864"/>
                  <a:pt x="10091" y="1844"/>
                  <a:pt x="10079" y="1810"/>
                </a:cubicBezTo>
                <a:cubicBezTo>
                  <a:pt x="10091" y="1800"/>
                  <a:pt x="10107" y="1796"/>
                  <a:pt x="10118" y="1786"/>
                </a:cubicBezTo>
                <a:cubicBezTo>
                  <a:pt x="10068" y="1683"/>
                  <a:pt x="9970" y="1610"/>
                  <a:pt x="9967" y="1468"/>
                </a:cubicBezTo>
                <a:cubicBezTo>
                  <a:pt x="9970" y="1463"/>
                  <a:pt x="9974" y="1463"/>
                  <a:pt x="9978" y="1458"/>
                </a:cubicBezTo>
                <a:cubicBezTo>
                  <a:pt x="10041" y="1487"/>
                  <a:pt x="10068" y="1585"/>
                  <a:pt x="10142" y="1600"/>
                </a:cubicBezTo>
                <a:cubicBezTo>
                  <a:pt x="10146" y="1614"/>
                  <a:pt x="10157" y="1629"/>
                  <a:pt x="10165" y="1614"/>
                </a:cubicBezTo>
                <a:cubicBezTo>
                  <a:pt x="10177" y="1600"/>
                  <a:pt x="10161" y="1590"/>
                  <a:pt x="10150" y="1590"/>
                </a:cubicBezTo>
                <a:cubicBezTo>
                  <a:pt x="10161" y="1438"/>
                  <a:pt x="10037" y="1409"/>
                  <a:pt x="9990" y="1311"/>
                </a:cubicBezTo>
                <a:cubicBezTo>
                  <a:pt x="9783" y="900"/>
                  <a:pt x="9826" y="455"/>
                  <a:pt x="9881" y="0"/>
                </a:cubicBezTo>
                <a:cubicBezTo>
                  <a:pt x="9908" y="274"/>
                  <a:pt x="10064" y="391"/>
                  <a:pt x="10239" y="479"/>
                </a:cubicBezTo>
                <a:cubicBezTo>
                  <a:pt x="10333" y="563"/>
                  <a:pt x="10449" y="582"/>
                  <a:pt x="10559" y="612"/>
                </a:cubicBezTo>
                <a:cubicBezTo>
                  <a:pt x="10699" y="651"/>
                  <a:pt x="10843" y="656"/>
                  <a:pt x="11006" y="753"/>
                </a:cubicBezTo>
                <a:cubicBezTo>
                  <a:pt x="10781" y="822"/>
                  <a:pt x="10601" y="700"/>
                  <a:pt x="10414" y="690"/>
                </a:cubicBezTo>
                <a:cubicBezTo>
                  <a:pt x="10387" y="680"/>
                  <a:pt x="10356" y="675"/>
                  <a:pt x="10329" y="665"/>
                </a:cubicBezTo>
                <a:lnTo>
                  <a:pt x="10333" y="665"/>
                </a:lnTo>
                <a:cubicBezTo>
                  <a:pt x="10196" y="577"/>
                  <a:pt x="10041" y="528"/>
                  <a:pt x="9931" y="372"/>
                </a:cubicBezTo>
                <a:cubicBezTo>
                  <a:pt x="9967" y="475"/>
                  <a:pt x="9951" y="577"/>
                  <a:pt x="9959" y="675"/>
                </a:cubicBezTo>
                <a:cubicBezTo>
                  <a:pt x="9963" y="881"/>
                  <a:pt x="10009" y="1076"/>
                  <a:pt x="10107" y="1238"/>
                </a:cubicBezTo>
                <a:cubicBezTo>
                  <a:pt x="10239" y="1458"/>
                  <a:pt x="10407" y="1634"/>
                  <a:pt x="10648" y="1605"/>
                </a:cubicBezTo>
                <a:cubicBezTo>
                  <a:pt x="10827" y="1580"/>
                  <a:pt x="11006" y="1546"/>
                  <a:pt x="11166" y="1429"/>
                </a:cubicBezTo>
                <a:cubicBezTo>
                  <a:pt x="11201" y="1404"/>
                  <a:pt x="11221" y="1419"/>
                  <a:pt x="11244" y="1438"/>
                </a:cubicBezTo>
                <a:cubicBezTo>
                  <a:pt x="11318" y="1492"/>
                  <a:pt x="11353" y="1409"/>
                  <a:pt x="11388" y="1360"/>
                </a:cubicBezTo>
                <a:cubicBezTo>
                  <a:pt x="11435" y="1292"/>
                  <a:pt x="11373" y="1257"/>
                  <a:pt x="11341" y="1223"/>
                </a:cubicBezTo>
                <a:cubicBezTo>
                  <a:pt x="11279" y="1155"/>
                  <a:pt x="11205" y="1111"/>
                  <a:pt x="11127" y="1101"/>
                </a:cubicBezTo>
                <a:cubicBezTo>
                  <a:pt x="10948" y="1076"/>
                  <a:pt x="10765" y="1047"/>
                  <a:pt x="10582" y="1067"/>
                </a:cubicBezTo>
                <a:cubicBezTo>
                  <a:pt x="10562" y="1067"/>
                  <a:pt x="10531" y="1067"/>
                  <a:pt x="10520" y="1120"/>
                </a:cubicBezTo>
                <a:cubicBezTo>
                  <a:pt x="10597" y="1155"/>
                  <a:pt x="10671" y="1184"/>
                  <a:pt x="10745" y="1218"/>
                </a:cubicBezTo>
                <a:cubicBezTo>
                  <a:pt x="10823" y="1257"/>
                  <a:pt x="10909" y="1262"/>
                  <a:pt x="10979" y="1336"/>
                </a:cubicBezTo>
                <a:cubicBezTo>
                  <a:pt x="10644" y="1414"/>
                  <a:pt x="10259" y="1169"/>
                  <a:pt x="10189" y="841"/>
                </a:cubicBezTo>
                <a:cubicBezTo>
                  <a:pt x="10329" y="954"/>
                  <a:pt x="10473" y="983"/>
                  <a:pt x="10636" y="964"/>
                </a:cubicBezTo>
                <a:cubicBezTo>
                  <a:pt x="10734" y="949"/>
                  <a:pt x="10800" y="832"/>
                  <a:pt x="10909" y="876"/>
                </a:cubicBezTo>
                <a:cubicBezTo>
                  <a:pt x="10952" y="890"/>
                  <a:pt x="10999" y="920"/>
                  <a:pt x="11053" y="915"/>
                </a:cubicBezTo>
                <a:cubicBezTo>
                  <a:pt x="11217" y="900"/>
                  <a:pt x="11357" y="974"/>
                  <a:pt x="11493" y="1081"/>
                </a:cubicBezTo>
                <a:cubicBezTo>
                  <a:pt x="11633" y="1194"/>
                  <a:pt x="11711" y="1355"/>
                  <a:pt x="11743" y="1561"/>
                </a:cubicBezTo>
                <a:cubicBezTo>
                  <a:pt x="11840" y="1326"/>
                  <a:pt x="11723" y="1184"/>
                  <a:pt x="11614" y="1042"/>
                </a:cubicBezTo>
                <a:cubicBezTo>
                  <a:pt x="11559" y="1022"/>
                  <a:pt x="11509" y="993"/>
                  <a:pt x="11470" y="939"/>
                </a:cubicBezTo>
                <a:cubicBezTo>
                  <a:pt x="11532" y="944"/>
                  <a:pt x="11587" y="969"/>
                  <a:pt x="11630" y="1022"/>
                </a:cubicBezTo>
                <a:cubicBezTo>
                  <a:pt x="11630" y="1022"/>
                  <a:pt x="11630" y="1022"/>
                  <a:pt x="11630" y="1022"/>
                </a:cubicBezTo>
                <a:cubicBezTo>
                  <a:pt x="11937" y="1194"/>
                  <a:pt x="12027" y="1536"/>
                  <a:pt x="11902" y="1835"/>
                </a:cubicBezTo>
                <a:cubicBezTo>
                  <a:pt x="11848" y="1825"/>
                  <a:pt x="11793" y="1923"/>
                  <a:pt x="11750" y="1874"/>
                </a:cubicBezTo>
                <a:cubicBezTo>
                  <a:pt x="11665" y="1771"/>
                  <a:pt x="11626" y="1874"/>
                  <a:pt x="11571" y="1918"/>
                </a:cubicBezTo>
                <a:cubicBezTo>
                  <a:pt x="11474" y="2011"/>
                  <a:pt x="11373" y="2094"/>
                  <a:pt x="11263" y="2158"/>
                </a:cubicBezTo>
                <a:cubicBezTo>
                  <a:pt x="10979" y="2324"/>
                  <a:pt x="10687" y="2471"/>
                  <a:pt x="10430" y="2696"/>
                </a:cubicBezTo>
                <a:lnTo>
                  <a:pt x="10426" y="2691"/>
                </a:lnTo>
                <a:cubicBezTo>
                  <a:pt x="10426" y="2691"/>
                  <a:pt x="10430" y="2696"/>
                  <a:pt x="10430" y="2696"/>
                </a:cubicBezTo>
                <a:cubicBezTo>
                  <a:pt x="10426" y="2705"/>
                  <a:pt x="10418" y="2715"/>
                  <a:pt x="10414" y="2725"/>
                </a:cubicBezTo>
                <a:cubicBezTo>
                  <a:pt x="10411" y="2720"/>
                  <a:pt x="10407" y="2715"/>
                  <a:pt x="10407" y="2715"/>
                </a:cubicBezTo>
                <a:cubicBezTo>
                  <a:pt x="10411" y="2705"/>
                  <a:pt x="10418" y="2696"/>
                  <a:pt x="10422" y="2686"/>
                </a:cubicBezTo>
                <a:cubicBezTo>
                  <a:pt x="10422" y="2686"/>
                  <a:pt x="10422" y="2686"/>
                  <a:pt x="10422" y="2686"/>
                </a:cubicBezTo>
                <a:lnTo>
                  <a:pt x="10422" y="2686"/>
                </a:lnTo>
                <a:cubicBezTo>
                  <a:pt x="10442" y="2608"/>
                  <a:pt x="10500" y="2564"/>
                  <a:pt x="10547" y="2510"/>
                </a:cubicBezTo>
                <a:cubicBezTo>
                  <a:pt x="10679" y="2363"/>
                  <a:pt x="10843" y="2275"/>
                  <a:pt x="10987" y="2153"/>
                </a:cubicBezTo>
                <a:cubicBezTo>
                  <a:pt x="10999" y="2148"/>
                  <a:pt x="11010" y="2148"/>
                  <a:pt x="11022" y="2143"/>
                </a:cubicBezTo>
                <a:cubicBezTo>
                  <a:pt x="11123" y="2074"/>
                  <a:pt x="11228" y="2011"/>
                  <a:pt x="11310" y="1898"/>
                </a:cubicBezTo>
                <a:cubicBezTo>
                  <a:pt x="11018" y="2050"/>
                  <a:pt x="10730" y="2187"/>
                  <a:pt x="10407" y="1981"/>
                </a:cubicBezTo>
                <a:cubicBezTo>
                  <a:pt x="10407" y="2153"/>
                  <a:pt x="10321" y="2290"/>
                  <a:pt x="10321" y="2451"/>
                </a:cubicBezTo>
                <a:cubicBezTo>
                  <a:pt x="10270" y="2759"/>
                  <a:pt x="10224" y="3068"/>
                  <a:pt x="10165" y="3425"/>
                </a:cubicBezTo>
                <a:cubicBezTo>
                  <a:pt x="10259" y="3195"/>
                  <a:pt x="10411" y="3175"/>
                  <a:pt x="10547" y="3156"/>
                </a:cubicBezTo>
                <a:cubicBezTo>
                  <a:pt x="10671" y="3136"/>
                  <a:pt x="10819" y="3102"/>
                  <a:pt x="10921" y="3258"/>
                </a:cubicBezTo>
                <a:cubicBezTo>
                  <a:pt x="10948" y="3302"/>
                  <a:pt x="10983" y="3366"/>
                  <a:pt x="10956" y="3415"/>
                </a:cubicBezTo>
                <a:cubicBezTo>
                  <a:pt x="10932" y="3459"/>
                  <a:pt x="10890" y="3415"/>
                  <a:pt x="10851" y="3400"/>
                </a:cubicBezTo>
                <a:cubicBezTo>
                  <a:pt x="10823" y="3390"/>
                  <a:pt x="10792" y="3386"/>
                  <a:pt x="10765" y="3390"/>
                </a:cubicBezTo>
                <a:cubicBezTo>
                  <a:pt x="10590" y="3395"/>
                  <a:pt x="10411" y="3405"/>
                  <a:pt x="10235" y="3430"/>
                </a:cubicBezTo>
                <a:cubicBezTo>
                  <a:pt x="10150" y="3444"/>
                  <a:pt x="10134" y="3478"/>
                  <a:pt x="10122" y="3562"/>
                </a:cubicBezTo>
                <a:cubicBezTo>
                  <a:pt x="10087" y="3821"/>
                  <a:pt x="10029" y="4080"/>
                  <a:pt x="10009" y="4340"/>
                </a:cubicBezTo>
                <a:cubicBezTo>
                  <a:pt x="9986" y="4677"/>
                  <a:pt x="9947" y="5020"/>
                  <a:pt x="10048" y="5347"/>
                </a:cubicBezTo>
                <a:cubicBezTo>
                  <a:pt x="10177" y="5753"/>
                  <a:pt x="10313" y="6150"/>
                  <a:pt x="10434" y="6556"/>
                </a:cubicBezTo>
                <a:cubicBezTo>
                  <a:pt x="10473" y="6693"/>
                  <a:pt x="10527" y="6840"/>
                  <a:pt x="10656" y="6884"/>
                </a:cubicBezTo>
                <a:cubicBezTo>
                  <a:pt x="10847" y="6947"/>
                  <a:pt x="11045" y="7001"/>
                  <a:pt x="11240" y="6908"/>
                </a:cubicBezTo>
                <a:cubicBezTo>
                  <a:pt x="11583" y="6747"/>
                  <a:pt x="11926" y="6595"/>
                  <a:pt x="12268" y="6424"/>
                </a:cubicBezTo>
                <a:cubicBezTo>
                  <a:pt x="12459" y="6331"/>
                  <a:pt x="12560" y="6184"/>
                  <a:pt x="12623" y="5939"/>
                </a:cubicBezTo>
                <a:cubicBezTo>
                  <a:pt x="12689" y="5680"/>
                  <a:pt x="12740" y="5416"/>
                  <a:pt x="12856" y="5166"/>
                </a:cubicBezTo>
                <a:cubicBezTo>
                  <a:pt x="12891" y="5367"/>
                  <a:pt x="12899" y="5372"/>
                  <a:pt x="13039" y="5289"/>
                </a:cubicBezTo>
                <a:cubicBezTo>
                  <a:pt x="13075" y="5269"/>
                  <a:pt x="13117" y="5235"/>
                  <a:pt x="13141" y="5245"/>
                </a:cubicBezTo>
                <a:cubicBezTo>
                  <a:pt x="13230" y="5289"/>
                  <a:pt x="13269" y="5205"/>
                  <a:pt x="13300" y="5137"/>
                </a:cubicBezTo>
                <a:cubicBezTo>
                  <a:pt x="13386" y="4956"/>
                  <a:pt x="13464" y="4770"/>
                  <a:pt x="13542" y="4579"/>
                </a:cubicBezTo>
                <a:cubicBezTo>
                  <a:pt x="13573" y="4506"/>
                  <a:pt x="13593" y="4423"/>
                  <a:pt x="13589" y="4335"/>
                </a:cubicBezTo>
                <a:cubicBezTo>
                  <a:pt x="13585" y="4207"/>
                  <a:pt x="13569" y="4085"/>
                  <a:pt x="13464" y="4031"/>
                </a:cubicBezTo>
                <a:cubicBezTo>
                  <a:pt x="13363" y="3978"/>
                  <a:pt x="13285" y="4061"/>
                  <a:pt x="13219" y="4144"/>
                </a:cubicBezTo>
                <a:cubicBezTo>
                  <a:pt x="13149" y="4227"/>
                  <a:pt x="13086" y="4320"/>
                  <a:pt x="13016" y="4408"/>
                </a:cubicBezTo>
                <a:cubicBezTo>
                  <a:pt x="12985" y="4447"/>
                  <a:pt x="12958" y="4457"/>
                  <a:pt x="12942" y="4379"/>
                </a:cubicBezTo>
                <a:cubicBezTo>
                  <a:pt x="12907" y="4237"/>
                  <a:pt x="12888" y="4095"/>
                  <a:pt x="12899" y="3943"/>
                </a:cubicBezTo>
                <a:cubicBezTo>
                  <a:pt x="12903" y="3914"/>
                  <a:pt x="12895" y="3880"/>
                  <a:pt x="12888" y="3850"/>
                </a:cubicBezTo>
                <a:cubicBezTo>
                  <a:pt x="12814" y="3552"/>
                  <a:pt x="12790" y="3253"/>
                  <a:pt x="12853" y="2950"/>
                </a:cubicBezTo>
                <a:cubicBezTo>
                  <a:pt x="12868" y="2872"/>
                  <a:pt x="12864" y="2808"/>
                  <a:pt x="12829" y="2740"/>
                </a:cubicBezTo>
                <a:cubicBezTo>
                  <a:pt x="12775" y="2627"/>
                  <a:pt x="12712" y="2515"/>
                  <a:pt x="12673" y="2397"/>
                </a:cubicBezTo>
                <a:cubicBezTo>
                  <a:pt x="12603" y="2197"/>
                  <a:pt x="12529" y="2030"/>
                  <a:pt x="12327" y="1996"/>
                </a:cubicBezTo>
                <a:cubicBezTo>
                  <a:pt x="12218" y="1977"/>
                  <a:pt x="12116" y="1879"/>
                  <a:pt x="12003" y="1854"/>
                </a:cubicBezTo>
                <a:cubicBezTo>
                  <a:pt x="12035" y="1771"/>
                  <a:pt x="12070" y="1683"/>
                  <a:pt x="12097" y="1595"/>
                </a:cubicBezTo>
                <a:cubicBezTo>
                  <a:pt x="12175" y="1350"/>
                  <a:pt x="12093" y="1130"/>
                  <a:pt x="12027" y="905"/>
                </a:cubicBezTo>
                <a:cubicBezTo>
                  <a:pt x="11980" y="739"/>
                  <a:pt x="11867" y="709"/>
                  <a:pt x="11750" y="665"/>
                </a:cubicBezTo>
                <a:cubicBezTo>
                  <a:pt x="11602" y="612"/>
                  <a:pt x="11450" y="612"/>
                  <a:pt x="11306" y="572"/>
                </a:cubicBezTo>
                <a:cubicBezTo>
                  <a:pt x="11158" y="533"/>
                  <a:pt x="10983" y="616"/>
                  <a:pt x="10866" y="426"/>
                </a:cubicBezTo>
                <a:cubicBezTo>
                  <a:pt x="10796" y="377"/>
                  <a:pt x="10726" y="323"/>
                  <a:pt x="10656" y="274"/>
                </a:cubicBezTo>
                <a:cubicBezTo>
                  <a:pt x="10816" y="264"/>
                  <a:pt x="10948" y="391"/>
                  <a:pt x="11104" y="386"/>
                </a:cubicBezTo>
                <a:cubicBezTo>
                  <a:pt x="11178" y="426"/>
                  <a:pt x="11248" y="460"/>
                  <a:pt x="11326" y="416"/>
                </a:cubicBezTo>
                <a:cubicBezTo>
                  <a:pt x="11353" y="416"/>
                  <a:pt x="11376" y="416"/>
                  <a:pt x="11404" y="416"/>
                </a:cubicBezTo>
                <a:cubicBezTo>
                  <a:pt x="11419" y="489"/>
                  <a:pt x="11474" y="484"/>
                  <a:pt x="11517" y="489"/>
                </a:cubicBezTo>
                <a:cubicBezTo>
                  <a:pt x="11743" y="523"/>
                  <a:pt x="11949" y="621"/>
                  <a:pt x="12148" y="783"/>
                </a:cubicBezTo>
                <a:cubicBezTo>
                  <a:pt x="12116" y="788"/>
                  <a:pt x="12097" y="793"/>
                  <a:pt x="12077" y="793"/>
                </a:cubicBezTo>
                <a:cubicBezTo>
                  <a:pt x="12070" y="783"/>
                  <a:pt x="12062" y="778"/>
                  <a:pt x="12054" y="768"/>
                </a:cubicBezTo>
                <a:cubicBezTo>
                  <a:pt x="12050" y="773"/>
                  <a:pt x="12046" y="778"/>
                  <a:pt x="12042" y="783"/>
                </a:cubicBezTo>
                <a:cubicBezTo>
                  <a:pt x="12054" y="788"/>
                  <a:pt x="12062" y="788"/>
                  <a:pt x="12074" y="793"/>
                </a:cubicBezTo>
                <a:cubicBezTo>
                  <a:pt x="12077" y="866"/>
                  <a:pt x="12132" y="905"/>
                  <a:pt x="12159" y="964"/>
                </a:cubicBezTo>
                <a:cubicBezTo>
                  <a:pt x="12272" y="1184"/>
                  <a:pt x="12366" y="1409"/>
                  <a:pt x="12315" y="1693"/>
                </a:cubicBezTo>
                <a:cubicBezTo>
                  <a:pt x="12428" y="1566"/>
                  <a:pt x="12416" y="1399"/>
                  <a:pt x="12436" y="1233"/>
                </a:cubicBezTo>
                <a:cubicBezTo>
                  <a:pt x="12514" y="1360"/>
                  <a:pt x="12498" y="1492"/>
                  <a:pt x="12490" y="1629"/>
                </a:cubicBezTo>
                <a:cubicBezTo>
                  <a:pt x="12697" y="1522"/>
                  <a:pt x="12740" y="1438"/>
                  <a:pt x="12650" y="1208"/>
                </a:cubicBezTo>
                <a:cubicBezTo>
                  <a:pt x="12557" y="974"/>
                  <a:pt x="12459" y="734"/>
                  <a:pt x="12249" y="616"/>
                </a:cubicBezTo>
                <a:cubicBezTo>
                  <a:pt x="12202" y="592"/>
                  <a:pt x="12167" y="538"/>
                  <a:pt x="12124" y="494"/>
                </a:cubicBezTo>
                <a:cubicBezTo>
                  <a:pt x="12105" y="484"/>
                  <a:pt x="12089" y="479"/>
                  <a:pt x="12070" y="470"/>
                </a:cubicBezTo>
                <a:cubicBezTo>
                  <a:pt x="11813" y="269"/>
                  <a:pt x="11813" y="269"/>
                  <a:pt x="11143" y="245"/>
                </a:cubicBezTo>
                <a:cubicBezTo>
                  <a:pt x="11306" y="98"/>
                  <a:pt x="11680" y="103"/>
                  <a:pt x="11949" y="235"/>
                </a:cubicBezTo>
                <a:cubicBezTo>
                  <a:pt x="11984" y="249"/>
                  <a:pt x="12023" y="264"/>
                  <a:pt x="12054" y="289"/>
                </a:cubicBezTo>
                <a:cubicBezTo>
                  <a:pt x="12257" y="440"/>
                  <a:pt x="12467" y="572"/>
                  <a:pt x="12689" y="685"/>
                </a:cubicBezTo>
                <a:cubicBezTo>
                  <a:pt x="12864" y="768"/>
                  <a:pt x="12965" y="939"/>
                  <a:pt x="12965" y="1184"/>
                </a:cubicBezTo>
                <a:cubicBezTo>
                  <a:pt x="12965" y="1213"/>
                  <a:pt x="12954" y="1252"/>
                  <a:pt x="12989" y="1267"/>
                </a:cubicBezTo>
                <a:cubicBezTo>
                  <a:pt x="13117" y="993"/>
                  <a:pt x="13055" y="568"/>
                  <a:pt x="12860" y="362"/>
                </a:cubicBezTo>
                <a:cubicBezTo>
                  <a:pt x="12977" y="386"/>
                  <a:pt x="13106" y="587"/>
                  <a:pt x="13133" y="797"/>
                </a:cubicBezTo>
                <a:cubicBezTo>
                  <a:pt x="13152" y="930"/>
                  <a:pt x="13172" y="1062"/>
                  <a:pt x="13141" y="1194"/>
                </a:cubicBezTo>
                <a:cubicBezTo>
                  <a:pt x="13125" y="1262"/>
                  <a:pt x="13141" y="1292"/>
                  <a:pt x="13203" y="1277"/>
                </a:cubicBezTo>
                <a:cubicBezTo>
                  <a:pt x="13246" y="1267"/>
                  <a:pt x="13289" y="1272"/>
                  <a:pt x="13332" y="1272"/>
                </a:cubicBezTo>
                <a:cubicBezTo>
                  <a:pt x="13725" y="1272"/>
                  <a:pt x="13896" y="1507"/>
                  <a:pt x="13861" y="2011"/>
                </a:cubicBezTo>
                <a:cubicBezTo>
                  <a:pt x="13838" y="1898"/>
                  <a:pt x="13846" y="1771"/>
                  <a:pt x="13783" y="1668"/>
                </a:cubicBezTo>
                <a:cubicBezTo>
                  <a:pt x="13756" y="1727"/>
                  <a:pt x="13799" y="1800"/>
                  <a:pt x="13748" y="1849"/>
                </a:cubicBezTo>
                <a:cubicBezTo>
                  <a:pt x="13740" y="1737"/>
                  <a:pt x="13674" y="1673"/>
                  <a:pt x="13620" y="1600"/>
                </a:cubicBezTo>
                <a:cubicBezTo>
                  <a:pt x="13487" y="1414"/>
                  <a:pt x="13242" y="1355"/>
                  <a:pt x="13113" y="1463"/>
                </a:cubicBezTo>
                <a:cubicBezTo>
                  <a:pt x="13016" y="1619"/>
                  <a:pt x="12923" y="1781"/>
                  <a:pt x="12786" y="1898"/>
                </a:cubicBezTo>
                <a:cubicBezTo>
                  <a:pt x="12903" y="1893"/>
                  <a:pt x="12958" y="1766"/>
                  <a:pt x="13071" y="1683"/>
                </a:cubicBezTo>
                <a:cubicBezTo>
                  <a:pt x="12989" y="1962"/>
                  <a:pt x="12814" y="2030"/>
                  <a:pt x="12638" y="2118"/>
                </a:cubicBezTo>
                <a:cubicBezTo>
                  <a:pt x="12864" y="2339"/>
                  <a:pt x="13000" y="2627"/>
                  <a:pt x="13156" y="2896"/>
                </a:cubicBezTo>
                <a:cubicBezTo>
                  <a:pt x="13273" y="3092"/>
                  <a:pt x="13394" y="3283"/>
                  <a:pt x="13542" y="3439"/>
                </a:cubicBezTo>
                <a:cubicBezTo>
                  <a:pt x="13557" y="3454"/>
                  <a:pt x="13569" y="3488"/>
                  <a:pt x="13589" y="3459"/>
                </a:cubicBezTo>
                <a:cubicBezTo>
                  <a:pt x="13592" y="3454"/>
                  <a:pt x="13581" y="3420"/>
                  <a:pt x="13573" y="3400"/>
                </a:cubicBezTo>
                <a:cubicBezTo>
                  <a:pt x="13437" y="3112"/>
                  <a:pt x="13281" y="2838"/>
                  <a:pt x="13110" y="2578"/>
                </a:cubicBezTo>
                <a:cubicBezTo>
                  <a:pt x="13117" y="2568"/>
                  <a:pt x="13129" y="2559"/>
                  <a:pt x="13137" y="2549"/>
                </a:cubicBezTo>
                <a:cubicBezTo>
                  <a:pt x="13187" y="2613"/>
                  <a:pt x="13238" y="2676"/>
                  <a:pt x="13289" y="2745"/>
                </a:cubicBezTo>
                <a:cubicBezTo>
                  <a:pt x="13402" y="2896"/>
                  <a:pt x="13456" y="3097"/>
                  <a:pt x="13585" y="3234"/>
                </a:cubicBezTo>
                <a:cubicBezTo>
                  <a:pt x="13608" y="3258"/>
                  <a:pt x="13620" y="3317"/>
                  <a:pt x="13612" y="3366"/>
                </a:cubicBezTo>
                <a:cubicBezTo>
                  <a:pt x="13612" y="3366"/>
                  <a:pt x="13612" y="3366"/>
                  <a:pt x="13612" y="3366"/>
                </a:cubicBezTo>
                <a:cubicBezTo>
                  <a:pt x="13651" y="3312"/>
                  <a:pt x="13663" y="3253"/>
                  <a:pt x="13663" y="3180"/>
                </a:cubicBezTo>
                <a:cubicBezTo>
                  <a:pt x="13659" y="3023"/>
                  <a:pt x="13663" y="2867"/>
                  <a:pt x="13663" y="2686"/>
                </a:cubicBezTo>
                <a:cubicBezTo>
                  <a:pt x="13686" y="2784"/>
                  <a:pt x="13694" y="2872"/>
                  <a:pt x="13729" y="2935"/>
                </a:cubicBezTo>
                <a:cubicBezTo>
                  <a:pt x="13776" y="3028"/>
                  <a:pt x="13717" y="3156"/>
                  <a:pt x="13799" y="3224"/>
                </a:cubicBezTo>
                <a:cubicBezTo>
                  <a:pt x="13764" y="3165"/>
                  <a:pt x="13783" y="3102"/>
                  <a:pt x="13795" y="3043"/>
                </a:cubicBezTo>
                <a:cubicBezTo>
                  <a:pt x="13857" y="2686"/>
                  <a:pt x="13814" y="2353"/>
                  <a:pt x="13686" y="2030"/>
                </a:cubicBezTo>
                <a:cubicBezTo>
                  <a:pt x="13635" y="1898"/>
                  <a:pt x="13550" y="1795"/>
                  <a:pt x="13491" y="1668"/>
                </a:cubicBezTo>
                <a:cubicBezTo>
                  <a:pt x="13542" y="1639"/>
                  <a:pt x="13581" y="1668"/>
                  <a:pt x="13624" y="1707"/>
                </a:cubicBezTo>
                <a:cubicBezTo>
                  <a:pt x="13666" y="1751"/>
                  <a:pt x="13686" y="1830"/>
                  <a:pt x="13748" y="1849"/>
                </a:cubicBezTo>
                <a:cubicBezTo>
                  <a:pt x="13795" y="2050"/>
                  <a:pt x="13892" y="2226"/>
                  <a:pt x="13916" y="2436"/>
                </a:cubicBezTo>
                <a:cubicBezTo>
                  <a:pt x="13947" y="2715"/>
                  <a:pt x="13927" y="2979"/>
                  <a:pt x="13803" y="3219"/>
                </a:cubicBezTo>
                <a:cubicBezTo>
                  <a:pt x="13713" y="3503"/>
                  <a:pt x="13725" y="3826"/>
                  <a:pt x="13608" y="4100"/>
                </a:cubicBezTo>
                <a:cubicBezTo>
                  <a:pt x="13604" y="4110"/>
                  <a:pt x="13604" y="4119"/>
                  <a:pt x="13608" y="4129"/>
                </a:cubicBezTo>
                <a:cubicBezTo>
                  <a:pt x="13694" y="4428"/>
                  <a:pt x="13569" y="4658"/>
                  <a:pt x="13452" y="4892"/>
                </a:cubicBezTo>
                <a:cubicBezTo>
                  <a:pt x="13413" y="4971"/>
                  <a:pt x="13382" y="5059"/>
                  <a:pt x="13347" y="5142"/>
                </a:cubicBezTo>
                <a:cubicBezTo>
                  <a:pt x="13265" y="5318"/>
                  <a:pt x="12997" y="5450"/>
                  <a:pt x="12856" y="5382"/>
                </a:cubicBezTo>
                <a:cubicBezTo>
                  <a:pt x="12736" y="5876"/>
                  <a:pt x="12673" y="6385"/>
                  <a:pt x="12615" y="6898"/>
                </a:cubicBezTo>
                <a:cubicBezTo>
                  <a:pt x="12611" y="6947"/>
                  <a:pt x="12611" y="6977"/>
                  <a:pt x="12662" y="6981"/>
                </a:cubicBezTo>
                <a:cubicBezTo>
                  <a:pt x="12969" y="7021"/>
                  <a:pt x="12993" y="7114"/>
                  <a:pt x="13067" y="7476"/>
                </a:cubicBezTo>
                <a:cubicBezTo>
                  <a:pt x="13086" y="7573"/>
                  <a:pt x="13102" y="7657"/>
                  <a:pt x="13187" y="7691"/>
                </a:cubicBezTo>
                <a:cubicBezTo>
                  <a:pt x="13222" y="7706"/>
                  <a:pt x="13258" y="7735"/>
                  <a:pt x="13281" y="7769"/>
                </a:cubicBezTo>
                <a:cubicBezTo>
                  <a:pt x="13546" y="8121"/>
                  <a:pt x="13896" y="8258"/>
                  <a:pt x="14243" y="8425"/>
                </a:cubicBezTo>
                <a:cubicBezTo>
                  <a:pt x="14792" y="8684"/>
                  <a:pt x="15330" y="8982"/>
                  <a:pt x="15855" y="9315"/>
                </a:cubicBezTo>
                <a:cubicBezTo>
                  <a:pt x="15972" y="9389"/>
                  <a:pt x="16077" y="9477"/>
                  <a:pt x="16050" y="9677"/>
                </a:cubicBezTo>
                <a:cubicBezTo>
                  <a:pt x="16046" y="9707"/>
                  <a:pt x="16054" y="9746"/>
                  <a:pt x="16070" y="9765"/>
                </a:cubicBezTo>
                <a:cubicBezTo>
                  <a:pt x="16186" y="9917"/>
                  <a:pt x="16198" y="10103"/>
                  <a:pt x="16186" y="10298"/>
                </a:cubicBezTo>
                <a:cubicBezTo>
                  <a:pt x="16182" y="10401"/>
                  <a:pt x="16214" y="10484"/>
                  <a:pt x="16276" y="10548"/>
                </a:cubicBezTo>
                <a:cubicBezTo>
                  <a:pt x="16311" y="10587"/>
                  <a:pt x="16346" y="10621"/>
                  <a:pt x="16385" y="10656"/>
                </a:cubicBezTo>
                <a:cubicBezTo>
                  <a:pt x="16580" y="10817"/>
                  <a:pt x="16724" y="11018"/>
                  <a:pt x="16774" y="11311"/>
                </a:cubicBezTo>
                <a:cubicBezTo>
                  <a:pt x="16782" y="11360"/>
                  <a:pt x="16790" y="11399"/>
                  <a:pt x="16837" y="11419"/>
                </a:cubicBezTo>
                <a:cubicBezTo>
                  <a:pt x="17113" y="11546"/>
                  <a:pt x="17273" y="11830"/>
                  <a:pt x="17421" y="12128"/>
                </a:cubicBezTo>
                <a:cubicBezTo>
                  <a:pt x="17448" y="12182"/>
                  <a:pt x="17468" y="12236"/>
                  <a:pt x="17514" y="12270"/>
                </a:cubicBezTo>
                <a:cubicBezTo>
                  <a:pt x="17697" y="12407"/>
                  <a:pt x="17881" y="12549"/>
                  <a:pt x="18067" y="12686"/>
                </a:cubicBezTo>
                <a:cubicBezTo>
                  <a:pt x="18091" y="12701"/>
                  <a:pt x="18110" y="12715"/>
                  <a:pt x="18134" y="12730"/>
                </a:cubicBezTo>
                <a:cubicBezTo>
                  <a:pt x="18282" y="12803"/>
                  <a:pt x="18325" y="12784"/>
                  <a:pt x="18340" y="12588"/>
                </a:cubicBezTo>
                <a:cubicBezTo>
                  <a:pt x="18402" y="11825"/>
                  <a:pt x="18535" y="11076"/>
                  <a:pt x="18667" y="10328"/>
                </a:cubicBezTo>
                <a:cubicBezTo>
                  <a:pt x="18671" y="10318"/>
                  <a:pt x="18671" y="10308"/>
                  <a:pt x="18675" y="10298"/>
                </a:cubicBezTo>
                <a:cubicBezTo>
                  <a:pt x="18679" y="10269"/>
                  <a:pt x="18679" y="10235"/>
                  <a:pt x="18683" y="10206"/>
                </a:cubicBezTo>
                <a:cubicBezTo>
                  <a:pt x="18765" y="10127"/>
                  <a:pt x="18648" y="10137"/>
                  <a:pt x="18648" y="10078"/>
                </a:cubicBezTo>
                <a:cubicBezTo>
                  <a:pt x="18648" y="9956"/>
                  <a:pt x="18613" y="9839"/>
                  <a:pt x="18609" y="9716"/>
                </a:cubicBezTo>
                <a:cubicBezTo>
                  <a:pt x="18601" y="9119"/>
                  <a:pt x="18582" y="8523"/>
                  <a:pt x="18675" y="7931"/>
                </a:cubicBezTo>
                <a:cubicBezTo>
                  <a:pt x="18827" y="7808"/>
                  <a:pt x="18827" y="7813"/>
                  <a:pt x="18730" y="7603"/>
                </a:cubicBezTo>
                <a:cubicBezTo>
                  <a:pt x="18671" y="7480"/>
                  <a:pt x="18617" y="7358"/>
                  <a:pt x="18597" y="7211"/>
                </a:cubicBezTo>
                <a:cubicBezTo>
                  <a:pt x="18593" y="7167"/>
                  <a:pt x="18570" y="7133"/>
                  <a:pt x="18531" y="7109"/>
                </a:cubicBezTo>
                <a:cubicBezTo>
                  <a:pt x="18165" y="6898"/>
                  <a:pt x="17892" y="6546"/>
                  <a:pt x="17651" y="6155"/>
                </a:cubicBezTo>
                <a:cubicBezTo>
                  <a:pt x="17596" y="6067"/>
                  <a:pt x="17596" y="5969"/>
                  <a:pt x="17620" y="5871"/>
                </a:cubicBezTo>
                <a:cubicBezTo>
                  <a:pt x="17694" y="5519"/>
                  <a:pt x="17768" y="5166"/>
                  <a:pt x="17834" y="4814"/>
                </a:cubicBezTo>
                <a:cubicBezTo>
                  <a:pt x="17857" y="4687"/>
                  <a:pt x="17908" y="4609"/>
                  <a:pt x="17997" y="4560"/>
                </a:cubicBezTo>
                <a:cubicBezTo>
                  <a:pt x="18254" y="4413"/>
                  <a:pt x="18523" y="4340"/>
                  <a:pt x="18800" y="4305"/>
                </a:cubicBezTo>
                <a:cubicBezTo>
                  <a:pt x="18874" y="4295"/>
                  <a:pt x="18952" y="4315"/>
                  <a:pt x="19026" y="4276"/>
                </a:cubicBezTo>
                <a:cubicBezTo>
                  <a:pt x="19045" y="4266"/>
                  <a:pt x="19072" y="4261"/>
                  <a:pt x="19088" y="4276"/>
                </a:cubicBezTo>
                <a:cubicBezTo>
                  <a:pt x="19248" y="4428"/>
                  <a:pt x="19485" y="4452"/>
                  <a:pt x="19571" y="4731"/>
                </a:cubicBezTo>
                <a:cubicBezTo>
                  <a:pt x="19746" y="5308"/>
                  <a:pt x="19863" y="5905"/>
                  <a:pt x="19953" y="6512"/>
                </a:cubicBezTo>
                <a:cubicBezTo>
                  <a:pt x="19995" y="6805"/>
                  <a:pt x="20023" y="7099"/>
                  <a:pt x="20042" y="7392"/>
                </a:cubicBezTo>
                <a:cubicBezTo>
                  <a:pt x="20046" y="7480"/>
                  <a:pt x="20069" y="7515"/>
                  <a:pt x="20139" y="7495"/>
                </a:cubicBezTo>
                <a:cubicBezTo>
                  <a:pt x="20167" y="7485"/>
                  <a:pt x="20198" y="7495"/>
                  <a:pt x="20229" y="7490"/>
                </a:cubicBezTo>
                <a:cubicBezTo>
                  <a:pt x="20342" y="7480"/>
                  <a:pt x="20393" y="7539"/>
                  <a:pt x="20389" y="7686"/>
                </a:cubicBezTo>
                <a:cubicBezTo>
                  <a:pt x="20385" y="7979"/>
                  <a:pt x="20389" y="8268"/>
                  <a:pt x="20385" y="8562"/>
                </a:cubicBezTo>
                <a:cubicBezTo>
                  <a:pt x="20381" y="8664"/>
                  <a:pt x="20408" y="8738"/>
                  <a:pt x="20463" y="8816"/>
                </a:cubicBezTo>
                <a:cubicBezTo>
                  <a:pt x="20599" y="9012"/>
                  <a:pt x="20708" y="9227"/>
                  <a:pt x="20661" y="9506"/>
                </a:cubicBezTo>
                <a:cubicBezTo>
                  <a:pt x="20642" y="9628"/>
                  <a:pt x="20595" y="9741"/>
                  <a:pt x="20580" y="9868"/>
                </a:cubicBezTo>
                <a:cubicBezTo>
                  <a:pt x="20521" y="10450"/>
                  <a:pt x="20502" y="11032"/>
                  <a:pt x="20486" y="11615"/>
                </a:cubicBezTo>
                <a:cubicBezTo>
                  <a:pt x="20455" y="12715"/>
                  <a:pt x="20346" y="13797"/>
                  <a:pt x="20030" y="14829"/>
                </a:cubicBezTo>
                <a:cubicBezTo>
                  <a:pt x="19925" y="15176"/>
                  <a:pt x="19785" y="15499"/>
                  <a:pt x="19602" y="15793"/>
                </a:cubicBezTo>
                <a:cubicBezTo>
                  <a:pt x="19532" y="15861"/>
                  <a:pt x="19462" y="15930"/>
                  <a:pt x="19392" y="15998"/>
                </a:cubicBezTo>
                <a:cubicBezTo>
                  <a:pt x="19333" y="16057"/>
                  <a:pt x="19255" y="16091"/>
                  <a:pt x="19240" y="16199"/>
                </a:cubicBezTo>
                <a:cubicBezTo>
                  <a:pt x="19127" y="16336"/>
                  <a:pt x="18991" y="16301"/>
                  <a:pt x="18858" y="16287"/>
                </a:cubicBezTo>
                <a:cubicBezTo>
                  <a:pt x="18601" y="16257"/>
                  <a:pt x="18352" y="16174"/>
                  <a:pt x="18103" y="16101"/>
                </a:cubicBezTo>
                <a:cubicBezTo>
                  <a:pt x="17822" y="15979"/>
                  <a:pt x="17542" y="15856"/>
                  <a:pt x="17257" y="15734"/>
                </a:cubicBezTo>
                <a:cubicBezTo>
                  <a:pt x="16915" y="15548"/>
                  <a:pt x="16572" y="15362"/>
                  <a:pt x="16233" y="15171"/>
                </a:cubicBezTo>
                <a:cubicBezTo>
                  <a:pt x="16101" y="15098"/>
                  <a:pt x="15968" y="15020"/>
                  <a:pt x="15816" y="15010"/>
                </a:cubicBezTo>
                <a:cubicBezTo>
                  <a:pt x="15610" y="14995"/>
                  <a:pt x="15415" y="14907"/>
                  <a:pt x="15217" y="14804"/>
                </a:cubicBezTo>
                <a:cubicBezTo>
                  <a:pt x="15139" y="15480"/>
                  <a:pt x="15018" y="16140"/>
                  <a:pt x="14909" y="16800"/>
                </a:cubicBezTo>
                <a:cubicBezTo>
                  <a:pt x="14850" y="16982"/>
                  <a:pt x="14870" y="17148"/>
                  <a:pt x="14924" y="17329"/>
                </a:cubicBezTo>
                <a:cubicBezTo>
                  <a:pt x="15154" y="18077"/>
                  <a:pt x="15423" y="18806"/>
                  <a:pt x="15618" y="19570"/>
                </a:cubicBezTo>
                <a:cubicBezTo>
                  <a:pt x="15641" y="19663"/>
                  <a:pt x="15688" y="19653"/>
                  <a:pt x="15742" y="19653"/>
                </a:cubicBezTo>
                <a:cubicBezTo>
                  <a:pt x="16280" y="19658"/>
                  <a:pt x="16817" y="19663"/>
                  <a:pt x="17351" y="19663"/>
                </a:cubicBezTo>
                <a:cubicBezTo>
                  <a:pt x="17600" y="19663"/>
                  <a:pt x="17853" y="19663"/>
                  <a:pt x="18130" y="19663"/>
                </a:cubicBezTo>
                <a:cubicBezTo>
                  <a:pt x="17939" y="19501"/>
                  <a:pt x="17764" y="19354"/>
                  <a:pt x="17592" y="19212"/>
                </a:cubicBezTo>
                <a:cubicBezTo>
                  <a:pt x="16747" y="18518"/>
                  <a:pt x="15894" y="17833"/>
                  <a:pt x="15096" y="17055"/>
                </a:cubicBezTo>
                <a:cubicBezTo>
                  <a:pt x="15030" y="16991"/>
                  <a:pt x="14960" y="16928"/>
                  <a:pt x="14932" y="16820"/>
                </a:cubicBezTo>
                <a:cubicBezTo>
                  <a:pt x="15248" y="17045"/>
                  <a:pt x="15540" y="17314"/>
                  <a:pt x="15844" y="17559"/>
                </a:cubicBezTo>
                <a:cubicBezTo>
                  <a:pt x="16595" y="18156"/>
                  <a:pt x="17339" y="18762"/>
                  <a:pt x="18071" y="19393"/>
                </a:cubicBezTo>
                <a:cubicBezTo>
                  <a:pt x="18114" y="19428"/>
                  <a:pt x="18165" y="19457"/>
                  <a:pt x="18192" y="19506"/>
                </a:cubicBezTo>
                <a:cubicBezTo>
                  <a:pt x="18293" y="19677"/>
                  <a:pt x="18430" y="19687"/>
                  <a:pt x="18585" y="19687"/>
                </a:cubicBezTo>
                <a:cubicBezTo>
                  <a:pt x="19594" y="19677"/>
                  <a:pt x="20595" y="19697"/>
                  <a:pt x="21600" y="19760"/>
                </a:cubicBezTo>
                <a:close/>
                <a:moveTo>
                  <a:pt x="12833" y="1336"/>
                </a:moveTo>
                <a:cubicBezTo>
                  <a:pt x="12954" y="1140"/>
                  <a:pt x="12798" y="802"/>
                  <a:pt x="12553" y="709"/>
                </a:cubicBezTo>
                <a:cubicBezTo>
                  <a:pt x="12693" y="890"/>
                  <a:pt x="12794" y="1091"/>
                  <a:pt x="12833" y="1336"/>
                </a:cubicBezTo>
                <a:close/>
                <a:moveTo>
                  <a:pt x="12588" y="1859"/>
                </a:moveTo>
                <a:cubicBezTo>
                  <a:pt x="12759" y="1815"/>
                  <a:pt x="12884" y="1698"/>
                  <a:pt x="12969" y="1512"/>
                </a:cubicBezTo>
                <a:cubicBezTo>
                  <a:pt x="12981" y="1487"/>
                  <a:pt x="13032" y="1448"/>
                  <a:pt x="12973" y="1414"/>
                </a:cubicBezTo>
                <a:cubicBezTo>
                  <a:pt x="12942" y="1394"/>
                  <a:pt x="12907" y="1399"/>
                  <a:pt x="12888" y="1443"/>
                </a:cubicBezTo>
                <a:cubicBezTo>
                  <a:pt x="12817" y="1614"/>
                  <a:pt x="12705" y="1737"/>
                  <a:pt x="12588" y="1859"/>
                </a:cubicBezTo>
                <a:close/>
                <a:moveTo>
                  <a:pt x="12981" y="3327"/>
                </a:moveTo>
                <a:cubicBezTo>
                  <a:pt x="12969" y="3204"/>
                  <a:pt x="12993" y="3077"/>
                  <a:pt x="12907" y="2926"/>
                </a:cubicBezTo>
                <a:cubicBezTo>
                  <a:pt x="12907" y="3087"/>
                  <a:pt x="12907" y="3209"/>
                  <a:pt x="12907" y="3327"/>
                </a:cubicBezTo>
                <a:cubicBezTo>
                  <a:pt x="12907" y="3356"/>
                  <a:pt x="12919" y="3381"/>
                  <a:pt x="12942" y="3381"/>
                </a:cubicBezTo>
                <a:cubicBezTo>
                  <a:pt x="12973" y="3381"/>
                  <a:pt x="12981" y="3351"/>
                  <a:pt x="12981" y="3327"/>
                </a:cubicBezTo>
                <a:close/>
                <a:moveTo>
                  <a:pt x="10157" y="1849"/>
                </a:moveTo>
                <a:cubicBezTo>
                  <a:pt x="10173" y="1840"/>
                  <a:pt x="10208" y="1854"/>
                  <a:pt x="10204" y="1830"/>
                </a:cubicBezTo>
                <a:cubicBezTo>
                  <a:pt x="10196" y="1800"/>
                  <a:pt x="10165" y="1786"/>
                  <a:pt x="10134" y="1786"/>
                </a:cubicBezTo>
                <a:cubicBezTo>
                  <a:pt x="10142" y="1810"/>
                  <a:pt x="10150" y="1830"/>
                  <a:pt x="10157" y="1849"/>
                </a:cubicBezTo>
                <a:close/>
                <a:moveTo>
                  <a:pt x="10130" y="3102"/>
                </a:moveTo>
                <a:cubicBezTo>
                  <a:pt x="10161" y="2945"/>
                  <a:pt x="10212" y="2803"/>
                  <a:pt x="10208" y="2637"/>
                </a:cubicBezTo>
                <a:cubicBezTo>
                  <a:pt x="10161" y="2647"/>
                  <a:pt x="10138" y="2681"/>
                  <a:pt x="10099" y="2671"/>
                </a:cubicBezTo>
                <a:cubicBezTo>
                  <a:pt x="10021" y="2642"/>
                  <a:pt x="10025" y="2720"/>
                  <a:pt x="10037" y="2774"/>
                </a:cubicBezTo>
                <a:cubicBezTo>
                  <a:pt x="10064" y="2882"/>
                  <a:pt x="10099" y="2994"/>
                  <a:pt x="10130" y="3102"/>
                </a:cubicBezTo>
                <a:close/>
                <a:moveTo>
                  <a:pt x="19544" y="7818"/>
                </a:moveTo>
                <a:cubicBezTo>
                  <a:pt x="19481" y="7828"/>
                  <a:pt x="19458" y="7857"/>
                  <a:pt x="19450" y="7935"/>
                </a:cubicBezTo>
                <a:cubicBezTo>
                  <a:pt x="19431" y="8146"/>
                  <a:pt x="19403" y="8356"/>
                  <a:pt x="19380" y="8567"/>
                </a:cubicBezTo>
                <a:cubicBezTo>
                  <a:pt x="19376" y="8596"/>
                  <a:pt x="19368" y="8630"/>
                  <a:pt x="19396" y="8650"/>
                </a:cubicBezTo>
                <a:cubicBezTo>
                  <a:pt x="19501" y="8728"/>
                  <a:pt x="19610" y="8806"/>
                  <a:pt x="19719" y="8889"/>
                </a:cubicBezTo>
                <a:cubicBezTo>
                  <a:pt x="19769" y="8669"/>
                  <a:pt x="19742" y="8459"/>
                  <a:pt x="19789" y="8258"/>
                </a:cubicBezTo>
                <a:cubicBezTo>
                  <a:pt x="19832" y="8488"/>
                  <a:pt x="19789" y="8713"/>
                  <a:pt x="19789" y="8938"/>
                </a:cubicBezTo>
                <a:cubicBezTo>
                  <a:pt x="19949" y="9090"/>
                  <a:pt x="20136" y="9163"/>
                  <a:pt x="20315" y="9305"/>
                </a:cubicBezTo>
                <a:cubicBezTo>
                  <a:pt x="20315" y="9188"/>
                  <a:pt x="20315" y="9100"/>
                  <a:pt x="20315" y="9017"/>
                </a:cubicBezTo>
                <a:cubicBezTo>
                  <a:pt x="20315" y="8650"/>
                  <a:pt x="20315" y="8283"/>
                  <a:pt x="20315" y="7916"/>
                </a:cubicBezTo>
                <a:cubicBezTo>
                  <a:pt x="20120" y="7935"/>
                  <a:pt x="19937" y="8014"/>
                  <a:pt x="19723" y="7979"/>
                </a:cubicBezTo>
                <a:cubicBezTo>
                  <a:pt x="19797" y="7921"/>
                  <a:pt x="19851" y="7896"/>
                  <a:pt x="19910" y="7882"/>
                </a:cubicBezTo>
                <a:cubicBezTo>
                  <a:pt x="20027" y="7857"/>
                  <a:pt x="20139" y="7828"/>
                  <a:pt x="20256" y="7794"/>
                </a:cubicBezTo>
                <a:cubicBezTo>
                  <a:pt x="20280" y="7789"/>
                  <a:pt x="20323" y="7798"/>
                  <a:pt x="20319" y="7740"/>
                </a:cubicBezTo>
                <a:cubicBezTo>
                  <a:pt x="20311" y="7671"/>
                  <a:pt x="20276" y="7710"/>
                  <a:pt x="20252" y="7715"/>
                </a:cubicBezTo>
                <a:cubicBezTo>
                  <a:pt x="20011" y="7745"/>
                  <a:pt x="19777" y="7784"/>
                  <a:pt x="19544" y="7818"/>
                </a:cubicBezTo>
                <a:close/>
                <a:moveTo>
                  <a:pt x="17892" y="5176"/>
                </a:moveTo>
                <a:cubicBezTo>
                  <a:pt x="17939" y="5064"/>
                  <a:pt x="17943" y="4946"/>
                  <a:pt x="18044" y="4863"/>
                </a:cubicBezTo>
                <a:cubicBezTo>
                  <a:pt x="18005" y="5039"/>
                  <a:pt x="18025" y="5181"/>
                  <a:pt x="18036" y="5328"/>
                </a:cubicBezTo>
                <a:cubicBezTo>
                  <a:pt x="18126" y="5069"/>
                  <a:pt x="18410" y="4907"/>
                  <a:pt x="18613" y="5000"/>
                </a:cubicBezTo>
                <a:cubicBezTo>
                  <a:pt x="18519" y="5049"/>
                  <a:pt x="18430" y="5098"/>
                  <a:pt x="18344" y="5147"/>
                </a:cubicBezTo>
                <a:cubicBezTo>
                  <a:pt x="18091" y="5294"/>
                  <a:pt x="18060" y="5416"/>
                  <a:pt x="18180" y="5739"/>
                </a:cubicBezTo>
                <a:cubicBezTo>
                  <a:pt x="18301" y="5548"/>
                  <a:pt x="18328" y="5528"/>
                  <a:pt x="18441" y="5528"/>
                </a:cubicBezTo>
                <a:cubicBezTo>
                  <a:pt x="18387" y="5612"/>
                  <a:pt x="18336" y="5695"/>
                  <a:pt x="18282" y="5778"/>
                </a:cubicBezTo>
                <a:cubicBezTo>
                  <a:pt x="18219" y="5871"/>
                  <a:pt x="18208" y="5954"/>
                  <a:pt x="18309" y="6023"/>
                </a:cubicBezTo>
                <a:cubicBezTo>
                  <a:pt x="18340" y="5988"/>
                  <a:pt x="18317" y="5900"/>
                  <a:pt x="18379" y="5895"/>
                </a:cubicBezTo>
                <a:cubicBezTo>
                  <a:pt x="18422" y="5949"/>
                  <a:pt x="18399" y="6052"/>
                  <a:pt x="18465" y="6091"/>
                </a:cubicBezTo>
                <a:cubicBezTo>
                  <a:pt x="18523" y="6037"/>
                  <a:pt x="18422" y="5930"/>
                  <a:pt x="18512" y="5890"/>
                </a:cubicBezTo>
                <a:cubicBezTo>
                  <a:pt x="18527" y="5895"/>
                  <a:pt x="18547" y="5910"/>
                  <a:pt x="18558" y="5905"/>
                </a:cubicBezTo>
                <a:cubicBezTo>
                  <a:pt x="18722" y="5802"/>
                  <a:pt x="18722" y="5988"/>
                  <a:pt x="18765" y="6091"/>
                </a:cubicBezTo>
                <a:cubicBezTo>
                  <a:pt x="18796" y="6169"/>
                  <a:pt x="18815" y="6262"/>
                  <a:pt x="18819" y="6350"/>
                </a:cubicBezTo>
                <a:cubicBezTo>
                  <a:pt x="18850" y="6805"/>
                  <a:pt x="19061" y="7079"/>
                  <a:pt x="19380" y="7241"/>
                </a:cubicBezTo>
                <a:cubicBezTo>
                  <a:pt x="19419" y="7260"/>
                  <a:pt x="19466" y="7275"/>
                  <a:pt x="19509" y="7348"/>
                </a:cubicBezTo>
                <a:cubicBezTo>
                  <a:pt x="19423" y="7348"/>
                  <a:pt x="19364" y="7353"/>
                  <a:pt x="19302" y="7348"/>
                </a:cubicBezTo>
                <a:cubicBezTo>
                  <a:pt x="19216" y="7343"/>
                  <a:pt x="19220" y="7417"/>
                  <a:pt x="19224" y="7485"/>
                </a:cubicBezTo>
                <a:cubicBezTo>
                  <a:pt x="19232" y="7549"/>
                  <a:pt x="19189" y="7642"/>
                  <a:pt x="19294" y="7642"/>
                </a:cubicBezTo>
                <a:cubicBezTo>
                  <a:pt x="19485" y="7642"/>
                  <a:pt x="19672" y="7617"/>
                  <a:pt x="19855" y="7544"/>
                </a:cubicBezTo>
                <a:cubicBezTo>
                  <a:pt x="19910" y="7525"/>
                  <a:pt x="19910" y="7495"/>
                  <a:pt x="19902" y="7446"/>
                </a:cubicBezTo>
                <a:cubicBezTo>
                  <a:pt x="19793" y="6546"/>
                  <a:pt x="19664" y="5656"/>
                  <a:pt x="19473" y="4775"/>
                </a:cubicBezTo>
                <a:cubicBezTo>
                  <a:pt x="19450" y="4672"/>
                  <a:pt x="19392" y="4628"/>
                  <a:pt x="19333" y="4560"/>
                </a:cubicBezTo>
                <a:cubicBezTo>
                  <a:pt x="19146" y="4349"/>
                  <a:pt x="18991" y="4418"/>
                  <a:pt x="18784" y="4530"/>
                </a:cubicBezTo>
                <a:cubicBezTo>
                  <a:pt x="18539" y="4667"/>
                  <a:pt x="18266" y="4702"/>
                  <a:pt x="17997" y="4736"/>
                </a:cubicBezTo>
                <a:cubicBezTo>
                  <a:pt x="17974" y="4741"/>
                  <a:pt x="17939" y="4721"/>
                  <a:pt x="17935" y="4765"/>
                </a:cubicBezTo>
                <a:cubicBezTo>
                  <a:pt x="17923" y="4887"/>
                  <a:pt x="17849" y="5010"/>
                  <a:pt x="17892" y="5176"/>
                </a:cubicBezTo>
                <a:close/>
                <a:moveTo>
                  <a:pt x="18971" y="7671"/>
                </a:moveTo>
                <a:cubicBezTo>
                  <a:pt x="18959" y="7813"/>
                  <a:pt x="18967" y="7960"/>
                  <a:pt x="18936" y="8097"/>
                </a:cubicBezTo>
                <a:cubicBezTo>
                  <a:pt x="18905" y="8244"/>
                  <a:pt x="18936" y="8317"/>
                  <a:pt x="19037" y="8361"/>
                </a:cubicBezTo>
                <a:cubicBezTo>
                  <a:pt x="19049" y="8371"/>
                  <a:pt x="19057" y="8386"/>
                  <a:pt x="19068" y="8395"/>
                </a:cubicBezTo>
                <a:cubicBezTo>
                  <a:pt x="19084" y="8405"/>
                  <a:pt x="19100" y="8415"/>
                  <a:pt x="19115" y="8425"/>
                </a:cubicBezTo>
                <a:cubicBezTo>
                  <a:pt x="19123" y="8459"/>
                  <a:pt x="19150" y="8464"/>
                  <a:pt x="19170" y="8474"/>
                </a:cubicBezTo>
                <a:cubicBezTo>
                  <a:pt x="19201" y="8498"/>
                  <a:pt x="19232" y="8562"/>
                  <a:pt x="19244" y="8449"/>
                </a:cubicBezTo>
                <a:cubicBezTo>
                  <a:pt x="19263" y="8249"/>
                  <a:pt x="19287" y="8048"/>
                  <a:pt x="19337" y="7852"/>
                </a:cubicBezTo>
                <a:cubicBezTo>
                  <a:pt x="19333" y="7823"/>
                  <a:pt x="19380" y="7798"/>
                  <a:pt x="19345" y="7764"/>
                </a:cubicBezTo>
                <a:cubicBezTo>
                  <a:pt x="19294" y="7750"/>
                  <a:pt x="19244" y="7735"/>
                  <a:pt x="19193" y="7715"/>
                </a:cubicBezTo>
                <a:cubicBezTo>
                  <a:pt x="19174" y="7686"/>
                  <a:pt x="19146" y="7686"/>
                  <a:pt x="19115" y="7686"/>
                </a:cubicBezTo>
                <a:cubicBezTo>
                  <a:pt x="19181" y="7441"/>
                  <a:pt x="19220" y="7358"/>
                  <a:pt x="18975" y="7309"/>
                </a:cubicBezTo>
                <a:cubicBezTo>
                  <a:pt x="18998" y="7436"/>
                  <a:pt x="19061" y="7559"/>
                  <a:pt x="18971" y="7671"/>
                </a:cubicBezTo>
                <a:close/>
                <a:moveTo>
                  <a:pt x="18944" y="7490"/>
                </a:moveTo>
                <a:cubicBezTo>
                  <a:pt x="18940" y="7348"/>
                  <a:pt x="18920" y="7226"/>
                  <a:pt x="18819" y="7133"/>
                </a:cubicBezTo>
                <a:cubicBezTo>
                  <a:pt x="18757" y="7074"/>
                  <a:pt x="18710" y="6986"/>
                  <a:pt x="18683" y="6893"/>
                </a:cubicBezTo>
                <a:cubicBezTo>
                  <a:pt x="18624" y="6756"/>
                  <a:pt x="18644" y="6605"/>
                  <a:pt x="18632" y="6463"/>
                </a:cubicBezTo>
                <a:cubicBezTo>
                  <a:pt x="18550" y="6482"/>
                  <a:pt x="18476" y="6497"/>
                  <a:pt x="18406" y="6517"/>
                </a:cubicBezTo>
                <a:cubicBezTo>
                  <a:pt x="18340" y="6492"/>
                  <a:pt x="18282" y="6453"/>
                  <a:pt x="18231" y="6399"/>
                </a:cubicBezTo>
                <a:cubicBezTo>
                  <a:pt x="18161" y="6316"/>
                  <a:pt x="18142" y="6164"/>
                  <a:pt x="18029" y="6150"/>
                </a:cubicBezTo>
                <a:cubicBezTo>
                  <a:pt x="17962" y="6140"/>
                  <a:pt x="17912" y="6111"/>
                  <a:pt x="17857" y="6076"/>
                </a:cubicBezTo>
                <a:cubicBezTo>
                  <a:pt x="17787" y="5949"/>
                  <a:pt x="17783" y="5675"/>
                  <a:pt x="17846" y="5548"/>
                </a:cubicBezTo>
                <a:cubicBezTo>
                  <a:pt x="17861" y="5514"/>
                  <a:pt x="17877" y="5528"/>
                  <a:pt x="17896" y="5533"/>
                </a:cubicBezTo>
                <a:cubicBezTo>
                  <a:pt x="17927" y="5543"/>
                  <a:pt x="17947" y="5524"/>
                  <a:pt x="17939" y="5484"/>
                </a:cubicBezTo>
                <a:cubicBezTo>
                  <a:pt x="17923" y="5421"/>
                  <a:pt x="17931" y="5338"/>
                  <a:pt x="17869" y="5308"/>
                </a:cubicBezTo>
                <a:cubicBezTo>
                  <a:pt x="17842" y="5298"/>
                  <a:pt x="17834" y="5342"/>
                  <a:pt x="17826" y="5372"/>
                </a:cubicBezTo>
                <a:cubicBezTo>
                  <a:pt x="17775" y="5553"/>
                  <a:pt x="17725" y="5729"/>
                  <a:pt x="17678" y="5910"/>
                </a:cubicBezTo>
                <a:cubicBezTo>
                  <a:pt x="17662" y="5974"/>
                  <a:pt x="17674" y="6023"/>
                  <a:pt x="17733" y="6042"/>
                </a:cubicBezTo>
                <a:cubicBezTo>
                  <a:pt x="17768" y="6052"/>
                  <a:pt x="17799" y="6081"/>
                  <a:pt x="17834" y="6101"/>
                </a:cubicBezTo>
                <a:cubicBezTo>
                  <a:pt x="17951" y="6233"/>
                  <a:pt x="18068" y="6370"/>
                  <a:pt x="18180" y="6502"/>
                </a:cubicBezTo>
                <a:cubicBezTo>
                  <a:pt x="18321" y="6639"/>
                  <a:pt x="18414" y="6835"/>
                  <a:pt x="18582" y="6928"/>
                </a:cubicBezTo>
                <a:cubicBezTo>
                  <a:pt x="18593" y="6957"/>
                  <a:pt x="18613" y="6952"/>
                  <a:pt x="18632" y="6952"/>
                </a:cubicBezTo>
                <a:lnTo>
                  <a:pt x="18636" y="6962"/>
                </a:lnTo>
                <a:lnTo>
                  <a:pt x="18644" y="6957"/>
                </a:lnTo>
                <a:cubicBezTo>
                  <a:pt x="18656" y="7035"/>
                  <a:pt x="18671" y="7109"/>
                  <a:pt x="18683" y="7187"/>
                </a:cubicBezTo>
                <a:cubicBezTo>
                  <a:pt x="18722" y="7368"/>
                  <a:pt x="18811" y="7480"/>
                  <a:pt x="18944" y="7490"/>
                </a:cubicBezTo>
                <a:close/>
                <a:moveTo>
                  <a:pt x="17873" y="13420"/>
                </a:moveTo>
                <a:cubicBezTo>
                  <a:pt x="17849" y="13430"/>
                  <a:pt x="17822" y="13435"/>
                  <a:pt x="17814" y="13469"/>
                </a:cubicBezTo>
                <a:cubicBezTo>
                  <a:pt x="17810" y="13493"/>
                  <a:pt x="17826" y="13508"/>
                  <a:pt x="17842" y="13513"/>
                </a:cubicBezTo>
                <a:cubicBezTo>
                  <a:pt x="18029" y="13576"/>
                  <a:pt x="18196" y="13709"/>
                  <a:pt x="18391" y="13787"/>
                </a:cubicBezTo>
                <a:cubicBezTo>
                  <a:pt x="18371" y="13586"/>
                  <a:pt x="18356" y="13405"/>
                  <a:pt x="18340" y="13205"/>
                </a:cubicBezTo>
                <a:cubicBezTo>
                  <a:pt x="18177" y="13298"/>
                  <a:pt x="18025" y="13371"/>
                  <a:pt x="17873" y="13420"/>
                </a:cubicBezTo>
                <a:close/>
                <a:moveTo>
                  <a:pt x="15867" y="10215"/>
                </a:moveTo>
                <a:cubicBezTo>
                  <a:pt x="15812" y="10259"/>
                  <a:pt x="15809" y="10259"/>
                  <a:pt x="15801" y="10318"/>
                </a:cubicBezTo>
                <a:cubicBezTo>
                  <a:pt x="15664" y="11218"/>
                  <a:pt x="15555" y="12128"/>
                  <a:pt x="15470" y="13038"/>
                </a:cubicBezTo>
                <a:cubicBezTo>
                  <a:pt x="15435" y="13410"/>
                  <a:pt x="15415" y="13787"/>
                  <a:pt x="15345" y="14154"/>
                </a:cubicBezTo>
                <a:cubicBezTo>
                  <a:pt x="15322" y="14266"/>
                  <a:pt x="15213" y="14384"/>
                  <a:pt x="15252" y="14462"/>
                </a:cubicBezTo>
                <a:cubicBezTo>
                  <a:pt x="15287" y="14530"/>
                  <a:pt x="15419" y="14521"/>
                  <a:pt x="15509" y="14555"/>
                </a:cubicBezTo>
                <a:cubicBezTo>
                  <a:pt x="15890" y="14702"/>
                  <a:pt x="16241" y="14932"/>
                  <a:pt x="16607" y="15127"/>
                </a:cubicBezTo>
                <a:cubicBezTo>
                  <a:pt x="17246" y="15465"/>
                  <a:pt x="17881" y="15802"/>
                  <a:pt x="18562" y="15993"/>
                </a:cubicBezTo>
                <a:cubicBezTo>
                  <a:pt x="19026" y="16125"/>
                  <a:pt x="19185" y="16106"/>
                  <a:pt x="19520" y="15538"/>
                </a:cubicBezTo>
                <a:cubicBezTo>
                  <a:pt x="19633" y="15347"/>
                  <a:pt x="19723" y="15127"/>
                  <a:pt x="19801" y="14907"/>
                </a:cubicBezTo>
                <a:cubicBezTo>
                  <a:pt x="20081" y="14119"/>
                  <a:pt x="20217" y="13283"/>
                  <a:pt x="20287" y="12432"/>
                </a:cubicBezTo>
                <a:cubicBezTo>
                  <a:pt x="20326" y="11942"/>
                  <a:pt x="20338" y="11448"/>
                  <a:pt x="20365" y="10954"/>
                </a:cubicBezTo>
                <a:cubicBezTo>
                  <a:pt x="20385" y="10617"/>
                  <a:pt x="20412" y="10279"/>
                  <a:pt x="20435" y="9941"/>
                </a:cubicBezTo>
                <a:cubicBezTo>
                  <a:pt x="20447" y="9858"/>
                  <a:pt x="20447" y="9799"/>
                  <a:pt x="20373" y="9746"/>
                </a:cubicBezTo>
                <a:cubicBezTo>
                  <a:pt x="20089" y="9555"/>
                  <a:pt x="19824" y="9330"/>
                  <a:pt x="19559" y="9100"/>
                </a:cubicBezTo>
                <a:cubicBezTo>
                  <a:pt x="19505" y="9051"/>
                  <a:pt x="19458" y="8992"/>
                  <a:pt x="19384" y="8987"/>
                </a:cubicBezTo>
                <a:cubicBezTo>
                  <a:pt x="19213" y="8831"/>
                  <a:pt x="19041" y="8669"/>
                  <a:pt x="18870" y="8513"/>
                </a:cubicBezTo>
                <a:cubicBezTo>
                  <a:pt x="18831" y="8479"/>
                  <a:pt x="18792" y="8390"/>
                  <a:pt x="18737" y="8444"/>
                </a:cubicBezTo>
                <a:cubicBezTo>
                  <a:pt x="18683" y="8498"/>
                  <a:pt x="18722" y="8581"/>
                  <a:pt x="18737" y="8650"/>
                </a:cubicBezTo>
                <a:cubicBezTo>
                  <a:pt x="18745" y="8674"/>
                  <a:pt x="18753" y="8699"/>
                  <a:pt x="18765" y="8723"/>
                </a:cubicBezTo>
                <a:cubicBezTo>
                  <a:pt x="19209" y="9746"/>
                  <a:pt x="19614" y="10798"/>
                  <a:pt x="19991" y="11864"/>
                </a:cubicBezTo>
                <a:cubicBezTo>
                  <a:pt x="20046" y="12016"/>
                  <a:pt x="20108" y="12163"/>
                  <a:pt x="20108" y="12339"/>
                </a:cubicBezTo>
                <a:cubicBezTo>
                  <a:pt x="19563" y="11199"/>
                  <a:pt x="19139" y="9981"/>
                  <a:pt x="18726" y="8757"/>
                </a:cubicBezTo>
                <a:cubicBezTo>
                  <a:pt x="18730" y="9193"/>
                  <a:pt x="18733" y="9623"/>
                  <a:pt x="18710" y="10069"/>
                </a:cubicBezTo>
                <a:cubicBezTo>
                  <a:pt x="18769" y="10005"/>
                  <a:pt x="18749" y="9902"/>
                  <a:pt x="18811" y="9848"/>
                </a:cubicBezTo>
                <a:cubicBezTo>
                  <a:pt x="18784" y="10558"/>
                  <a:pt x="18706" y="11253"/>
                  <a:pt x="18628" y="11947"/>
                </a:cubicBezTo>
                <a:cubicBezTo>
                  <a:pt x="18582" y="12353"/>
                  <a:pt x="18535" y="12759"/>
                  <a:pt x="18547" y="13165"/>
                </a:cubicBezTo>
                <a:cubicBezTo>
                  <a:pt x="18566" y="13782"/>
                  <a:pt x="18687" y="14369"/>
                  <a:pt x="18917" y="14917"/>
                </a:cubicBezTo>
                <a:cubicBezTo>
                  <a:pt x="18928" y="14941"/>
                  <a:pt x="18959" y="14976"/>
                  <a:pt x="18924" y="15015"/>
                </a:cubicBezTo>
                <a:cubicBezTo>
                  <a:pt x="18691" y="14736"/>
                  <a:pt x="18523" y="14403"/>
                  <a:pt x="18441" y="14012"/>
                </a:cubicBezTo>
                <a:cubicBezTo>
                  <a:pt x="18422" y="13909"/>
                  <a:pt x="18375" y="13846"/>
                  <a:pt x="18301" y="13806"/>
                </a:cubicBezTo>
                <a:cubicBezTo>
                  <a:pt x="18153" y="13728"/>
                  <a:pt x="18005" y="13650"/>
                  <a:pt x="17857" y="13576"/>
                </a:cubicBezTo>
                <a:cubicBezTo>
                  <a:pt x="17772" y="13537"/>
                  <a:pt x="17682" y="13493"/>
                  <a:pt x="17585" y="13528"/>
                </a:cubicBezTo>
                <a:cubicBezTo>
                  <a:pt x="17538" y="13542"/>
                  <a:pt x="17518" y="13562"/>
                  <a:pt x="17546" y="13620"/>
                </a:cubicBezTo>
                <a:cubicBezTo>
                  <a:pt x="17472" y="13591"/>
                  <a:pt x="17402" y="13601"/>
                  <a:pt x="17328" y="13625"/>
                </a:cubicBezTo>
                <a:cubicBezTo>
                  <a:pt x="16919" y="13772"/>
                  <a:pt x="16506" y="13909"/>
                  <a:pt x="16085" y="13992"/>
                </a:cubicBezTo>
                <a:cubicBezTo>
                  <a:pt x="15910" y="14027"/>
                  <a:pt x="15742" y="14134"/>
                  <a:pt x="15555" y="14075"/>
                </a:cubicBezTo>
                <a:cubicBezTo>
                  <a:pt x="16432" y="13601"/>
                  <a:pt x="17328" y="13205"/>
                  <a:pt x="18258" y="12921"/>
                </a:cubicBezTo>
                <a:cubicBezTo>
                  <a:pt x="18157" y="12882"/>
                  <a:pt x="18036" y="12872"/>
                  <a:pt x="17955" y="12799"/>
                </a:cubicBezTo>
                <a:cubicBezTo>
                  <a:pt x="17807" y="12666"/>
                  <a:pt x="17643" y="12559"/>
                  <a:pt x="17495" y="12427"/>
                </a:cubicBezTo>
                <a:cubicBezTo>
                  <a:pt x="17448" y="12388"/>
                  <a:pt x="17398" y="12348"/>
                  <a:pt x="17378" y="12285"/>
                </a:cubicBezTo>
                <a:cubicBezTo>
                  <a:pt x="17355" y="12192"/>
                  <a:pt x="17324" y="12221"/>
                  <a:pt x="17281" y="12260"/>
                </a:cubicBezTo>
                <a:cubicBezTo>
                  <a:pt x="16938" y="12549"/>
                  <a:pt x="16572" y="12794"/>
                  <a:pt x="16206" y="13033"/>
                </a:cubicBezTo>
                <a:cubicBezTo>
                  <a:pt x="16163" y="13063"/>
                  <a:pt x="16120" y="13092"/>
                  <a:pt x="16058" y="13058"/>
                </a:cubicBezTo>
                <a:cubicBezTo>
                  <a:pt x="16455" y="12745"/>
                  <a:pt x="16845" y="12422"/>
                  <a:pt x="17269" y="12182"/>
                </a:cubicBezTo>
                <a:cubicBezTo>
                  <a:pt x="17347" y="12138"/>
                  <a:pt x="17363" y="12109"/>
                  <a:pt x="17289" y="12040"/>
                </a:cubicBezTo>
                <a:cubicBezTo>
                  <a:pt x="17117" y="11869"/>
                  <a:pt x="16977" y="11649"/>
                  <a:pt x="16782" y="11512"/>
                </a:cubicBezTo>
                <a:cubicBezTo>
                  <a:pt x="16763" y="11497"/>
                  <a:pt x="16747" y="11482"/>
                  <a:pt x="16743" y="11453"/>
                </a:cubicBezTo>
                <a:cubicBezTo>
                  <a:pt x="16700" y="11155"/>
                  <a:pt x="16521" y="10983"/>
                  <a:pt x="16342" y="10822"/>
                </a:cubicBezTo>
                <a:cubicBezTo>
                  <a:pt x="16163" y="10665"/>
                  <a:pt x="16062" y="10480"/>
                  <a:pt x="16073" y="10201"/>
                </a:cubicBezTo>
                <a:cubicBezTo>
                  <a:pt x="16077" y="10103"/>
                  <a:pt x="16073" y="9990"/>
                  <a:pt x="15984" y="9927"/>
                </a:cubicBezTo>
                <a:cubicBezTo>
                  <a:pt x="15960" y="10073"/>
                  <a:pt x="15918" y="10176"/>
                  <a:pt x="15867" y="10215"/>
                </a:cubicBezTo>
                <a:close/>
                <a:moveTo>
                  <a:pt x="13885" y="8469"/>
                </a:moveTo>
                <a:cubicBezTo>
                  <a:pt x="13982" y="8630"/>
                  <a:pt x="14064" y="8757"/>
                  <a:pt x="14138" y="8889"/>
                </a:cubicBezTo>
                <a:cubicBezTo>
                  <a:pt x="14204" y="9007"/>
                  <a:pt x="14200" y="9012"/>
                  <a:pt x="14095" y="9026"/>
                </a:cubicBezTo>
                <a:cubicBezTo>
                  <a:pt x="14083" y="9026"/>
                  <a:pt x="14072" y="9036"/>
                  <a:pt x="14064" y="9046"/>
                </a:cubicBezTo>
                <a:cubicBezTo>
                  <a:pt x="13955" y="9203"/>
                  <a:pt x="13807" y="9276"/>
                  <a:pt x="13651" y="9364"/>
                </a:cubicBezTo>
                <a:cubicBezTo>
                  <a:pt x="13776" y="9506"/>
                  <a:pt x="13885" y="9643"/>
                  <a:pt x="14005" y="9770"/>
                </a:cubicBezTo>
                <a:cubicBezTo>
                  <a:pt x="14110" y="9878"/>
                  <a:pt x="14138" y="9985"/>
                  <a:pt x="14083" y="10157"/>
                </a:cubicBezTo>
                <a:cubicBezTo>
                  <a:pt x="13877" y="10827"/>
                  <a:pt x="13643" y="11478"/>
                  <a:pt x="13398" y="12123"/>
                </a:cubicBezTo>
                <a:cubicBezTo>
                  <a:pt x="13160" y="12745"/>
                  <a:pt x="12903" y="13356"/>
                  <a:pt x="12631" y="13953"/>
                </a:cubicBezTo>
                <a:cubicBezTo>
                  <a:pt x="12580" y="14066"/>
                  <a:pt x="12599" y="14090"/>
                  <a:pt x="12693" y="14085"/>
                </a:cubicBezTo>
                <a:cubicBezTo>
                  <a:pt x="12806" y="14075"/>
                  <a:pt x="12923" y="14075"/>
                  <a:pt x="13036" y="14075"/>
                </a:cubicBezTo>
                <a:cubicBezTo>
                  <a:pt x="13160" y="14080"/>
                  <a:pt x="13207" y="14149"/>
                  <a:pt x="13176" y="14300"/>
                </a:cubicBezTo>
                <a:cubicBezTo>
                  <a:pt x="13164" y="14359"/>
                  <a:pt x="13168" y="14413"/>
                  <a:pt x="13176" y="14472"/>
                </a:cubicBezTo>
                <a:cubicBezTo>
                  <a:pt x="13300" y="15181"/>
                  <a:pt x="13437" y="15886"/>
                  <a:pt x="13585" y="16585"/>
                </a:cubicBezTo>
                <a:cubicBezTo>
                  <a:pt x="13612" y="16708"/>
                  <a:pt x="13631" y="16722"/>
                  <a:pt x="13725" y="16673"/>
                </a:cubicBezTo>
                <a:cubicBezTo>
                  <a:pt x="13951" y="16556"/>
                  <a:pt x="14181" y="16443"/>
                  <a:pt x="14422" y="16375"/>
                </a:cubicBezTo>
                <a:cubicBezTo>
                  <a:pt x="14196" y="16502"/>
                  <a:pt x="13970" y="16639"/>
                  <a:pt x="13737" y="16727"/>
                </a:cubicBezTo>
                <a:cubicBezTo>
                  <a:pt x="13581" y="16786"/>
                  <a:pt x="13651" y="16869"/>
                  <a:pt x="13670" y="16977"/>
                </a:cubicBezTo>
                <a:cubicBezTo>
                  <a:pt x="14029" y="16752"/>
                  <a:pt x="14383" y="16536"/>
                  <a:pt x="14753" y="16375"/>
                </a:cubicBezTo>
                <a:cubicBezTo>
                  <a:pt x="14535" y="16536"/>
                  <a:pt x="14309" y="16673"/>
                  <a:pt x="14083" y="16820"/>
                </a:cubicBezTo>
                <a:cubicBezTo>
                  <a:pt x="13982" y="16884"/>
                  <a:pt x="13889" y="16982"/>
                  <a:pt x="13776" y="17006"/>
                </a:cubicBezTo>
                <a:cubicBezTo>
                  <a:pt x="13674" y="17030"/>
                  <a:pt x="13678" y="17089"/>
                  <a:pt x="13698" y="17187"/>
                </a:cubicBezTo>
                <a:cubicBezTo>
                  <a:pt x="13729" y="17339"/>
                  <a:pt x="13760" y="17495"/>
                  <a:pt x="13791" y="17652"/>
                </a:cubicBezTo>
                <a:cubicBezTo>
                  <a:pt x="13912" y="18293"/>
                  <a:pt x="14037" y="18929"/>
                  <a:pt x="14157" y="19570"/>
                </a:cubicBezTo>
                <a:cubicBezTo>
                  <a:pt x="14165" y="19619"/>
                  <a:pt x="14153" y="19697"/>
                  <a:pt x="14227" y="19692"/>
                </a:cubicBezTo>
                <a:cubicBezTo>
                  <a:pt x="14391" y="19682"/>
                  <a:pt x="14558" y="19677"/>
                  <a:pt x="14722" y="19672"/>
                </a:cubicBezTo>
                <a:cubicBezTo>
                  <a:pt x="14761" y="19672"/>
                  <a:pt x="14792" y="19658"/>
                  <a:pt x="14784" y="19584"/>
                </a:cubicBezTo>
                <a:cubicBezTo>
                  <a:pt x="14761" y="19403"/>
                  <a:pt x="14757" y="19217"/>
                  <a:pt x="14726" y="19036"/>
                </a:cubicBezTo>
                <a:cubicBezTo>
                  <a:pt x="14667" y="18689"/>
                  <a:pt x="14593" y="18347"/>
                  <a:pt x="14531" y="17999"/>
                </a:cubicBezTo>
                <a:cubicBezTo>
                  <a:pt x="14512" y="17887"/>
                  <a:pt x="14512" y="17784"/>
                  <a:pt x="14543" y="17662"/>
                </a:cubicBezTo>
                <a:cubicBezTo>
                  <a:pt x="14621" y="17358"/>
                  <a:pt x="14671" y="17050"/>
                  <a:pt x="14738" y="16712"/>
                </a:cubicBezTo>
                <a:cubicBezTo>
                  <a:pt x="14590" y="16884"/>
                  <a:pt x="14461" y="17030"/>
                  <a:pt x="14333" y="17172"/>
                </a:cubicBezTo>
                <a:cubicBezTo>
                  <a:pt x="14309" y="17197"/>
                  <a:pt x="14282" y="17251"/>
                  <a:pt x="14247" y="17212"/>
                </a:cubicBezTo>
                <a:cubicBezTo>
                  <a:pt x="14208" y="17167"/>
                  <a:pt x="14247" y="17123"/>
                  <a:pt x="14274" y="17089"/>
                </a:cubicBezTo>
                <a:cubicBezTo>
                  <a:pt x="14399" y="16938"/>
                  <a:pt x="14523" y="16786"/>
                  <a:pt x="14675" y="16683"/>
                </a:cubicBezTo>
                <a:cubicBezTo>
                  <a:pt x="14745" y="16639"/>
                  <a:pt x="14769" y="16575"/>
                  <a:pt x="14784" y="16492"/>
                </a:cubicBezTo>
                <a:cubicBezTo>
                  <a:pt x="14878" y="15984"/>
                  <a:pt x="14971" y="15470"/>
                  <a:pt x="15061" y="14961"/>
                </a:cubicBezTo>
                <a:cubicBezTo>
                  <a:pt x="15073" y="14897"/>
                  <a:pt x="15108" y="14829"/>
                  <a:pt x="15073" y="14731"/>
                </a:cubicBezTo>
                <a:cubicBezTo>
                  <a:pt x="14893" y="15074"/>
                  <a:pt x="14769" y="15431"/>
                  <a:pt x="14555" y="15710"/>
                </a:cubicBezTo>
                <a:cubicBezTo>
                  <a:pt x="14547" y="15680"/>
                  <a:pt x="14551" y="15661"/>
                  <a:pt x="14558" y="15646"/>
                </a:cubicBezTo>
                <a:cubicBezTo>
                  <a:pt x="14757" y="15137"/>
                  <a:pt x="14952" y="14623"/>
                  <a:pt x="15158" y="14119"/>
                </a:cubicBezTo>
                <a:cubicBezTo>
                  <a:pt x="15209" y="13997"/>
                  <a:pt x="15217" y="13875"/>
                  <a:pt x="15232" y="13728"/>
                </a:cubicBezTo>
                <a:cubicBezTo>
                  <a:pt x="15174" y="13787"/>
                  <a:pt x="15189" y="13860"/>
                  <a:pt x="15170" y="13914"/>
                </a:cubicBezTo>
                <a:cubicBezTo>
                  <a:pt x="15158" y="13953"/>
                  <a:pt x="15147" y="14012"/>
                  <a:pt x="15108" y="13997"/>
                </a:cubicBezTo>
                <a:cubicBezTo>
                  <a:pt x="15057" y="13983"/>
                  <a:pt x="15076" y="13914"/>
                  <a:pt x="15080" y="13875"/>
                </a:cubicBezTo>
                <a:cubicBezTo>
                  <a:pt x="15084" y="13821"/>
                  <a:pt x="15115" y="13767"/>
                  <a:pt x="15123" y="13709"/>
                </a:cubicBezTo>
                <a:cubicBezTo>
                  <a:pt x="15263" y="12730"/>
                  <a:pt x="15400" y="11747"/>
                  <a:pt x="15536" y="10763"/>
                </a:cubicBezTo>
                <a:cubicBezTo>
                  <a:pt x="15590" y="10387"/>
                  <a:pt x="15637" y="10005"/>
                  <a:pt x="15816" y="9687"/>
                </a:cubicBezTo>
                <a:cubicBezTo>
                  <a:pt x="15898" y="9545"/>
                  <a:pt x="15859" y="9521"/>
                  <a:pt x="15766" y="9472"/>
                </a:cubicBezTo>
                <a:cubicBezTo>
                  <a:pt x="15244" y="9203"/>
                  <a:pt x="14734" y="8894"/>
                  <a:pt x="14204" y="8640"/>
                </a:cubicBezTo>
                <a:cubicBezTo>
                  <a:pt x="14107" y="8596"/>
                  <a:pt x="14009" y="8537"/>
                  <a:pt x="13885" y="8469"/>
                </a:cubicBezTo>
                <a:close/>
                <a:moveTo>
                  <a:pt x="12880" y="9824"/>
                </a:moveTo>
                <a:cubicBezTo>
                  <a:pt x="12673" y="11204"/>
                  <a:pt x="12409" y="12569"/>
                  <a:pt x="12116" y="13924"/>
                </a:cubicBezTo>
                <a:cubicBezTo>
                  <a:pt x="12081" y="14095"/>
                  <a:pt x="12081" y="14080"/>
                  <a:pt x="12229" y="14095"/>
                </a:cubicBezTo>
                <a:cubicBezTo>
                  <a:pt x="12405" y="14115"/>
                  <a:pt x="12494" y="14046"/>
                  <a:pt x="12568" y="13821"/>
                </a:cubicBezTo>
                <a:cubicBezTo>
                  <a:pt x="12997" y="12569"/>
                  <a:pt x="13495" y="11355"/>
                  <a:pt x="13978" y="10132"/>
                </a:cubicBezTo>
                <a:cubicBezTo>
                  <a:pt x="14021" y="10025"/>
                  <a:pt x="14013" y="9971"/>
                  <a:pt x="13943" y="9897"/>
                </a:cubicBezTo>
                <a:cubicBezTo>
                  <a:pt x="13818" y="9770"/>
                  <a:pt x="13705" y="9623"/>
                  <a:pt x="13616" y="9457"/>
                </a:cubicBezTo>
                <a:cubicBezTo>
                  <a:pt x="13577" y="9379"/>
                  <a:pt x="13581" y="9335"/>
                  <a:pt x="13643" y="9276"/>
                </a:cubicBezTo>
                <a:cubicBezTo>
                  <a:pt x="13748" y="9178"/>
                  <a:pt x="13861" y="9090"/>
                  <a:pt x="13974" y="9012"/>
                </a:cubicBezTo>
                <a:cubicBezTo>
                  <a:pt x="14017" y="8982"/>
                  <a:pt x="14044" y="8963"/>
                  <a:pt x="13998" y="8899"/>
                </a:cubicBezTo>
                <a:cubicBezTo>
                  <a:pt x="13725" y="8542"/>
                  <a:pt x="13448" y="8180"/>
                  <a:pt x="13168" y="7813"/>
                </a:cubicBezTo>
                <a:cubicBezTo>
                  <a:pt x="13145" y="7911"/>
                  <a:pt x="13180" y="7955"/>
                  <a:pt x="13219" y="7999"/>
                </a:cubicBezTo>
                <a:cubicBezTo>
                  <a:pt x="13367" y="8185"/>
                  <a:pt x="13378" y="8190"/>
                  <a:pt x="13273" y="8420"/>
                </a:cubicBezTo>
                <a:cubicBezTo>
                  <a:pt x="13071" y="8865"/>
                  <a:pt x="12954" y="9325"/>
                  <a:pt x="12880" y="9824"/>
                </a:cubicBezTo>
                <a:close/>
                <a:moveTo>
                  <a:pt x="11579" y="13914"/>
                </a:moveTo>
                <a:cubicBezTo>
                  <a:pt x="11575" y="14080"/>
                  <a:pt x="11618" y="14105"/>
                  <a:pt x="11739" y="14105"/>
                </a:cubicBezTo>
                <a:cubicBezTo>
                  <a:pt x="11863" y="14105"/>
                  <a:pt x="11910" y="14056"/>
                  <a:pt x="11933" y="13904"/>
                </a:cubicBezTo>
                <a:cubicBezTo>
                  <a:pt x="12046" y="13224"/>
                  <a:pt x="12171" y="12544"/>
                  <a:pt x="12288" y="11859"/>
                </a:cubicBezTo>
                <a:cubicBezTo>
                  <a:pt x="12323" y="11663"/>
                  <a:pt x="12377" y="11478"/>
                  <a:pt x="12393" y="11277"/>
                </a:cubicBezTo>
                <a:cubicBezTo>
                  <a:pt x="12257" y="11306"/>
                  <a:pt x="12132" y="11375"/>
                  <a:pt x="11976" y="11341"/>
                </a:cubicBezTo>
                <a:cubicBezTo>
                  <a:pt x="12105" y="11248"/>
                  <a:pt x="12229" y="11243"/>
                  <a:pt x="12342" y="11204"/>
                </a:cubicBezTo>
                <a:cubicBezTo>
                  <a:pt x="12397" y="11184"/>
                  <a:pt x="12428" y="11160"/>
                  <a:pt x="12440" y="11086"/>
                </a:cubicBezTo>
                <a:cubicBezTo>
                  <a:pt x="12467" y="10900"/>
                  <a:pt x="12502" y="10719"/>
                  <a:pt x="12537" y="10528"/>
                </a:cubicBezTo>
                <a:cubicBezTo>
                  <a:pt x="12350" y="10592"/>
                  <a:pt x="12206" y="10739"/>
                  <a:pt x="12042" y="10837"/>
                </a:cubicBezTo>
                <a:cubicBezTo>
                  <a:pt x="12183" y="10709"/>
                  <a:pt x="12284" y="10509"/>
                  <a:pt x="12444" y="10416"/>
                </a:cubicBezTo>
                <a:cubicBezTo>
                  <a:pt x="12553" y="10352"/>
                  <a:pt x="12584" y="10230"/>
                  <a:pt x="12619" y="10108"/>
                </a:cubicBezTo>
                <a:cubicBezTo>
                  <a:pt x="12634" y="10049"/>
                  <a:pt x="12580" y="10005"/>
                  <a:pt x="12603" y="9961"/>
                </a:cubicBezTo>
                <a:cubicBezTo>
                  <a:pt x="12677" y="9819"/>
                  <a:pt x="12681" y="9653"/>
                  <a:pt x="12712" y="9496"/>
                </a:cubicBezTo>
                <a:cubicBezTo>
                  <a:pt x="12759" y="9271"/>
                  <a:pt x="12794" y="9041"/>
                  <a:pt x="12837" y="8806"/>
                </a:cubicBezTo>
                <a:cubicBezTo>
                  <a:pt x="12786" y="8821"/>
                  <a:pt x="12782" y="8855"/>
                  <a:pt x="12771" y="8880"/>
                </a:cubicBezTo>
                <a:cubicBezTo>
                  <a:pt x="12599" y="9227"/>
                  <a:pt x="12432" y="9570"/>
                  <a:pt x="12261" y="9917"/>
                </a:cubicBezTo>
                <a:cubicBezTo>
                  <a:pt x="12222" y="9995"/>
                  <a:pt x="12183" y="10078"/>
                  <a:pt x="12187" y="10181"/>
                </a:cubicBezTo>
                <a:cubicBezTo>
                  <a:pt x="12163" y="10132"/>
                  <a:pt x="12148" y="10088"/>
                  <a:pt x="12136" y="10039"/>
                </a:cubicBezTo>
                <a:cubicBezTo>
                  <a:pt x="12085" y="9819"/>
                  <a:pt x="12039" y="9604"/>
                  <a:pt x="12011" y="9379"/>
                </a:cubicBezTo>
                <a:cubicBezTo>
                  <a:pt x="12003" y="9325"/>
                  <a:pt x="11996" y="9266"/>
                  <a:pt x="11980" y="9217"/>
                </a:cubicBezTo>
                <a:cubicBezTo>
                  <a:pt x="11965" y="9163"/>
                  <a:pt x="11937" y="9178"/>
                  <a:pt x="11918" y="9217"/>
                </a:cubicBezTo>
                <a:cubicBezTo>
                  <a:pt x="11914" y="9227"/>
                  <a:pt x="11914" y="9237"/>
                  <a:pt x="11910" y="9247"/>
                </a:cubicBezTo>
                <a:lnTo>
                  <a:pt x="11910" y="9242"/>
                </a:lnTo>
                <a:cubicBezTo>
                  <a:pt x="11840" y="9296"/>
                  <a:pt x="11774" y="9379"/>
                  <a:pt x="11700" y="9398"/>
                </a:cubicBezTo>
                <a:cubicBezTo>
                  <a:pt x="11552" y="9437"/>
                  <a:pt x="11505" y="9565"/>
                  <a:pt x="11466" y="9711"/>
                </a:cubicBezTo>
                <a:cubicBezTo>
                  <a:pt x="11443" y="9799"/>
                  <a:pt x="11415" y="9888"/>
                  <a:pt x="11388" y="9976"/>
                </a:cubicBezTo>
                <a:cubicBezTo>
                  <a:pt x="11641" y="10010"/>
                  <a:pt x="11863" y="10132"/>
                  <a:pt x="12093" y="10298"/>
                </a:cubicBezTo>
                <a:cubicBezTo>
                  <a:pt x="11922" y="10338"/>
                  <a:pt x="11774" y="10352"/>
                  <a:pt x="11622" y="10318"/>
                </a:cubicBezTo>
                <a:cubicBezTo>
                  <a:pt x="11727" y="10303"/>
                  <a:pt x="11828" y="10298"/>
                  <a:pt x="11949" y="10254"/>
                </a:cubicBezTo>
                <a:cubicBezTo>
                  <a:pt x="11774" y="10191"/>
                  <a:pt x="11618" y="10098"/>
                  <a:pt x="11443" y="10078"/>
                </a:cubicBezTo>
                <a:cubicBezTo>
                  <a:pt x="11353" y="10069"/>
                  <a:pt x="11306" y="10078"/>
                  <a:pt x="11353" y="10220"/>
                </a:cubicBezTo>
                <a:cubicBezTo>
                  <a:pt x="11501" y="10705"/>
                  <a:pt x="11532" y="11218"/>
                  <a:pt x="11559" y="11732"/>
                </a:cubicBezTo>
                <a:cubicBezTo>
                  <a:pt x="11591" y="12456"/>
                  <a:pt x="11591" y="13185"/>
                  <a:pt x="11579" y="13914"/>
                </a:cubicBezTo>
                <a:close/>
                <a:moveTo>
                  <a:pt x="10905" y="11879"/>
                </a:moveTo>
                <a:cubicBezTo>
                  <a:pt x="10823" y="12588"/>
                  <a:pt x="10765" y="13298"/>
                  <a:pt x="10726" y="14012"/>
                </a:cubicBezTo>
                <a:cubicBezTo>
                  <a:pt x="10722" y="14090"/>
                  <a:pt x="10738" y="14115"/>
                  <a:pt x="10800" y="14115"/>
                </a:cubicBezTo>
                <a:cubicBezTo>
                  <a:pt x="11014" y="14105"/>
                  <a:pt x="11232" y="14105"/>
                  <a:pt x="11447" y="14100"/>
                </a:cubicBezTo>
                <a:cubicBezTo>
                  <a:pt x="11501" y="14100"/>
                  <a:pt x="11517" y="14085"/>
                  <a:pt x="11517" y="14012"/>
                </a:cubicBezTo>
                <a:cubicBezTo>
                  <a:pt x="11513" y="13846"/>
                  <a:pt x="11517" y="13684"/>
                  <a:pt x="11517" y="13503"/>
                </a:cubicBezTo>
                <a:cubicBezTo>
                  <a:pt x="11501" y="13156"/>
                  <a:pt x="11485" y="12789"/>
                  <a:pt x="11470" y="12422"/>
                </a:cubicBezTo>
                <a:cubicBezTo>
                  <a:pt x="11435" y="11708"/>
                  <a:pt x="11357" y="10998"/>
                  <a:pt x="11228" y="10303"/>
                </a:cubicBezTo>
                <a:cubicBezTo>
                  <a:pt x="11221" y="10264"/>
                  <a:pt x="11228" y="10206"/>
                  <a:pt x="11186" y="10201"/>
                </a:cubicBezTo>
                <a:cubicBezTo>
                  <a:pt x="11147" y="10196"/>
                  <a:pt x="11108" y="10220"/>
                  <a:pt x="11088" y="10259"/>
                </a:cubicBezTo>
                <a:cubicBezTo>
                  <a:pt x="11069" y="10303"/>
                  <a:pt x="11057" y="10357"/>
                  <a:pt x="11049" y="10406"/>
                </a:cubicBezTo>
                <a:cubicBezTo>
                  <a:pt x="10975" y="10895"/>
                  <a:pt x="10960" y="11390"/>
                  <a:pt x="10905" y="11879"/>
                </a:cubicBezTo>
                <a:close/>
                <a:moveTo>
                  <a:pt x="11014" y="10039"/>
                </a:moveTo>
                <a:cubicBezTo>
                  <a:pt x="11049" y="10196"/>
                  <a:pt x="11077" y="10206"/>
                  <a:pt x="11182" y="10117"/>
                </a:cubicBezTo>
                <a:cubicBezTo>
                  <a:pt x="11225" y="10083"/>
                  <a:pt x="11244" y="10034"/>
                  <a:pt x="11260" y="9981"/>
                </a:cubicBezTo>
                <a:cubicBezTo>
                  <a:pt x="11314" y="9785"/>
                  <a:pt x="11373" y="9594"/>
                  <a:pt x="11427" y="9398"/>
                </a:cubicBezTo>
                <a:cubicBezTo>
                  <a:pt x="11470" y="9252"/>
                  <a:pt x="11509" y="9100"/>
                  <a:pt x="11552" y="8948"/>
                </a:cubicBezTo>
                <a:cubicBezTo>
                  <a:pt x="11283" y="9129"/>
                  <a:pt x="11018" y="9071"/>
                  <a:pt x="10730" y="9022"/>
                </a:cubicBezTo>
                <a:cubicBezTo>
                  <a:pt x="10831" y="9349"/>
                  <a:pt x="10932" y="9692"/>
                  <a:pt x="11014" y="10039"/>
                </a:cubicBezTo>
                <a:close/>
                <a:moveTo>
                  <a:pt x="11848" y="8332"/>
                </a:moveTo>
                <a:cubicBezTo>
                  <a:pt x="11797" y="8361"/>
                  <a:pt x="11750" y="8395"/>
                  <a:pt x="11711" y="8449"/>
                </a:cubicBezTo>
                <a:cubicBezTo>
                  <a:pt x="11700" y="8459"/>
                  <a:pt x="11692" y="8469"/>
                  <a:pt x="11680" y="8483"/>
                </a:cubicBezTo>
                <a:cubicBezTo>
                  <a:pt x="11556" y="8586"/>
                  <a:pt x="11485" y="8728"/>
                  <a:pt x="11462" y="8919"/>
                </a:cubicBezTo>
                <a:cubicBezTo>
                  <a:pt x="11552" y="8855"/>
                  <a:pt x="11598" y="8752"/>
                  <a:pt x="11665" y="8669"/>
                </a:cubicBezTo>
                <a:cubicBezTo>
                  <a:pt x="11750" y="8576"/>
                  <a:pt x="11859" y="8513"/>
                  <a:pt x="11902" y="8371"/>
                </a:cubicBezTo>
                <a:cubicBezTo>
                  <a:pt x="11961" y="8434"/>
                  <a:pt x="11968" y="8527"/>
                  <a:pt x="11988" y="8611"/>
                </a:cubicBezTo>
                <a:cubicBezTo>
                  <a:pt x="12077" y="9046"/>
                  <a:pt x="12101" y="9496"/>
                  <a:pt x="12175" y="9951"/>
                </a:cubicBezTo>
                <a:cubicBezTo>
                  <a:pt x="12331" y="9486"/>
                  <a:pt x="12533" y="9070"/>
                  <a:pt x="12708" y="8630"/>
                </a:cubicBezTo>
                <a:cubicBezTo>
                  <a:pt x="12802" y="8400"/>
                  <a:pt x="12907" y="8180"/>
                  <a:pt x="12962" y="7926"/>
                </a:cubicBezTo>
                <a:cubicBezTo>
                  <a:pt x="13016" y="7666"/>
                  <a:pt x="13008" y="7451"/>
                  <a:pt x="12934" y="7304"/>
                </a:cubicBezTo>
                <a:cubicBezTo>
                  <a:pt x="12615" y="7725"/>
                  <a:pt x="12241" y="8043"/>
                  <a:pt x="11848" y="8332"/>
                </a:cubicBezTo>
                <a:close/>
                <a:moveTo>
                  <a:pt x="10800" y="7485"/>
                </a:moveTo>
                <a:cubicBezTo>
                  <a:pt x="10804" y="7500"/>
                  <a:pt x="10808" y="7510"/>
                  <a:pt x="10816" y="7525"/>
                </a:cubicBezTo>
                <a:cubicBezTo>
                  <a:pt x="10816" y="7510"/>
                  <a:pt x="10812" y="7495"/>
                  <a:pt x="10812" y="7480"/>
                </a:cubicBezTo>
                <a:cubicBezTo>
                  <a:pt x="10808" y="7480"/>
                  <a:pt x="10804" y="7480"/>
                  <a:pt x="10800" y="7485"/>
                </a:cubicBezTo>
                <a:close/>
                <a:moveTo>
                  <a:pt x="10605" y="7094"/>
                </a:moveTo>
                <a:cubicBezTo>
                  <a:pt x="10640" y="7158"/>
                  <a:pt x="10675" y="7216"/>
                  <a:pt x="10710" y="7280"/>
                </a:cubicBezTo>
                <a:cubicBezTo>
                  <a:pt x="10722" y="7324"/>
                  <a:pt x="10730" y="7373"/>
                  <a:pt x="10769" y="7402"/>
                </a:cubicBezTo>
                <a:cubicBezTo>
                  <a:pt x="10773" y="7412"/>
                  <a:pt x="10777" y="7417"/>
                  <a:pt x="10777" y="7427"/>
                </a:cubicBezTo>
                <a:cubicBezTo>
                  <a:pt x="10781" y="7422"/>
                  <a:pt x="10784" y="7417"/>
                  <a:pt x="10784" y="7412"/>
                </a:cubicBezTo>
                <a:cubicBezTo>
                  <a:pt x="10777" y="7407"/>
                  <a:pt x="10773" y="7407"/>
                  <a:pt x="10765" y="7402"/>
                </a:cubicBezTo>
                <a:cubicBezTo>
                  <a:pt x="10765" y="7348"/>
                  <a:pt x="10745" y="7309"/>
                  <a:pt x="10714" y="7275"/>
                </a:cubicBezTo>
                <a:cubicBezTo>
                  <a:pt x="10695" y="7202"/>
                  <a:pt x="10664" y="7133"/>
                  <a:pt x="10613" y="7084"/>
                </a:cubicBezTo>
                <a:cubicBezTo>
                  <a:pt x="10609" y="7065"/>
                  <a:pt x="10605" y="7035"/>
                  <a:pt x="10586" y="7055"/>
                </a:cubicBezTo>
                <a:cubicBezTo>
                  <a:pt x="10578" y="7060"/>
                  <a:pt x="10590" y="7084"/>
                  <a:pt x="10605" y="7094"/>
                </a:cubicBezTo>
                <a:close/>
                <a:moveTo>
                  <a:pt x="10383" y="7471"/>
                </a:moveTo>
                <a:cubicBezTo>
                  <a:pt x="10387" y="7564"/>
                  <a:pt x="10329" y="7657"/>
                  <a:pt x="10383" y="7745"/>
                </a:cubicBezTo>
                <a:cubicBezTo>
                  <a:pt x="10387" y="7759"/>
                  <a:pt x="10383" y="7789"/>
                  <a:pt x="10407" y="7789"/>
                </a:cubicBezTo>
                <a:cubicBezTo>
                  <a:pt x="10395" y="7823"/>
                  <a:pt x="10418" y="7838"/>
                  <a:pt x="10438" y="7852"/>
                </a:cubicBezTo>
                <a:lnTo>
                  <a:pt x="10434" y="7852"/>
                </a:lnTo>
                <a:cubicBezTo>
                  <a:pt x="10449" y="7921"/>
                  <a:pt x="10500" y="7960"/>
                  <a:pt x="10535" y="8009"/>
                </a:cubicBezTo>
                <a:cubicBezTo>
                  <a:pt x="10738" y="8283"/>
                  <a:pt x="11003" y="8483"/>
                  <a:pt x="11112" y="8855"/>
                </a:cubicBezTo>
                <a:cubicBezTo>
                  <a:pt x="11143" y="8963"/>
                  <a:pt x="11256" y="8909"/>
                  <a:pt x="11330" y="8919"/>
                </a:cubicBezTo>
                <a:cubicBezTo>
                  <a:pt x="11396" y="8929"/>
                  <a:pt x="11400" y="8865"/>
                  <a:pt x="11408" y="8806"/>
                </a:cubicBezTo>
                <a:cubicBezTo>
                  <a:pt x="11447" y="8606"/>
                  <a:pt x="11544" y="8459"/>
                  <a:pt x="11669" y="8337"/>
                </a:cubicBezTo>
                <a:cubicBezTo>
                  <a:pt x="11879" y="8131"/>
                  <a:pt x="12085" y="7921"/>
                  <a:pt x="12299" y="7730"/>
                </a:cubicBezTo>
                <a:cubicBezTo>
                  <a:pt x="12420" y="7622"/>
                  <a:pt x="12502" y="7505"/>
                  <a:pt x="12494" y="7304"/>
                </a:cubicBezTo>
                <a:cubicBezTo>
                  <a:pt x="12490" y="7207"/>
                  <a:pt x="12518" y="7104"/>
                  <a:pt x="12529" y="7006"/>
                </a:cubicBezTo>
                <a:cubicBezTo>
                  <a:pt x="12560" y="6771"/>
                  <a:pt x="12592" y="6531"/>
                  <a:pt x="12623" y="6282"/>
                </a:cubicBezTo>
                <a:cubicBezTo>
                  <a:pt x="12354" y="6502"/>
                  <a:pt x="12077" y="6649"/>
                  <a:pt x="11805" y="6810"/>
                </a:cubicBezTo>
                <a:cubicBezTo>
                  <a:pt x="11392" y="7055"/>
                  <a:pt x="11034" y="7383"/>
                  <a:pt x="10784" y="7882"/>
                </a:cubicBezTo>
                <a:cubicBezTo>
                  <a:pt x="10609" y="7573"/>
                  <a:pt x="10500" y="7221"/>
                  <a:pt x="10395" y="6864"/>
                </a:cubicBezTo>
                <a:cubicBezTo>
                  <a:pt x="10383" y="7070"/>
                  <a:pt x="10379" y="7270"/>
                  <a:pt x="10383" y="7471"/>
                </a:cubicBezTo>
                <a:close/>
                <a:moveTo>
                  <a:pt x="9760" y="8841"/>
                </a:moveTo>
                <a:cubicBezTo>
                  <a:pt x="9760" y="9110"/>
                  <a:pt x="9760" y="9374"/>
                  <a:pt x="9803" y="9638"/>
                </a:cubicBezTo>
                <a:cubicBezTo>
                  <a:pt x="9815" y="9799"/>
                  <a:pt x="9822" y="9966"/>
                  <a:pt x="9838" y="10127"/>
                </a:cubicBezTo>
                <a:cubicBezTo>
                  <a:pt x="9846" y="10225"/>
                  <a:pt x="9865" y="10303"/>
                  <a:pt x="9955" y="10338"/>
                </a:cubicBezTo>
                <a:cubicBezTo>
                  <a:pt x="10017" y="10362"/>
                  <a:pt x="10068" y="10431"/>
                  <a:pt x="10115" y="10514"/>
                </a:cubicBezTo>
                <a:cubicBezTo>
                  <a:pt x="10017" y="10484"/>
                  <a:pt x="9955" y="10411"/>
                  <a:pt x="9869" y="10362"/>
                </a:cubicBezTo>
                <a:cubicBezTo>
                  <a:pt x="9896" y="10612"/>
                  <a:pt x="9924" y="10846"/>
                  <a:pt x="9943" y="11081"/>
                </a:cubicBezTo>
                <a:cubicBezTo>
                  <a:pt x="9951" y="11174"/>
                  <a:pt x="9998" y="11213"/>
                  <a:pt x="10056" y="11253"/>
                </a:cubicBezTo>
                <a:cubicBezTo>
                  <a:pt x="10208" y="11350"/>
                  <a:pt x="10360" y="11443"/>
                  <a:pt x="10512" y="11541"/>
                </a:cubicBezTo>
                <a:cubicBezTo>
                  <a:pt x="10321" y="11531"/>
                  <a:pt x="10161" y="11414"/>
                  <a:pt x="9982" y="11321"/>
                </a:cubicBezTo>
                <a:cubicBezTo>
                  <a:pt x="9986" y="11380"/>
                  <a:pt x="9986" y="11419"/>
                  <a:pt x="9990" y="11463"/>
                </a:cubicBezTo>
                <a:cubicBezTo>
                  <a:pt x="10079" y="12275"/>
                  <a:pt x="10173" y="13082"/>
                  <a:pt x="10266" y="13894"/>
                </a:cubicBezTo>
                <a:cubicBezTo>
                  <a:pt x="10294" y="14124"/>
                  <a:pt x="10290" y="14124"/>
                  <a:pt x="10485" y="14119"/>
                </a:cubicBezTo>
                <a:cubicBezTo>
                  <a:pt x="10508" y="14119"/>
                  <a:pt x="10527" y="14119"/>
                  <a:pt x="10551" y="14119"/>
                </a:cubicBezTo>
                <a:cubicBezTo>
                  <a:pt x="10640" y="14134"/>
                  <a:pt x="10652" y="14090"/>
                  <a:pt x="10652" y="13978"/>
                </a:cubicBezTo>
                <a:cubicBezTo>
                  <a:pt x="10625" y="12779"/>
                  <a:pt x="10660" y="11580"/>
                  <a:pt x="10878" y="10406"/>
                </a:cubicBezTo>
                <a:cubicBezTo>
                  <a:pt x="10893" y="10328"/>
                  <a:pt x="10870" y="10294"/>
                  <a:pt x="10839" y="10245"/>
                </a:cubicBezTo>
                <a:cubicBezTo>
                  <a:pt x="10804" y="10064"/>
                  <a:pt x="10726" y="9912"/>
                  <a:pt x="10644" y="9726"/>
                </a:cubicBezTo>
                <a:cubicBezTo>
                  <a:pt x="10633" y="9824"/>
                  <a:pt x="10687" y="9853"/>
                  <a:pt x="10695" y="9907"/>
                </a:cubicBezTo>
                <a:cubicBezTo>
                  <a:pt x="10703" y="9961"/>
                  <a:pt x="10761" y="10000"/>
                  <a:pt x="10718" y="10064"/>
                </a:cubicBezTo>
                <a:cubicBezTo>
                  <a:pt x="10703" y="10044"/>
                  <a:pt x="10691" y="10020"/>
                  <a:pt x="10675" y="10000"/>
                </a:cubicBezTo>
                <a:cubicBezTo>
                  <a:pt x="10609" y="9897"/>
                  <a:pt x="10539" y="9795"/>
                  <a:pt x="10473" y="9687"/>
                </a:cubicBezTo>
                <a:cubicBezTo>
                  <a:pt x="10391" y="9829"/>
                  <a:pt x="10457" y="9922"/>
                  <a:pt x="10520" y="10020"/>
                </a:cubicBezTo>
                <a:cubicBezTo>
                  <a:pt x="10531" y="10049"/>
                  <a:pt x="10543" y="10073"/>
                  <a:pt x="10555" y="10103"/>
                </a:cubicBezTo>
                <a:cubicBezTo>
                  <a:pt x="10566" y="10142"/>
                  <a:pt x="10582" y="10181"/>
                  <a:pt x="10594" y="10220"/>
                </a:cubicBezTo>
                <a:cubicBezTo>
                  <a:pt x="10535" y="10264"/>
                  <a:pt x="10508" y="10206"/>
                  <a:pt x="10481" y="10166"/>
                </a:cubicBezTo>
                <a:cubicBezTo>
                  <a:pt x="10434" y="10103"/>
                  <a:pt x="10399" y="10010"/>
                  <a:pt x="10340" y="9971"/>
                </a:cubicBezTo>
                <a:cubicBezTo>
                  <a:pt x="10305" y="9951"/>
                  <a:pt x="10278" y="9966"/>
                  <a:pt x="10298" y="9902"/>
                </a:cubicBezTo>
                <a:cubicBezTo>
                  <a:pt x="10442" y="9472"/>
                  <a:pt x="10594" y="9041"/>
                  <a:pt x="10808" y="8660"/>
                </a:cubicBezTo>
                <a:cubicBezTo>
                  <a:pt x="10862" y="8562"/>
                  <a:pt x="10839" y="8542"/>
                  <a:pt x="10800" y="8488"/>
                </a:cubicBezTo>
                <a:cubicBezTo>
                  <a:pt x="10644" y="8273"/>
                  <a:pt x="10453" y="8102"/>
                  <a:pt x="10309" y="7872"/>
                </a:cubicBezTo>
                <a:cubicBezTo>
                  <a:pt x="10196" y="7642"/>
                  <a:pt x="10107" y="7388"/>
                  <a:pt x="9955" y="7172"/>
                </a:cubicBezTo>
                <a:cubicBezTo>
                  <a:pt x="9893" y="7363"/>
                  <a:pt x="9967" y="7505"/>
                  <a:pt x="10033" y="7657"/>
                </a:cubicBezTo>
                <a:cubicBezTo>
                  <a:pt x="10060" y="7740"/>
                  <a:pt x="10083" y="7828"/>
                  <a:pt x="10130" y="7896"/>
                </a:cubicBezTo>
                <a:cubicBezTo>
                  <a:pt x="10146" y="7965"/>
                  <a:pt x="10087" y="8028"/>
                  <a:pt x="10130" y="8097"/>
                </a:cubicBezTo>
                <a:cubicBezTo>
                  <a:pt x="10142" y="8307"/>
                  <a:pt x="10220" y="8498"/>
                  <a:pt x="10212" y="8713"/>
                </a:cubicBezTo>
                <a:cubicBezTo>
                  <a:pt x="10153" y="8684"/>
                  <a:pt x="10161" y="8596"/>
                  <a:pt x="10111" y="8542"/>
                </a:cubicBezTo>
                <a:cubicBezTo>
                  <a:pt x="10134" y="8650"/>
                  <a:pt x="10134" y="8752"/>
                  <a:pt x="10142" y="8850"/>
                </a:cubicBezTo>
                <a:cubicBezTo>
                  <a:pt x="10153" y="9002"/>
                  <a:pt x="10115" y="9154"/>
                  <a:pt x="10157" y="9300"/>
                </a:cubicBezTo>
                <a:cubicBezTo>
                  <a:pt x="10130" y="9403"/>
                  <a:pt x="10134" y="9496"/>
                  <a:pt x="10150" y="9604"/>
                </a:cubicBezTo>
                <a:cubicBezTo>
                  <a:pt x="10181" y="9814"/>
                  <a:pt x="10189" y="10029"/>
                  <a:pt x="10208" y="10245"/>
                </a:cubicBezTo>
                <a:cubicBezTo>
                  <a:pt x="10103" y="10029"/>
                  <a:pt x="10044" y="9795"/>
                  <a:pt x="9974" y="9565"/>
                </a:cubicBezTo>
                <a:cubicBezTo>
                  <a:pt x="9912" y="9330"/>
                  <a:pt x="9854" y="9075"/>
                  <a:pt x="9760" y="8841"/>
                </a:cubicBezTo>
                <a:close/>
                <a:moveTo>
                  <a:pt x="9904" y="8298"/>
                </a:moveTo>
                <a:cubicBezTo>
                  <a:pt x="9928" y="8748"/>
                  <a:pt x="10021" y="9178"/>
                  <a:pt x="10115" y="9614"/>
                </a:cubicBezTo>
                <a:cubicBezTo>
                  <a:pt x="10079" y="9100"/>
                  <a:pt x="10041" y="8586"/>
                  <a:pt x="10005" y="8068"/>
                </a:cubicBezTo>
                <a:cubicBezTo>
                  <a:pt x="9990" y="7931"/>
                  <a:pt x="9924" y="7828"/>
                  <a:pt x="9865" y="7710"/>
                </a:cubicBezTo>
                <a:cubicBezTo>
                  <a:pt x="9861" y="7911"/>
                  <a:pt x="9865" y="8107"/>
                  <a:pt x="9904" y="8298"/>
                </a:cubicBezTo>
                <a:close/>
                <a:moveTo>
                  <a:pt x="9526" y="8141"/>
                </a:moveTo>
                <a:cubicBezTo>
                  <a:pt x="9530" y="8151"/>
                  <a:pt x="9530" y="8156"/>
                  <a:pt x="9534" y="8165"/>
                </a:cubicBezTo>
                <a:cubicBezTo>
                  <a:pt x="9534" y="8161"/>
                  <a:pt x="9538" y="8156"/>
                  <a:pt x="9538" y="8156"/>
                </a:cubicBezTo>
                <a:cubicBezTo>
                  <a:pt x="9534" y="8151"/>
                  <a:pt x="9530" y="8146"/>
                  <a:pt x="9526" y="8141"/>
                </a:cubicBezTo>
                <a:close/>
                <a:moveTo>
                  <a:pt x="3501" y="11957"/>
                </a:moveTo>
                <a:cubicBezTo>
                  <a:pt x="3552" y="11967"/>
                  <a:pt x="3595" y="12001"/>
                  <a:pt x="3642" y="12021"/>
                </a:cubicBezTo>
                <a:cubicBezTo>
                  <a:pt x="3669" y="12045"/>
                  <a:pt x="3696" y="12070"/>
                  <a:pt x="3727" y="12084"/>
                </a:cubicBezTo>
                <a:cubicBezTo>
                  <a:pt x="4428" y="12456"/>
                  <a:pt x="5122" y="12843"/>
                  <a:pt x="5807" y="13263"/>
                </a:cubicBezTo>
                <a:cubicBezTo>
                  <a:pt x="5974" y="13366"/>
                  <a:pt x="6142" y="13459"/>
                  <a:pt x="6341" y="13572"/>
                </a:cubicBezTo>
                <a:cubicBezTo>
                  <a:pt x="6298" y="13493"/>
                  <a:pt x="6278" y="13454"/>
                  <a:pt x="6259" y="13415"/>
                </a:cubicBezTo>
                <a:cubicBezTo>
                  <a:pt x="6138" y="13239"/>
                  <a:pt x="6048" y="13038"/>
                  <a:pt x="5951" y="12838"/>
                </a:cubicBezTo>
                <a:cubicBezTo>
                  <a:pt x="6087" y="12999"/>
                  <a:pt x="6177" y="13200"/>
                  <a:pt x="6282" y="13386"/>
                </a:cubicBezTo>
                <a:lnTo>
                  <a:pt x="6282" y="13386"/>
                </a:lnTo>
                <a:cubicBezTo>
                  <a:pt x="6302" y="13405"/>
                  <a:pt x="6317" y="13420"/>
                  <a:pt x="6337" y="13439"/>
                </a:cubicBezTo>
                <a:cubicBezTo>
                  <a:pt x="6380" y="13508"/>
                  <a:pt x="6418" y="13576"/>
                  <a:pt x="6461" y="13645"/>
                </a:cubicBezTo>
                <a:cubicBezTo>
                  <a:pt x="6450" y="13547"/>
                  <a:pt x="6411" y="13479"/>
                  <a:pt x="6352" y="13425"/>
                </a:cubicBezTo>
                <a:cubicBezTo>
                  <a:pt x="6298" y="13283"/>
                  <a:pt x="6220" y="13156"/>
                  <a:pt x="6146" y="13028"/>
                </a:cubicBezTo>
                <a:cubicBezTo>
                  <a:pt x="5897" y="12613"/>
                  <a:pt x="5678" y="12172"/>
                  <a:pt x="5472" y="11722"/>
                </a:cubicBezTo>
                <a:cubicBezTo>
                  <a:pt x="5460" y="11693"/>
                  <a:pt x="5425" y="11659"/>
                  <a:pt x="5456" y="11615"/>
                </a:cubicBezTo>
                <a:cubicBezTo>
                  <a:pt x="5468" y="11624"/>
                  <a:pt x="5480" y="11629"/>
                  <a:pt x="5492" y="11639"/>
                </a:cubicBezTo>
                <a:cubicBezTo>
                  <a:pt x="6138" y="12368"/>
                  <a:pt x="6769" y="13112"/>
                  <a:pt x="7194" y="14080"/>
                </a:cubicBezTo>
                <a:cubicBezTo>
                  <a:pt x="7221" y="14144"/>
                  <a:pt x="7248" y="14173"/>
                  <a:pt x="7310" y="14168"/>
                </a:cubicBezTo>
                <a:cubicBezTo>
                  <a:pt x="7965" y="14149"/>
                  <a:pt x="8619" y="14110"/>
                  <a:pt x="9277" y="14129"/>
                </a:cubicBezTo>
                <a:cubicBezTo>
                  <a:pt x="9386" y="14134"/>
                  <a:pt x="9413" y="14110"/>
                  <a:pt x="9378" y="13968"/>
                </a:cubicBezTo>
                <a:cubicBezTo>
                  <a:pt x="9098" y="12813"/>
                  <a:pt x="8872" y="11639"/>
                  <a:pt x="8701" y="10445"/>
                </a:cubicBezTo>
                <a:cubicBezTo>
                  <a:pt x="8677" y="10274"/>
                  <a:pt x="8662" y="10098"/>
                  <a:pt x="8642" y="9927"/>
                </a:cubicBezTo>
                <a:cubicBezTo>
                  <a:pt x="8638" y="9888"/>
                  <a:pt x="8638" y="9848"/>
                  <a:pt x="8677" y="9834"/>
                </a:cubicBezTo>
                <a:cubicBezTo>
                  <a:pt x="8701" y="9824"/>
                  <a:pt x="8712" y="9853"/>
                  <a:pt x="8720" y="9878"/>
                </a:cubicBezTo>
                <a:cubicBezTo>
                  <a:pt x="8697" y="9927"/>
                  <a:pt x="8724" y="9971"/>
                  <a:pt x="8736" y="10015"/>
                </a:cubicBezTo>
                <a:cubicBezTo>
                  <a:pt x="8934" y="10856"/>
                  <a:pt x="9121" y="11703"/>
                  <a:pt x="9289" y="12554"/>
                </a:cubicBezTo>
                <a:cubicBezTo>
                  <a:pt x="9367" y="12926"/>
                  <a:pt x="9441" y="13302"/>
                  <a:pt x="9523" y="13674"/>
                </a:cubicBezTo>
                <a:cubicBezTo>
                  <a:pt x="9554" y="13821"/>
                  <a:pt x="9546" y="14031"/>
                  <a:pt x="9635" y="14095"/>
                </a:cubicBezTo>
                <a:cubicBezTo>
                  <a:pt x="9729" y="14164"/>
                  <a:pt x="9881" y="14110"/>
                  <a:pt x="10005" y="14119"/>
                </a:cubicBezTo>
                <a:cubicBezTo>
                  <a:pt x="10079" y="14124"/>
                  <a:pt x="10103" y="14095"/>
                  <a:pt x="10091" y="14002"/>
                </a:cubicBezTo>
                <a:cubicBezTo>
                  <a:pt x="10044" y="13532"/>
                  <a:pt x="10005" y="13063"/>
                  <a:pt x="9963" y="12598"/>
                </a:cubicBezTo>
                <a:cubicBezTo>
                  <a:pt x="9881" y="11678"/>
                  <a:pt x="9795" y="10754"/>
                  <a:pt x="9717" y="9834"/>
                </a:cubicBezTo>
                <a:cubicBezTo>
                  <a:pt x="9698" y="9604"/>
                  <a:pt x="9647" y="9398"/>
                  <a:pt x="9519" y="9227"/>
                </a:cubicBezTo>
                <a:cubicBezTo>
                  <a:pt x="9456" y="9144"/>
                  <a:pt x="9402" y="9051"/>
                  <a:pt x="9343" y="8963"/>
                </a:cubicBezTo>
                <a:cubicBezTo>
                  <a:pt x="9468" y="9036"/>
                  <a:pt x="9526" y="9188"/>
                  <a:pt x="9643" y="9320"/>
                </a:cubicBezTo>
                <a:cubicBezTo>
                  <a:pt x="9608" y="8987"/>
                  <a:pt x="9604" y="8684"/>
                  <a:pt x="9542" y="8390"/>
                </a:cubicBezTo>
                <a:cubicBezTo>
                  <a:pt x="9515" y="8591"/>
                  <a:pt x="9538" y="8787"/>
                  <a:pt x="9573" y="8978"/>
                </a:cubicBezTo>
                <a:cubicBezTo>
                  <a:pt x="9499" y="8664"/>
                  <a:pt x="9456" y="8342"/>
                  <a:pt x="9491" y="7984"/>
                </a:cubicBezTo>
                <a:cubicBezTo>
                  <a:pt x="9511" y="8043"/>
                  <a:pt x="9519" y="8077"/>
                  <a:pt x="9530" y="8107"/>
                </a:cubicBezTo>
                <a:cubicBezTo>
                  <a:pt x="9526" y="8033"/>
                  <a:pt x="9530" y="7955"/>
                  <a:pt x="9523" y="7882"/>
                </a:cubicBezTo>
                <a:cubicBezTo>
                  <a:pt x="9519" y="7828"/>
                  <a:pt x="9523" y="7759"/>
                  <a:pt x="9449" y="7769"/>
                </a:cubicBezTo>
                <a:cubicBezTo>
                  <a:pt x="9425" y="7774"/>
                  <a:pt x="9410" y="7798"/>
                  <a:pt x="9402" y="7823"/>
                </a:cubicBezTo>
                <a:lnTo>
                  <a:pt x="9402" y="7823"/>
                </a:lnTo>
                <a:cubicBezTo>
                  <a:pt x="9156" y="8107"/>
                  <a:pt x="8985" y="8459"/>
                  <a:pt x="8818" y="8811"/>
                </a:cubicBezTo>
                <a:lnTo>
                  <a:pt x="8818" y="8811"/>
                </a:lnTo>
                <a:cubicBezTo>
                  <a:pt x="8798" y="8841"/>
                  <a:pt x="8751" y="8855"/>
                  <a:pt x="8802" y="8904"/>
                </a:cubicBezTo>
                <a:cubicBezTo>
                  <a:pt x="8884" y="9046"/>
                  <a:pt x="8985" y="9168"/>
                  <a:pt x="9094" y="9281"/>
                </a:cubicBezTo>
                <a:cubicBezTo>
                  <a:pt x="9129" y="9315"/>
                  <a:pt x="9180" y="9354"/>
                  <a:pt x="9110" y="9413"/>
                </a:cubicBezTo>
                <a:cubicBezTo>
                  <a:pt x="8977" y="9530"/>
                  <a:pt x="8837" y="9638"/>
                  <a:pt x="8646" y="9721"/>
                </a:cubicBezTo>
                <a:cubicBezTo>
                  <a:pt x="8786" y="9570"/>
                  <a:pt x="8927" y="9511"/>
                  <a:pt x="9055" y="9408"/>
                </a:cubicBezTo>
                <a:cubicBezTo>
                  <a:pt x="8966" y="9305"/>
                  <a:pt x="8884" y="9203"/>
                  <a:pt x="8806" y="9090"/>
                </a:cubicBezTo>
                <a:cubicBezTo>
                  <a:pt x="8724" y="8973"/>
                  <a:pt x="8716" y="8860"/>
                  <a:pt x="8771" y="8728"/>
                </a:cubicBezTo>
                <a:cubicBezTo>
                  <a:pt x="8841" y="8557"/>
                  <a:pt x="8911" y="8390"/>
                  <a:pt x="8977" y="8219"/>
                </a:cubicBezTo>
                <a:cubicBezTo>
                  <a:pt x="8981" y="8209"/>
                  <a:pt x="8985" y="8200"/>
                  <a:pt x="8993" y="8185"/>
                </a:cubicBezTo>
                <a:cubicBezTo>
                  <a:pt x="8981" y="8185"/>
                  <a:pt x="8973" y="8190"/>
                  <a:pt x="8962" y="8190"/>
                </a:cubicBezTo>
                <a:cubicBezTo>
                  <a:pt x="8860" y="8214"/>
                  <a:pt x="8779" y="8278"/>
                  <a:pt x="8701" y="8366"/>
                </a:cubicBezTo>
                <a:cubicBezTo>
                  <a:pt x="8650" y="8425"/>
                  <a:pt x="8600" y="8479"/>
                  <a:pt x="8541" y="8513"/>
                </a:cubicBezTo>
                <a:cubicBezTo>
                  <a:pt x="8498" y="8537"/>
                  <a:pt x="8467" y="8537"/>
                  <a:pt x="8479" y="8459"/>
                </a:cubicBezTo>
                <a:cubicBezTo>
                  <a:pt x="8506" y="8415"/>
                  <a:pt x="8561" y="8410"/>
                  <a:pt x="8584" y="8337"/>
                </a:cubicBezTo>
                <a:cubicBezTo>
                  <a:pt x="8366" y="8386"/>
                  <a:pt x="8148" y="8410"/>
                  <a:pt x="7945" y="8513"/>
                </a:cubicBezTo>
                <a:cubicBezTo>
                  <a:pt x="7676" y="8650"/>
                  <a:pt x="7400" y="8748"/>
                  <a:pt x="7131" y="8865"/>
                </a:cubicBezTo>
                <a:cubicBezTo>
                  <a:pt x="7057" y="8899"/>
                  <a:pt x="7057" y="8782"/>
                  <a:pt x="6995" y="8821"/>
                </a:cubicBezTo>
                <a:cubicBezTo>
                  <a:pt x="6859" y="8904"/>
                  <a:pt x="6859" y="9031"/>
                  <a:pt x="6894" y="9178"/>
                </a:cubicBezTo>
                <a:cubicBezTo>
                  <a:pt x="6890" y="9208"/>
                  <a:pt x="6886" y="9242"/>
                  <a:pt x="6886" y="9271"/>
                </a:cubicBezTo>
                <a:cubicBezTo>
                  <a:pt x="6898" y="10049"/>
                  <a:pt x="6890" y="10822"/>
                  <a:pt x="6925" y="11595"/>
                </a:cubicBezTo>
                <a:cubicBezTo>
                  <a:pt x="6948" y="12070"/>
                  <a:pt x="6878" y="12554"/>
                  <a:pt x="7018" y="13019"/>
                </a:cubicBezTo>
                <a:cubicBezTo>
                  <a:pt x="7018" y="13024"/>
                  <a:pt x="7014" y="13029"/>
                  <a:pt x="7010" y="13033"/>
                </a:cubicBezTo>
                <a:cubicBezTo>
                  <a:pt x="6921" y="13004"/>
                  <a:pt x="6874" y="12901"/>
                  <a:pt x="6866" y="12813"/>
                </a:cubicBezTo>
                <a:cubicBezTo>
                  <a:pt x="6831" y="12432"/>
                  <a:pt x="6555" y="12187"/>
                  <a:pt x="6524" y="11801"/>
                </a:cubicBezTo>
                <a:cubicBezTo>
                  <a:pt x="6512" y="11654"/>
                  <a:pt x="6418" y="11512"/>
                  <a:pt x="6348" y="11380"/>
                </a:cubicBezTo>
                <a:cubicBezTo>
                  <a:pt x="6263" y="11218"/>
                  <a:pt x="6239" y="11013"/>
                  <a:pt x="6103" y="10891"/>
                </a:cubicBezTo>
                <a:cubicBezTo>
                  <a:pt x="6060" y="10778"/>
                  <a:pt x="6017" y="10665"/>
                  <a:pt x="5974" y="10553"/>
                </a:cubicBezTo>
                <a:cubicBezTo>
                  <a:pt x="6196" y="10807"/>
                  <a:pt x="6309" y="11155"/>
                  <a:pt x="6457" y="11473"/>
                </a:cubicBezTo>
                <a:cubicBezTo>
                  <a:pt x="6566" y="11708"/>
                  <a:pt x="6660" y="11952"/>
                  <a:pt x="6761" y="12197"/>
                </a:cubicBezTo>
                <a:cubicBezTo>
                  <a:pt x="6750" y="11561"/>
                  <a:pt x="6726" y="10935"/>
                  <a:pt x="6695" y="10313"/>
                </a:cubicBezTo>
                <a:cubicBezTo>
                  <a:pt x="6687" y="10118"/>
                  <a:pt x="6703" y="9922"/>
                  <a:pt x="6664" y="9726"/>
                </a:cubicBezTo>
                <a:cubicBezTo>
                  <a:pt x="6664" y="9658"/>
                  <a:pt x="6664" y="9584"/>
                  <a:pt x="6664" y="9496"/>
                </a:cubicBezTo>
                <a:cubicBezTo>
                  <a:pt x="6391" y="9731"/>
                  <a:pt x="6134" y="9966"/>
                  <a:pt x="5885" y="10201"/>
                </a:cubicBezTo>
                <a:cubicBezTo>
                  <a:pt x="5830" y="10255"/>
                  <a:pt x="5823" y="10289"/>
                  <a:pt x="5850" y="10367"/>
                </a:cubicBezTo>
                <a:cubicBezTo>
                  <a:pt x="6002" y="10822"/>
                  <a:pt x="6177" y="11262"/>
                  <a:pt x="6352" y="11698"/>
                </a:cubicBezTo>
                <a:cubicBezTo>
                  <a:pt x="6438" y="11903"/>
                  <a:pt x="6524" y="12104"/>
                  <a:pt x="6609" y="12309"/>
                </a:cubicBezTo>
                <a:cubicBezTo>
                  <a:pt x="6473" y="12256"/>
                  <a:pt x="6442" y="12079"/>
                  <a:pt x="6387" y="11957"/>
                </a:cubicBezTo>
                <a:cubicBezTo>
                  <a:pt x="6185" y="11517"/>
                  <a:pt x="5990" y="11062"/>
                  <a:pt x="5834" y="10592"/>
                </a:cubicBezTo>
                <a:cubicBezTo>
                  <a:pt x="5772" y="10401"/>
                  <a:pt x="5686" y="10372"/>
                  <a:pt x="5530" y="10489"/>
                </a:cubicBezTo>
                <a:cubicBezTo>
                  <a:pt x="5499" y="10509"/>
                  <a:pt x="5472" y="10524"/>
                  <a:pt x="5441" y="10543"/>
                </a:cubicBezTo>
                <a:cubicBezTo>
                  <a:pt x="5402" y="10563"/>
                  <a:pt x="5375" y="10597"/>
                  <a:pt x="5340" y="10621"/>
                </a:cubicBezTo>
                <a:cubicBezTo>
                  <a:pt x="5118" y="10763"/>
                  <a:pt x="4872" y="10837"/>
                  <a:pt x="4642" y="10944"/>
                </a:cubicBezTo>
                <a:cubicBezTo>
                  <a:pt x="4510" y="10944"/>
                  <a:pt x="4397" y="10993"/>
                  <a:pt x="4292" y="11091"/>
                </a:cubicBezTo>
                <a:cubicBezTo>
                  <a:pt x="4140" y="11238"/>
                  <a:pt x="4004" y="11404"/>
                  <a:pt x="3883" y="11590"/>
                </a:cubicBezTo>
                <a:cubicBezTo>
                  <a:pt x="3786" y="11742"/>
                  <a:pt x="3692" y="11854"/>
                  <a:pt x="3525" y="11781"/>
                </a:cubicBezTo>
                <a:cubicBezTo>
                  <a:pt x="3490" y="11766"/>
                  <a:pt x="3466" y="11776"/>
                  <a:pt x="3466" y="11830"/>
                </a:cubicBezTo>
                <a:cubicBezTo>
                  <a:pt x="3458" y="11903"/>
                  <a:pt x="3447" y="11947"/>
                  <a:pt x="3501" y="11957"/>
                </a:cubicBezTo>
                <a:close/>
                <a:moveTo>
                  <a:pt x="6060" y="12715"/>
                </a:moveTo>
                <a:cubicBezTo>
                  <a:pt x="6045" y="12686"/>
                  <a:pt x="6037" y="12652"/>
                  <a:pt x="6002" y="12647"/>
                </a:cubicBezTo>
                <a:cubicBezTo>
                  <a:pt x="5998" y="12691"/>
                  <a:pt x="6017" y="12715"/>
                  <a:pt x="6045" y="12730"/>
                </a:cubicBezTo>
                <a:cubicBezTo>
                  <a:pt x="6181" y="12970"/>
                  <a:pt x="6325" y="13205"/>
                  <a:pt x="6450" y="13454"/>
                </a:cubicBezTo>
                <a:cubicBezTo>
                  <a:pt x="6586" y="13728"/>
                  <a:pt x="6602" y="13777"/>
                  <a:pt x="6890" y="13934"/>
                </a:cubicBezTo>
                <a:cubicBezTo>
                  <a:pt x="6613" y="13528"/>
                  <a:pt x="6337" y="13121"/>
                  <a:pt x="6060" y="12715"/>
                </a:cubicBezTo>
                <a:close/>
                <a:moveTo>
                  <a:pt x="2508" y="6800"/>
                </a:moveTo>
                <a:cubicBezTo>
                  <a:pt x="2691" y="6879"/>
                  <a:pt x="2878" y="6903"/>
                  <a:pt x="3065" y="6918"/>
                </a:cubicBezTo>
                <a:cubicBezTo>
                  <a:pt x="3151" y="6928"/>
                  <a:pt x="3244" y="6933"/>
                  <a:pt x="3225" y="6761"/>
                </a:cubicBezTo>
                <a:cubicBezTo>
                  <a:pt x="3221" y="6717"/>
                  <a:pt x="3248" y="6698"/>
                  <a:pt x="3275" y="6683"/>
                </a:cubicBezTo>
                <a:cubicBezTo>
                  <a:pt x="3314" y="6727"/>
                  <a:pt x="3349" y="6722"/>
                  <a:pt x="3392" y="6673"/>
                </a:cubicBezTo>
                <a:cubicBezTo>
                  <a:pt x="3447" y="6615"/>
                  <a:pt x="3505" y="6551"/>
                  <a:pt x="3583" y="6541"/>
                </a:cubicBezTo>
                <a:cubicBezTo>
                  <a:pt x="3583" y="6517"/>
                  <a:pt x="3591" y="6507"/>
                  <a:pt x="3610" y="6507"/>
                </a:cubicBezTo>
                <a:cubicBezTo>
                  <a:pt x="3618" y="6463"/>
                  <a:pt x="3622" y="6414"/>
                  <a:pt x="3568" y="6463"/>
                </a:cubicBezTo>
                <a:cubicBezTo>
                  <a:pt x="3482" y="6541"/>
                  <a:pt x="3381" y="6575"/>
                  <a:pt x="3287" y="6634"/>
                </a:cubicBezTo>
                <a:cubicBezTo>
                  <a:pt x="3166" y="6644"/>
                  <a:pt x="3042" y="6644"/>
                  <a:pt x="2921" y="6590"/>
                </a:cubicBezTo>
                <a:cubicBezTo>
                  <a:pt x="2976" y="6546"/>
                  <a:pt x="3038" y="6551"/>
                  <a:pt x="3096" y="6526"/>
                </a:cubicBezTo>
                <a:cubicBezTo>
                  <a:pt x="3318" y="6434"/>
                  <a:pt x="3490" y="6262"/>
                  <a:pt x="3591" y="5993"/>
                </a:cubicBezTo>
                <a:cubicBezTo>
                  <a:pt x="3645" y="5846"/>
                  <a:pt x="3692" y="5690"/>
                  <a:pt x="3743" y="5543"/>
                </a:cubicBezTo>
                <a:cubicBezTo>
                  <a:pt x="3762" y="5524"/>
                  <a:pt x="3766" y="5494"/>
                  <a:pt x="3766" y="5465"/>
                </a:cubicBezTo>
                <a:cubicBezTo>
                  <a:pt x="3793" y="5426"/>
                  <a:pt x="3821" y="5387"/>
                  <a:pt x="3848" y="5347"/>
                </a:cubicBezTo>
                <a:cubicBezTo>
                  <a:pt x="3914" y="5250"/>
                  <a:pt x="3980" y="5210"/>
                  <a:pt x="4035" y="5362"/>
                </a:cubicBezTo>
                <a:cubicBezTo>
                  <a:pt x="4058" y="5445"/>
                  <a:pt x="3961" y="5519"/>
                  <a:pt x="4035" y="5612"/>
                </a:cubicBezTo>
                <a:cubicBezTo>
                  <a:pt x="4078" y="5548"/>
                  <a:pt x="4179" y="5558"/>
                  <a:pt x="4191" y="5435"/>
                </a:cubicBezTo>
                <a:cubicBezTo>
                  <a:pt x="4152" y="5411"/>
                  <a:pt x="4074" y="5558"/>
                  <a:pt x="4070" y="5391"/>
                </a:cubicBezTo>
                <a:cubicBezTo>
                  <a:pt x="4144" y="5416"/>
                  <a:pt x="4183" y="5362"/>
                  <a:pt x="4206" y="5289"/>
                </a:cubicBezTo>
                <a:cubicBezTo>
                  <a:pt x="4230" y="5215"/>
                  <a:pt x="4187" y="5161"/>
                  <a:pt x="4148" y="5117"/>
                </a:cubicBezTo>
                <a:cubicBezTo>
                  <a:pt x="4058" y="5015"/>
                  <a:pt x="3949" y="4951"/>
                  <a:pt x="3836" y="4863"/>
                </a:cubicBezTo>
                <a:cubicBezTo>
                  <a:pt x="4113" y="4897"/>
                  <a:pt x="4315" y="5122"/>
                  <a:pt x="4331" y="5401"/>
                </a:cubicBezTo>
                <a:cubicBezTo>
                  <a:pt x="4385" y="5367"/>
                  <a:pt x="4378" y="5308"/>
                  <a:pt x="4378" y="5250"/>
                </a:cubicBezTo>
                <a:cubicBezTo>
                  <a:pt x="4374" y="5147"/>
                  <a:pt x="4378" y="5044"/>
                  <a:pt x="4409" y="4951"/>
                </a:cubicBezTo>
                <a:cubicBezTo>
                  <a:pt x="4448" y="4843"/>
                  <a:pt x="4413" y="4799"/>
                  <a:pt x="4343" y="4755"/>
                </a:cubicBezTo>
                <a:cubicBezTo>
                  <a:pt x="4175" y="4658"/>
                  <a:pt x="4012" y="4555"/>
                  <a:pt x="3852" y="4447"/>
                </a:cubicBezTo>
                <a:cubicBezTo>
                  <a:pt x="4062" y="4486"/>
                  <a:pt x="4265" y="4560"/>
                  <a:pt x="4448" y="4706"/>
                </a:cubicBezTo>
                <a:cubicBezTo>
                  <a:pt x="4498" y="4746"/>
                  <a:pt x="4514" y="4809"/>
                  <a:pt x="4498" y="4887"/>
                </a:cubicBezTo>
                <a:cubicBezTo>
                  <a:pt x="4487" y="4941"/>
                  <a:pt x="4471" y="5000"/>
                  <a:pt x="4467" y="5059"/>
                </a:cubicBezTo>
                <a:cubicBezTo>
                  <a:pt x="4463" y="5088"/>
                  <a:pt x="4471" y="5127"/>
                  <a:pt x="4498" y="5137"/>
                </a:cubicBezTo>
                <a:cubicBezTo>
                  <a:pt x="4530" y="5152"/>
                  <a:pt x="4545" y="5122"/>
                  <a:pt x="4557" y="5093"/>
                </a:cubicBezTo>
                <a:cubicBezTo>
                  <a:pt x="4654" y="4839"/>
                  <a:pt x="4674" y="4697"/>
                  <a:pt x="4479" y="4560"/>
                </a:cubicBezTo>
                <a:cubicBezTo>
                  <a:pt x="4257" y="4403"/>
                  <a:pt x="4035" y="4247"/>
                  <a:pt x="3782" y="4105"/>
                </a:cubicBezTo>
                <a:cubicBezTo>
                  <a:pt x="3864" y="4070"/>
                  <a:pt x="3918" y="4100"/>
                  <a:pt x="3976" y="4119"/>
                </a:cubicBezTo>
                <a:cubicBezTo>
                  <a:pt x="4136" y="4163"/>
                  <a:pt x="4288" y="4242"/>
                  <a:pt x="4436" y="4325"/>
                </a:cubicBezTo>
                <a:cubicBezTo>
                  <a:pt x="4584" y="4408"/>
                  <a:pt x="4697" y="4525"/>
                  <a:pt x="4736" y="4741"/>
                </a:cubicBezTo>
                <a:cubicBezTo>
                  <a:pt x="4755" y="4834"/>
                  <a:pt x="4806" y="4902"/>
                  <a:pt x="4705" y="4966"/>
                </a:cubicBezTo>
                <a:cubicBezTo>
                  <a:pt x="4674" y="4985"/>
                  <a:pt x="4681" y="5039"/>
                  <a:pt x="4720" y="5069"/>
                </a:cubicBezTo>
                <a:cubicBezTo>
                  <a:pt x="4822" y="5142"/>
                  <a:pt x="4841" y="5279"/>
                  <a:pt x="4861" y="5406"/>
                </a:cubicBezTo>
                <a:cubicBezTo>
                  <a:pt x="4884" y="5577"/>
                  <a:pt x="4779" y="5705"/>
                  <a:pt x="4639" y="5665"/>
                </a:cubicBezTo>
                <a:cubicBezTo>
                  <a:pt x="4592" y="5651"/>
                  <a:pt x="4572" y="5680"/>
                  <a:pt x="4557" y="5714"/>
                </a:cubicBezTo>
                <a:cubicBezTo>
                  <a:pt x="4483" y="5866"/>
                  <a:pt x="4370" y="5930"/>
                  <a:pt x="4234" y="5944"/>
                </a:cubicBezTo>
                <a:cubicBezTo>
                  <a:pt x="4202" y="5949"/>
                  <a:pt x="4171" y="5974"/>
                  <a:pt x="4140" y="5988"/>
                </a:cubicBezTo>
                <a:cubicBezTo>
                  <a:pt x="4043" y="5988"/>
                  <a:pt x="3938" y="6003"/>
                  <a:pt x="3852" y="5890"/>
                </a:cubicBezTo>
                <a:cubicBezTo>
                  <a:pt x="3844" y="6076"/>
                  <a:pt x="3793" y="6223"/>
                  <a:pt x="3700" y="6350"/>
                </a:cubicBezTo>
                <a:cubicBezTo>
                  <a:pt x="3684" y="6375"/>
                  <a:pt x="3645" y="6414"/>
                  <a:pt x="3716" y="6404"/>
                </a:cubicBezTo>
                <a:cubicBezTo>
                  <a:pt x="3684" y="6443"/>
                  <a:pt x="3665" y="6502"/>
                  <a:pt x="3622" y="6526"/>
                </a:cubicBezTo>
                <a:cubicBezTo>
                  <a:pt x="3622" y="6546"/>
                  <a:pt x="3614" y="6561"/>
                  <a:pt x="3599" y="6561"/>
                </a:cubicBezTo>
                <a:cubicBezTo>
                  <a:pt x="3517" y="6673"/>
                  <a:pt x="3509" y="6805"/>
                  <a:pt x="3529" y="6962"/>
                </a:cubicBezTo>
                <a:cubicBezTo>
                  <a:pt x="3661" y="6859"/>
                  <a:pt x="3743" y="6722"/>
                  <a:pt x="3797" y="6561"/>
                </a:cubicBezTo>
                <a:cubicBezTo>
                  <a:pt x="3813" y="6517"/>
                  <a:pt x="3809" y="6453"/>
                  <a:pt x="3860" y="6434"/>
                </a:cubicBezTo>
                <a:cubicBezTo>
                  <a:pt x="4043" y="6365"/>
                  <a:pt x="4183" y="6218"/>
                  <a:pt x="4339" y="6096"/>
                </a:cubicBezTo>
                <a:cubicBezTo>
                  <a:pt x="4506" y="5959"/>
                  <a:pt x="4650" y="5763"/>
                  <a:pt x="4837" y="5670"/>
                </a:cubicBezTo>
                <a:cubicBezTo>
                  <a:pt x="4950" y="5616"/>
                  <a:pt x="4958" y="5524"/>
                  <a:pt x="4931" y="5411"/>
                </a:cubicBezTo>
                <a:cubicBezTo>
                  <a:pt x="4849" y="5073"/>
                  <a:pt x="4790" y="4726"/>
                  <a:pt x="4732" y="4384"/>
                </a:cubicBezTo>
                <a:cubicBezTo>
                  <a:pt x="4716" y="4296"/>
                  <a:pt x="4685" y="4242"/>
                  <a:pt x="4607" y="4212"/>
                </a:cubicBezTo>
                <a:cubicBezTo>
                  <a:pt x="4280" y="4080"/>
                  <a:pt x="3957" y="3938"/>
                  <a:pt x="3634" y="3801"/>
                </a:cubicBezTo>
                <a:cubicBezTo>
                  <a:pt x="3595" y="3787"/>
                  <a:pt x="3556" y="3777"/>
                  <a:pt x="3529" y="3816"/>
                </a:cubicBezTo>
                <a:cubicBezTo>
                  <a:pt x="3443" y="3938"/>
                  <a:pt x="3318" y="3943"/>
                  <a:pt x="3209" y="3978"/>
                </a:cubicBezTo>
                <a:cubicBezTo>
                  <a:pt x="3159" y="3992"/>
                  <a:pt x="3131" y="4012"/>
                  <a:pt x="3112" y="4080"/>
                </a:cubicBezTo>
                <a:cubicBezTo>
                  <a:pt x="2874" y="4946"/>
                  <a:pt x="2645" y="5817"/>
                  <a:pt x="2465" y="6708"/>
                </a:cubicBezTo>
                <a:cubicBezTo>
                  <a:pt x="2438" y="6752"/>
                  <a:pt x="2450" y="6776"/>
                  <a:pt x="2508" y="6800"/>
                </a:cubicBezTo>
                <a:close/>
                <a:moveTo>
                  <a:pt x="2232" y="7764"/>
                </a:moveTo>
                <a:cubicBezTo>
                  <a:pt x="2251" y="7759"/>
                  <a:pt x="2271" y="7750"/>
                  <a:pt x="2290" y="7740"/>
                </a:cubicBezTo>
                <a:cubicBezTo>
                  <a:pt x="2391" y="7730"/>
                  <a:pt x="2423" y="7661"/>
                  <a:pt x="2411" y="7539"/>
                </a:cubicBezTo>
                <a:cubicBezTo>
                  <a:pt x="2399" y="7412"/>
                  <a:pt x="2434" y="7295"/>
                  <a:pt x="2481" y="7153"/>
                </a:cubicBezTo>
                <a:cubicBezTo>
                  <a:pt x="2500" y="7343"/>
                  <a:pt x="2477" y="7510"/>
                  <a:pt x="2461" y="7676"/>
                </a:cubicBezTo>
                <a:cubicBezTo>
                  <a:pt x="2730" y="7583"/>
                  <a:pt x="2979" y="7461"/>
                  <a:pt x="3217" y="7304"/>
                </a:cubicBezTo>
                <a:cubicBezTo>
                  <a:pt x="3275" y="7265"/>
                  <a:pt x="3322" y="7221"/>
                  <a:pt x="3322" y="7128"/>
                </a:cubicBezTo>
                <a:cubicBezTo>
                  <a:pt x="3322" y="7074"/>
                  <a:pt x="3326" y="7060"/>
                  <a:pt x="3264" y="7055"/>
                </a:cubicBezTo>
                <a:cubicBezTo>
                  <a:pt x="3011" y="7045"/>
                  <a:pt x="2754" y="7055"/>
                  <a:pt x="2508" y="6947"/>
                </a:cubicBezTo>
                <a:cubicBezTo>
                  <a:pt x="2399" y="6898"/>
                  <a:pt x="2290" y="6849"/>
                  <a:pt x="2181" y="6796"/>
                </a:cubicBezTo>
                <a:cubicBezTo>
                  <a:pt x="2146" y="6781"/>
                  <a:pt x="2127" y="6751"/>
                  <a:pt x="2130" y="6703"/>
                </a:cubicBezTo>
                <a:cubicBezTo>
                  <a:pt x="2134" y="6629"/>
                  <a:pt x="2177" y="6663"/>
                  <a:pt x="2208" y="6659"/>
                </a:cubicBezTo>
                <a:cubicBezTo>
                  <a:pt x="2247" y="6649"/>
                  <a:pt x="2294" y="6678"/>
                  <a:pt x="2333" y="6639"/>
                </a:cubicBezTo>
                <a:cubicBezTo>
                  <a:pt x="2306" y="6575"/>
                  <a:pt x="2267" y="6600"/>
                  <a:pt x="2239" y="6595"/>
                </a:cubicBezTo>
                <a:cubicBezTo>
                  <a:pt x="2181" y="6590"/>
                  <a:pt x="2107" y="6566"/>
                  <a:pt x="2091" y="6663"/>
                </a:cubicBezTo>
                <a:cubicBezTo>
                  <a:pt x="2072" y="6761"/>
                  <a:pt x="2111" y="6830"/>
                  <a:pt x="2193" y="6864"/>
                </a:cubicBezTo>
                <a:cubicBezTo>
                  <a:pt x="2278" y="6903"/>
                  <a:pt x="2360" y="6957"/>
                  <a:pt x="2446" y="7001"/>
                </a:cubicBezTo>
                <a:cubicBezTo>
                  <a:pt x="2473" y="7016"/>
                  <a:pt x="2512" y="7025"/>
                  <a:pt x="2504" y="7060"/>
                </a:cubicBezTo>
                <a:cubicBezTo>
                  <a:pt x="2497" y="7099"/>
                  <a:pt x="2454" y="7114"/>
                  <a:pt x="2419" y="7099"/>
                </a:cubicBezTo>
                <a:cubicBezTo>
                  <a:pt x="2310" y="7050"/>
                  <a:pt x="2197" y="7006"/>
                  <a:pt x="2084" y="6952"/>
                </a:cubicBezTo>
                <a:cubicBezTo>
                  <a:pt x="2068" y="7153"/>
                  <a:pt x="2053" y="7348"/>
                  <a:pt x="2037" y="7549"/>
                </a:cubicBezTo>
                <a:cubicBezTo>
                  <a:pt x="2025" y="7828"/>
                  <a:pt x="2025" y="7828"/>
                  <a:pt x="2232" y="7764"/>
                </a:cubicBezTo>
                <a:close/>
                <a:moveTo>
                  <a:pt x="5390" y="13899"/>
                </a:moveTo>
                <a:cubicBezTo>
                  <a:pt x="5608" y="13860"/>
                  <a:pt x="5830" y="13821"/>
                  <a:pt x="6087" y="13772"/>
                </a:cubicBezTo>
                <a:cubicBezTo>
                  <a:pt x="5593" y="13498"/>
                  <a:pt x="5133" y="13249"/>
                  <a:pt x="4678" y="12980"/>
                </a:cubicBezTo>
                <a:cubicBezTo>
                  <a:pt x="4798" y="13165"/>
                  <a:pt x="4919" y="13351"/>
                  <a:pt x="5051" y="13552"/>
                </a:cubicBezTo>
                <a:cubicBezTo>
                  <a:pt x="4720" y="13591"/>
                  <a:pt x="4424" y="13713"/>
                  <a:pt x="4121" y="13826"/>
                </a:cubicBezTo>
                <a:cubicBezTo>
                  <a:pt x="4346" y="13704"/>
                  <a:pt x="4576" y="13591"/>
                  <a:pt x="4829" y="13518"/>
                </a:cubicBezTo>
                <a:cubicBezTo>
                  <a:pt x="4713" y="13366"/>
                  <a:pt x="4568" y="13293"/>
                  <a:pt x="4471" y="13146"/>
                </a:cubicBezTo>
                <a:cubicBezTo>
                  <a:pt x="4572" y="13175"/>
                  <a:pt x="4635" y="13283"/>
                  <a:pt x="4716" y="13346"/>
                </a:cubicBezTo>
                <a:cubicBezTo>
                  <a:pt x="4787" y="13400"/>
                  <a:pt x="4845" y="13493"/>
                  <a:pt x="4954" y="13498"/>
                </a:cubicBezTo>
                <a:cubicBezTo>
                  <a:pt x="4849" y="13337"/>
                  <a:pt x="4748" y="13200"/>
                  <a:pt x="4658" y="13043"/>
                </a:cubicBezTo>
                <a:cubicBezTo>
                  <a:pt x="4588" y="12921"/>
                  <a:pt x="4506" y="12838"/>
                  <a:pt x="4401" y="12769"/>
                </a:cubicBezTo>
                <a:cubicBezTo>
                  <a:pt x="4113" y="12588"/>
                  <a:pt x="3836" y="12388"/>
                  <a:pt x="3564" y="12177"/>
                </a:cubicBezTo>
                <a:cubicBezTo>
                  <a:pt x="3439" y="12084"/>
                  <a:pt x="3427" y="12094"/>
                  <a:pt x="3404" y="12280"/>
                </a:cubicBezTo>
                <a:cubicBezTo>
                  <a:pt x="3373" y="12505"/>
                  <a:pt x="3338" y="12725"/>
                  <a:pt x="3307" y="12950"/>
                </a:cubicBezTo>
                <a:cubicBezTo>
                  <a:pt x="3299" y="13014"/>
                  <a:pt x="3283" y="13072"/>
                  <a:pt x="3229" y="13097"/>
                </a:cubicBezTo>
                <a:cubicBezTo>
                  <a:pt x="3272" y="13058"/>
                  <a:pt x="3268" y="12994"/>
                  <a:pt x="3272" y="12940"/>
                </a:cubicBezTo>
                <a:cubicBezTo>
                  <a:pt x="3381" y="11884"/>
                  <a:pt x="3369" y="10822"/>
                  <a:pt x="3295" y="9760"/>
                </a:cubicBezTo>
                <a:cubicBezTo>
                  <a:pt x="3283" y="9623"/>
                  <a:pt x="3275" y="9486"/>
                  <a:pt x="3268" y="9349"/>
                </a:cubicBezTo>
                <a:cubicBezTo>
                  <a:pt x="3260" y="9349"/>
                  <a:pt x="3252" y="9349"/>
                  <a:pt x="3244" y="9349"/>
                </a:cubicBezTo>
                <a:cubicBezTo>
                  <a:pt x="3229" y="9442"/>
                  <a:pt x="3209" y="9540"/>
                  <a:pt x="3194" y="9633"/>
                </a:cubicBezTo>
                <a:cubicBezTo>
                  <a:pt x="3112" y="9511"/>
                  <a:pt x="3209" y="9379"/>
                  <a:pt x="3182" y="9252"/>
                </a:cubicBezTo>
                <a:cubicBezTo>
                  <a:pt x="3244" y="9071"/>
                  <a:pt x="3252" y="8875"/>
                  <a:pt x="3291" y="8689"/>
                </a:cubicBezTo>
                <a:cubicBezTo>
                  <a:pt x="3377" y="8239"/>
                  <a:pt x="3462" y="7789"/>
                  <a:pt x="3548" y="7329"/>
                </a:cubicBezTo>
                <a:cubicBezTo>
                  <a:pt x="2972" y="7798"/>
                  <a:pt x="2360" y="8116"/>
                  <a:pt x="1683" y="8205"/>
                </a:cubicBezTo>
                <a:cubicBezTo>
                  <a:pt x="1484" y="8229"/>
                  <a:pt x="1484" y="8234"/>
                  <a:pt x="1488" y="8488"/>
                </a:cubicBezTo>
                <a:cubicBezTo>
                  <a:pt x="1488" y="8586"/>
                  <a:pt x="1488" y="8679"/>
                  <a:pt x="1492" y="8777"/>
                </a:cubicBezTo>
                <a:cubicBezTo>
                  <a:pt x="1507" y="9599"/>
                  <a:pt x="1507" y="10421"/>
                  <a:pt x="1554" y="11243"/>
                </a:cubicBezTo>
                <a:cubicBezTo>
                  <a:pt x="1585" y="11781"/>
                  <a:pt x="1628" y="12319"/>
                  <a:pt x="1690" y="12852"/>
                </a:cubicBezTo>
                <a:cubicBezTo>
                  <a:pt x="1698" y="12911"/>
                  <a:pt x="1702" y="12965"/>
                  <a:pt x="1710" y="13024"/>
                </a:cubicBezTo>
                <a:cubicBezTo>
                  <a:pt x="1757" y="13361"/>
                  <a:pt x="1823" y="13699"/>
                  <a:pt x="1908" y="14022"/>
                </a:cubicBezTo>
                <a:cubicBezTo>
                  <a:pt x="1932" y="14105"/>
                  <a:pt x="1951" y="14178"/>
                  <a:pt x="2041" y="14188"/>
                </a:cubicBezTo>
                <a:cubicBezTo>
                  <a:pt x="2481" y="14227"/>
                  <a:pt x="2917" y="14217"/>
                  <a:pt x="3357" y="14178"/>
                </a:cubicBezTo>
                <a:cubicBezTo>
                  <a:pt x="4031" y="14110"/>
                  <a:pt x="4713" y="14022"/>
                  <a:pt x="5390" y="13899"/>
                </a:cubicBezTo>
                <a:close/>
                <a:moveTo>
                  <a:pt x="4736" y="14271"/>
                </a:moveTo>
                <a:cubicBezTo>
                  <a:pt x="5460" y="14247"/>
                  <a:pt x="6181" y="14242"/>
                  <a:pt x="6905" y="14173"/>
                </a:cubicBezTo>
                <a:cubicBezTo>
                  <a:pt x="6796" y="14061"/>
                  <a:pt x="6664" y="14031"/>
                  <a:pt x="6539" y="13978"/>
                </a:cubicBezTo>
                <a:cubicBezTo>
                  <a:pt x="6473" y="13948"/>
                  <a:pt x="6403" y="13929"/>
                  <a:pt x="6329" y="13948"/>
                </a:cubicBezTo>
                <a:cubicBezTo>
                  <a:pt x="5803" y="14095"/>
                  <a:pt x="5266" y="14168"/>
                  <a:pt x="4728" y="14237"/>
                </a:cubicBezTo>
                <a:cubicBezTo>
                  <a:pt x="4627" y="14271"/>
                  <a:pt x="4518" y="14237"/>
                  <a:pt x="4420" y="14291"/>
                </a:cubicBezTo>
                <a:cubicBezTo>
                  <a:pt x="4530" y="14281"/>
                  <a:pt x="4635" y="14315"/>
                  <a:pt x="4736" y="14271"/>
                </a:cubicBezTo>
                <a:close/>
                <a:moveTo>
                  <a:pt x="14231" y="20812"/>
                </a:moveTo>
                <a:cubicBezTo>
                  <a:pt x="14146" y="20406"/>
                  <a:pt x="14072" y="19995"/>
                  <a:pt x="13994" y="19584"/>
                </a:cubicBezTo>
                <a:cubicBezTo>
                  <a:pt x="13678" y="17872"/>
                  <a:pt x="13351" y="16165"/>
                  <a:pt x="13067" y="14442"/>
                </a:cubicBezTo>
                <a:cubicBezTo>
                  <a:pt x="13036" y="14261"/>
                  <a:pt x="12977" y="14237"/>
                  <a:pt x="12853" y="14237"/>
                </a:cubicBezTo>
                <a:cubicBezTo>
                  <a:pt x="11314" y="14271"/>
                  <a:pt x="9772" y="14296"/>
                  <a:pt x="8233" y="14325"/>
                </a:cubicBezTo>
                <a:cubicBezTo>
                  <a:pt x="7478" y="14340"/>
                  <a:pt x="6718" y="14359"/>
                  <a:pt x="5963" y="14369"/>
                </a:cubicBezTo>
                <a:cubicBezTo>
                  <a:pt x="5468" y="14374"/>
                  <a:pt x="4974" y="14369"/>
                  <a:pt x="4459" y="14369"/>
                </a:cubicBezTo>
                <a:cubicBezTo>
                  <a:pt x="4498" y="14486"/>
                  <a:pt x="4530" y="14570"/>
                  <a:pt x="4557" y="14648"/>
                </a:cubicBezTo>
                <a:cubicBezTo>
                  <a:pt x="4568" y="14687"/>
                  <a:pt x="4580" y="14726"/>
                  <a:pt x="4592" y="14765"/>
                </a:cubicBezTo>
                <a:cubicBezTo>
                  <a:pt x="4946" y="15768"/>
                  <a:pt x="5308" y="16766"/>
                  <a:pt x="5632" y="17784"/>
                </a:cubicBezTo>
                <a:cubicBezTo>
                  <a:pt x="5943" y="18753"/>
                  <a:pt x="6302" y="19692"/>
                  <a:pt x="6621" y="20656"/>
                </a:cubicBezTo>
                <a:cubicBezTo>
                  <a:pt x="6644" y="20719"/>
                  <a:pt x="6656" y="20793"/>
                  <a:pt x="6750" y="20793"/>
                </a:cubicBezTo>
                <a:cubicBezTo>
                  <a:pt x="7357" y="20788"/>
                  <a:pt x="7969" y="20798"/>
                  <a:pt x="8576" y="20812"/>
                </a:cubicBezTo>
                <a:cubicBezTo>
                  <a:pt x="9873" y="20842"/>
                  <a:pt x="11174" y="20851"/>
                  <a:pt x="12471" y="20871"/>
                </a:cubicBezTo>
                <a:cubicBezTo>
                  <a:pt x="13036" y="20881"/>
                  <a:pt x="13604" y="20905"/>
                  <a:pt x="14169" y="20891"/>
                </a:cubicBezTo>
                <a:cubicBezTo>
                  <a:pt x="14216" y="20900"/>
                  <a:pt x="14251" y="20920"/>
                  <a:pt x="14231" y="20812"/>
                </a:cubicBezTo>
                <a:close/>
                <a:moveTo>
                  <a:pt x="14317" y="20426"/>
                </a:moveTo>
                <a:cubicBezTo>
                  <a:pt x="14352" y="20455"/>
                  <a:pt x="14375" y="20406"/>
                  <a:pt x="14406" y="20392"/>
                </a:cubicBezTo>
                <a:cubicBezTo>
                  <a:pt x="14449" y="20367"/>
                  <a:pt x="14480" y="20313"/>
                  <a:pt x="14531" y="20308"/>
                </a:cubicBezTo>
                <a:cubicBezTo>
                  <a:pt x="14457" y="20284"/>
                  <a:pt x="14379" y="20372"/>
                  <a:pt x="14301" y="20284"/>
                </a:cubicBezTo>
                <a:cubicBezTo>
                  <a:pt x="14309" y="20343"/>
                  <a:pt x="14278" y="20396"/>
                  <a:pt x="14317" y="20426"/>
                </a:cubicBezTo>
                <a:close/>
                <a:moveTo>
                  <a:pt x="14601" y="20103"/>
                </a:moveTo>
                <a:cubicBezTo>
                  <a:pt x="14488" y="20108"/>
                  <a:pt x="14371" y="20074"/>
                  <a:pt x="14258" y="20132"/>
                </a:cubicBezTo>
                <a:cubicBezTo>
                  <a:pt x="14375" y="20186"/>
                  <a:pt x="14488" y="20142"/>
                  <a:pt x="14601" y="20103"/>
                </a:cubicBezTo>
                <a:close/>
                <a:moveTo>
                  <a:pt x="15119" y="19946"/>
                </a:moveTo>
                <a:cubicBezTo>
                  <a:pt x="14827" y="19902"/>
                  <a:pt x="14554" y="19907"/>
                  <a:pt x="14282" y="19922"/>
                </a:cubicBezTo>
                <a:cubicBezTo>
                  <a:pt x="14258" y="19922"/>
                  <a:pt x="14227" y="19907"/>
                  <a:pt x="14220" y="19956"/>
                </a:cubicBezTo>
                <a:cubicBezTo>
                  <a:pt x="14216" y="20005"/>
                  <a:pt x="14243" y="20015"/>
                  <a:pt x="14278" y="20015"/>
                </a:cubicBezTo>
                <a:cubicBezTo>
                  <a:pt x="14313" y="20015"/>
                  <a:pt x="14344" y="20020"/>
                  <a:pt x="14379" y="20020"/>
                </a:cubicBezTo>
                <a:cubicBezTo>
                  <a:pt x="14512" y="20020"/>
                  <a:pt x="14644" y="20020"/>
                  <a:pt x="14773" y="20020"/>
                </a:cubicBezTo>
                <a:cubicBezTo>
                  <a:pt x="14776" y="20039"/>
                  <a:pt x="14776" y="20054"/>
                  <a:pt x="14780" y="20074"/>
                </a:cubicBezTo>
                <a:cubicBezTo>
                  <a:pt x="14687" y="20132"/>
                  <a:pt x="14648" y="20274"/>
                  <a:pt x="14539" y="20313"/>
                </a:cubicBezTo>
                <a:cubicBezTo>
                  <a:pt x="14516" y="20401"/>
                  <a:pt x="14453" y="20440"/>
                  <a:pt x="14399" y="20485"/>
                </a:cubicBezTo>
                <a:cubicBezTo>
                  <a:pt x="14325" y="20548"/>
                  <a:pt x="14305" y="20602"/>
                  <a:pt x="14368" y="20690"/>
                </a:cubicBezTo>
                <a:cubicBezTo>
                  <a:pt x="14605" y="20426"/>
                  <a:pt x="14843" y="20171"/>
                  <a:pt x="15119" y="19946"/>
                </a:cubicBezTo>
                <a:close/>
                <a:moveTo>
                  <a:pt x="15466" y="19526"/>
                </a:moveTo>
                <a:cubicBezTo>
                  <a:pt x="15404" y="19345"/>
                  <a:pt x="15345" y="19164"/>
                  <a:pt x="15287" y="18983"/>
                </a:cubicBezTo>
                <a:cubicBezTo>
                  <a:pt x="15104" y="18415"/>
                  <a:pt x="14975" y="17833"/>
                  <a:pt x="14854" y="17226"/>
                </a:cubicBezTo>
                <a:cubicBezTo>
                  <a:pt x="14710" y="17583"/>
                  <a:pt x="14691" y="17926"/>
                  <a:pt x="14819" y="18278"/>
                </a:cubicBezTo>
                <a:cubicBezTo>
                  <a:pt x="14835" y="18322"/>
                  <a:pt x="14839" y="18371"/>
                  <a:pt x="14843" y="18415"/>
                </a:cubicBezTo>
                <a:cubicBezTo>
                  <a:pt x="14878" y="18787"/>
                  <a:pt x="14882" y="19159"/>
                  <a:pt x="14862" y="19531"/>
                </a:cubicBezTo>
                <a:cubicBezTo>
                  <a:pt x="14858" y="19619"/>
                  <a:pt x="14874" y="19653"/>
                  <a:pt x="14948" y="19653"/>
                </a:cubicBezTo>
                <a:cubicBezTo>
                  <a:pt x="15100" y="19648"/>
                  <a:pt x="15252" y="19643"/>
                  <a:pt x="15404" y="19653"/>
                </a:cubicBezTo>
                <a:cubicBezTo>
                  <a:pt x="15509" y="19658"/>
                  <a:pt x="15497" y="19614"/>
                  <a:pt x="15466" y="19526"/>
                </a:cubicBezTo>
                <a:close/>
                <a:moveTo>
                  <a:pt x="12089" y="479"/>
                </a:moveTo>
                <a:cubicBezTo>
                  <a:pt x="12089" y="479"/>
                  <a:pt x="12089" y="479"/>
                  <a:pt x="12089" y="479"/>
                </a:cubicBezTo>
                <a:cubicBezTo>
                  <a:pt x="12089" y="479"/>
                  <a:pt x="12089" y="479"/>
                  <a:pt x="12089" y="479"/>
                </a:cubicBezTo>
                <a:lnTo>
                  <a:pt x="12089" y="479"/>
                </a:lnTo>
                <a:close/>
                <a:moveTo>
                  <a:pt x="10999" y="2143"/>
                </a:moveTo>
                <a:cubicBezTo>
                  <a:pt x="10999" y="2143"/>
                  <a:pt x="10999" y="2143"/>
                  <a:pt x="10999" y="2143"/>
                </a:cubicBezTo>
                <a:cubicBezTo>
                  <a:pt x="10999" y="2143"/>
                  <a:pt x="10999" y="2138"/>
                  <a:pt x="10999" y="2143"/>
                </a:cubicBezTo>
                <a:lnTo>
                  <a:pt x="10999" y="2143"/>
                </a:lnTo>
                <a:close/>
                <a:moveTo>
                  <a:pt x="9826" y="2578"/>
                </a:moveTo>
                <a:cubicBezTo>
                  <a:pt x="9826" y="2578"/>
                  <a:pt x="9826" y="2578"/>
                  <a:pt x="9826" y="2578"/>
                </a:cubicBezTo>
                <a:cubicBezTo>
                  <a:pt x="9822" y="2578"/>
                  <a:pt x="9822" y="2583"/>
                  <a:pt x="9819" y="2583"/>
                </a:cubicBezTo>
                <a:cubicBezTo>
                  <a:pt x="9807" y="2593"/>
                  <a:pt x="9822" y="2593"/>
                  <a:pt x="9826" y="2578"/>
                </a:cubicBezTo>
                <a:close/>
                <a:moveTo>
                  <a:pt x="15742" y="20891"/>
                </a:moveTo>
                <a:cubicBezTo>
                  <a:pt x="15707" y="20891"/>
                  <a:pt x="15649" y="20871"/>
                  <a:pt x="15649" y="20935"/>
                </a:cubicBezTo>
                <a:cubicBezTo>
                  <a:pt x="15649" y="20993"/>
                  <a:pt x="15703" y="20988"/>
                  <a:pt x="15742" y="20988"/>
                </a:cubicBezTo>
                <a:cubicBezTo>
                  <a:pt x="16447" y="20988"/>
                  <a:pt x="17156" y="20984"/>
                  <a:pt x="17861" y="20979"/>
                </a:cubicBezTo>
                <a:cubicBezTo>
                  <a:pt x="17951" y="20979"/>
                  <a:pt x="18040" y="20979"/>
                  <a:pt x="18130" y="20900"/>
                </a:cubicBezTo>
                <a:cubicBezTo>
                  <a:pt x="18071" y="20891"/>
                  <a:pt x="18009" y="20871"/>
                  <a:pt x="17951" y="20866"/>
                </a:cubicBezTo>
                <a:cubicBezTo>
                  <a:pt x="17211" y="20842"/>
                  <a:pt x="16475" y="20837"/>
                  <a:pt x="15742" y="20891"/>
                </a:cubicBezTo>
                <a:close/>
                <a:moveTo>
                  <a:pt x="13538" y="5631"/>
                </a:moveTo>
                <a:cubicBezTo>
                  <a:pt x="13740" y="5519"/>
                  <a:pt x="13939" y="5406"/>
                  <a:pt x="14142" y="5294"/>
                </a:cubicBezTo>
                <a:cubicBezTo>
                  <a:pt x="14142" y="5294"/>
                  <a:pt x="14142" y="5294"/>
                  <a:pt x="14142" y="5294"/>
                </a:cubicBezTo>
                <a:cubicBezTo>
                  <a:pt x="14184" y="5235"/>
                  <a:pt x="14247" y="5210"/>
                  <a:pt x="14301" y="5176"/>
                </a:cubicBezTo>
                <a:cubicBezTo>
                  <a:pt x="14644" y="4971"/>
                  <a:pt x="14991" y="4765"/>
                  <a:pt x="15333" y="4560"/>
                </a:cubicBezTo>
                <a:cubicBezTo>
                  <a:pt x="15392" y="4525"/>
                  <a:pt x="15454" y="4496"/>
                  <a:pt x="15497" y="4418"/>
                </a:cubicBezTo>
                <a:cubicBezTo>
                  <a:pt x="15431" y="4379"/>
                  <a:pt x="15388" y="4433"/>
                  <a:pt x="15337" y="4452"/>
                </a:cubicBezTo>
                <a:cubicBezTo>
                  <a:pt x="14971" y="4618"/>
                  <a:pt x="14628" y="4848"/>
                  <a:pt x="14270" y="5049"/>
                </a:cubicBezTo>
                <a:cubicBezTo>
                  <a:pt x="14251" y="5083"/>
                  <a:pt x="14223" y="5093"/>
                  <a:pt x="14196" y="5098"/>
                </a:cubicBezTo>
                <a:cubicBezTo>
                  <a:pt x="13920" y="5308"/>
                  <a:pt x="13612" y="5450"/>
                  <a:pt x="13355" y="5705"/>
                </a:cubicBezTo>
                <a:cubicBezTo>
                  <a:pt x="13425" y="5690"/>
                  <a:pt x="13480" y="5660"/>
                  <a:pt x="13538" y="5631"/>
                </a:cubicBezTo>
                <a:close/>
                <a:moveTo>
                  <a:pt x="7486" y="6301"/>
                </a:moveTo>
                <a:cubicBezTo>
                  <a:pt x="7556" y="6556"/>
                  <a:pt x="7618" y="6815"/>
                  <a:pt x="7719" y="7055"/>
                </a:cubicBezTo>
                <a:cubicBezTo>
                  <a:pt x="7719" y="7011"/>
                  <a:pt x="7715" y="6967"/>
                  <a:pt x="7708" y="6928"/>
                </a:cubicBezTo>
                <a:cubicBezTo>
                  <a:pt x="7595" y="6404"/>
                  <a:pt x="7458" y="5890"/>
                  <a:pt x="7310" y="5382"/>
                </a:cubicBezTo>
                <a:cubicBezTo>
                  <a:pt x="7205" y="5010"/>
                  <a:pt x="7120" y="4633"/>
                  <a:pt x="6979" y="4276"/>
                </a:cubicBezTo>
                <a:cubicBezTo>
                  <a:pt x="6979" y="4276"/>
                  <a:pt x="6979" y="4276"/>
                  <a:pt x="6979" y="4276"/>
                </a:cubicBezTo>
                <a:cubicBezTo>
                  <a:pt x="6979" y="4276"/>
                  <a:pt x="6979" y="4271"/>
                  <a:pt x="6979" y="4271"/>
                </a:cubicBezTo>
                <a:lnTo>
                  <a:pt x="6975" y="4271"/>
                </a:lnTo>
                <a:cubicBezTo>
                  <a:pt x="6991" y="4354"/>
                  <a:pt x="6999" y="4432"/>
                  <a:pt x="7018" y="4516"/>
                </a:cubicBezTo>
                <a:cubicBezTo>
                  <a:pt x="7162" y="5117"/>
                  <a:pt x="7322" y="5709"/>
                  <a:pt x="7486" y="6301"/>
                </a:cubicBezTo>
                <a:close/>
                <a:moveTo>
                  <a:pt x="6380" y="8816"/>
                </a:moveTo>
                <a:cubicBezTo>
                  <a:pt x="6111" y="8249"/>
                  <a:pt x="5838" y="7681"/>
                  <a:pt x="5569" y="7118"/>
                </a:cubicBezTo>
                <a:cubicBezTo>
                  <a:pt x="5554" y="7133"/>
                  <a:pt x="5538" y="7148"/>
                  <a:pt x="5523" y="7158"/>
                </a:cubicBezTo>
                <a:cubicBezTo>
                  <a:pt x="5760" y="7745"/>
                  <a:pt x="6006" y="8327"/>
                  <a:pt x="6337" y="8850"/>
                </a:cubicBezTo>
                <a:cubicBezTo>
                  <a:pt x="6352" y="8836"/>
                  <a:pt x="6364" y="8826"/>
                  <a:pt x="6380" y="8816"/>
                </a:cubicBezTo>
                <a:close/>
                <a:moveTo>
                  <a:pt x="6613" y="6570"/>
                </a:moveTo>
                <a:cubicBezTo>
                  <a:pt x="6594" y="6526"/>
                  <a:pt x="6566" y="6551"/>
                  <a:pt x="6535" y="6561"/>
                </a:cubicBezTo>
                <a:cubicBezTo>
                  <a:pt x="6294" y="6654"/>
                  <a:pt x="6064" y="6771"/>
                  <a:pt x="5834" y="6898"/>
                </a:cubicBezTo>
                <a:cubicBezTo>
                  <a:pt x="5807" y="6913"/>
                  <a:pt x="5768" y="6928"/>
                  <a:pt x="5760" y="7016"/>
                </a:cubicBezTo>
                <a:cubicBezTo>
                  <a:pt x="6052" y="6913"/>
                  <a:pt x="6317" y="6781"/>
                  <a:pt x="6582" y="6639"/>
                </a:cubicBezTo>
                <a:cubicBezTo>
                  <a:pt x="6602" y="6629"/>
                  <a:pt x="6633" y="6615"/>
                  <a:pt x="6613" y="6570"/>
                </a:cubicBezTo>
                <a:close/>
                <a:moveTo>
                  <a:pt x="15076" y="20641"/>
                </a:moveTo>
                <a:cubicBezTo>
                  <a:pt x="15115" y="20690"/>
                  <a:pt x="15158" y="20705"/>
                  <a:pt x="15213" y="20700"/>
                </a:cubicBezTo>
                <a:cubicBezTo>
                  <a:pt x="15372" y="20695"/>
                  <a:pt x="15532" y="20695"/>
                  <a:pt x="15692" y="20695"/>
                </a:cubicBezTo>
                <a:cubicBezTo>
                  <a:pt x="15766" y="20695"/>
                  <a:pt x="15836" y="20685"/>
                  <a:pt x="15902" y="20631"/>
                </a:cubicBezTo>
                <a:cubicBezTo>
                  <a:pt x="15626" y="20582"/>
                  <a:pt x="15349" y="20582"/>
                  <a:pt x="15076" y="20641"/>
                </a:cubicBezTo>
                <a:cubicBezTo>
                  <a:pt x="15072" y="20646"/>
                  <a:pt x="15076" y="20646"/>
                  <a:pt x="15076" y="20641"/>
                </a:cubicBezTo>
                <a:close/>
                <a:moveTo>
                  <a:pt x="9674" y="1981"/>
                </a:moveTo>
                <a:cubicBezTo>
                  <a:pt x="9674" y="1967"/>
                  <a:pt x="9671" y="1952"/>
                  <a:pt x="9667" y="1937"/>
                </a:cubicBezTo>
                <a:cubicBezTo>
                  <a:pt x="9663" y="1952"/>
                  <a:pt x="9655" y="1957"/>
                  <a:pt x="9655" y="1967"/>
                </a:cubicBezTo>
                <a:cubicBezTo>
                  <a:pt x="9655" y="1981"/>
                  <a:pt x="9663" y="1996"/>
                  <a:pt x="9663" y="2006"/>
                </a:cubicBezTo>
                <a:cubicBezTo>
                  <a:pt x="9667" y="1996"/>
                  <a:pt x="9674" y="1991"/>
                  <a:pt x="9674" y="1981"/>
                </a:cubicBezTo>
                <a:close/>
                <a:moveTo>
                  <a:pt x="11478" y="925"/>
                </a:moveTo>
                <a:cubicBezTo>
                  <a:pt x="11482" y="930"/>
                  <a:pt x="11482" y="930"/>
                  <a:pt x="11478" y="925"/>
                </a:cubicBezTo>
                <a:cubicBezTo>
                  <a:pt x="11482" y="925"/>
                  <a:pt x="11482" y="925"/>
                  <a:pt x="11478" y="925"/>
                </a:cubicBezTo>
                <a:lnTo>
                  <a:pt x="11478" y="925"/>
                </a:lnTo>
                <a:close/>
                <a:moveTo>
                  <a:pt x="11334" y="895"/>
                </a:moveTo>
                <a:cubicBezTo>
                  <a:pt x="11365" y="895"/>
                  <a:pt x="11380" y="895"/>
                  <a:pt x="11400" y="895"/>
                </a:cubicBezTo>
                <a:cubicBezTo>
                  <a:pt x="11384" y="866"/>
                  <a:pt x="11369" y="856"/>
                  <a:pt x="11334" y="895"/>
                </a:cubicBezTo>
                <a:close/>
                <a:moveTo>
                  <a:pt x="11400" y="895"/>
                </a:moveTo>
                <a:cubicBezTo>
                  <a:pt x="11400" y="895"/>
                  <a:pt x="11404" y="895"/>
                  <a:pt x="11400" y="895"/>
                </a:cubicBezTo>
                <a:cubicBezTo>
                  <a:pt x="11404" y="895"/>
                  <a:pt x="11404" y="895"/>
                  <a:pt x="11400" y="895"/>
                </a:cubicBezTo>
                <a:cubicBezTo>
                  <a:pt x="11404" y="895"/>
                  <a:pt x="11404" y="895"/>
                  <a:pt x="11400" y="895"/>
                </a:cubicBezTo>
                <a:close/>
                <a:moveTo>
                  <a:pt x="11478" y="930"/>
                </a:moveTo>
                <a:cubicBezTo>
                  <a:pt x="11478" y="925"/>
                  <a:pt x="11482" y="925"/>
                  <a:pt x="11478" y="930"/>
                </a:cubicBezTo>
                <a:cubicBezTo>
                  <a:pt x="11478" y="925"/>
                  <a:pt x="11478" y="925"/>
                  <a:pt x="11478" y="930"/>
                </a:cubicBezTo>
                <a:cubicBezTo>
                  <a:pt x="11478" y="925"/>
                  <a:pt x="11478" y="925"/>
                  <a:pt x="11478" y="930"/>
                </a:cubicBezTo>
                <a:close/>
                <a:moveTo>
                  <a:pt x="11404" y="895"/>
                </a:moveTo>
                <a:cubicBezTo>
                  <a:pt x="11404" y="895"/>
                  <a:pt x="11404" y="895"/>
                  <a:pt x="11404" y="895"/>
                </a:cubicBezTo>
                <a:cubicBezTo>
                  <a:pt x="11404" y="895"/>
                  <a:pt x="11404" y="895"/>
                  <a:pt x="11404" y="895"/>
                </a:cubicBezTo>
                <a:cubicBezTo>
                  <a:pt x="11404" y="895"/>
                  <a:pt x="11404" y="895"/>
                  <a:pt x="11404" y="895"/>
                </a:cubicBezTo>
                <a:close/>
                <a:moveTo>
                  <a:pt x="11404" y="895"/>
                </a:moveTo>
                <a:cubicBezTo>
                  <a:pt x="11419" y="934"/>
                  <a:pt x="11450" y="934"/>
                  <a:pt x="11478" y="925"/>
                </a:cubicBezTo>
                <a:cubicBezTo>
                  <a:pt x="11462" y="885"/>
                  <a:pt x="11431" y="895"/>
                  <a:pt x="11404" y="895"/>
                </a:cubicBezTo>
                <a:close/>
                <a:moveTo>
                  <a:pt x="9967" y="1419"/>
                </a:moveTo>
                <a:cubicBezTo>
                  <a:pt x="9963" y="1424"/>
                  <a:pt x="9959" y="1424"/>
                  <a:pt x="9959" y="1429"/>
                </a:cubicBezTo>
                <a:cubicBezTo>
                  <a:pt x="9959" y="1448"/>
                  <a:pt x="9963" y="1463"/>
                  <a:pt x="9978" y="1473"/>
                </a:cubicBezTo>
                <a:cubicBezTo>
                  <a:pt x="9982" y="1468"/>
                  <a:pt x="9986" y="1468"/>
                  <a:pt x="9990" y="1463"/>
                </a:cubicBezTo>
                <a:cubicBezTo>
                  <a:pt x="9982" y="1448"/>
                  <a:pt x="9974" y="1433"/>
                  <a:pt x="9967" y="1419"/>
                </a:cubicBezTo>
                <a:close/>
                <a:moveTo>
                  <a:pt x="6995" y="13381"/>
                </a:moveTo>
                <a:cubicBezTo>
                  <a:pt x="6995" y="13381"/>
                  <a:pt x="6995" y="13381"/>
                  <a:pt x="6995" y="13381"/>
                </a:cubicBezTo>
                <a:cubicBezTo>
                  <a:pt x="7007" y="13395"/>
                  <a:pt x="7014" y="13405"/>
                  <a:pt x="7026" y="13420"/>
                </a:cubicBezTo>
                <a:cubicBezTo>
                  <a:pt x="7046" y="13391"/>
                  <a:pt x="7034" y="13376"/>
                  <a:pt x="7014" y="13366"/>
                </a:cubicBezTo>
                <a:cubicBezTo>
                  <a:pt x="6925" y="13151"/>
                  <a:pt x="6777" y="12994"/>
                  <a:pt x="6660" y="12808"/>
                </a:cubicBezTo>
                <a:cubicBezTo>
                  <a:pt x="6746" y="13019"/>
                  <a:pt x="6835" y="13234"/>
                  <a:pt x="6995" y="13381"/>
                </a:cubicBezTo>
                <a:close/>
                <a:moveTo>
                  <a:pt x="7264" y="13479"/>
                </a:moveTo>
                <a:cubicBezTo>
                  <a:pt x="7194" y="13327"/>
                  <a:pt x="7151" y="13151"/>
                  <a:pt x="7010" y="13073"/>
                </a:cubicBezTo>
                <a:cubicBezTo>
                  <a:pt x="7065" y="13239"/>
                  <a:pt x="7155" y="13371"/>
                  <a:pt x="7264" y="13479"/>
                </a:cubicBezTo>
                <a:close/>
                <a:moveTo>
                  <a:pt x="6629" y="12407"/>
                </a:moveTo>
                <a:cubicBezTo>
                  <a:pt x="6629" y="12407"/>
                  <a:pt x="6629" y="12407"/>
                  <a:pt x="6629" y="12407"/>
                </a:cubicBezTo>
                <a:lnTo>
                  <a:pt x="6629" y="12407"/>
                </a:lnTo>
                <a:cubicBezTo>
                  <a:pt x="6629" y="12407"/>
                  <a:pt x="6629" y="12407"/>
                  <a:pt x="6629" y="12407"/>
                </a:cubicBezTo>
                <a:close/>
                <a:moveTo>
                  <a:pt x="6722" y="12583"/>
                </a:moveTo>
                <a:cubicBezTo>
                  <a:pt x="6695" y="12525"/>
                  <a:pt x="6683" y="12451"/>
                  <a:pt x="6629" y="12412"/>
                </a:cubicBezTo>
                <a:cubicBezTo>
                  <a:pt x="6633" y="12490"/>
                  <a:pt x="6676" y="12539"/>
                  <a:pt x="6722" y="12583"/>
                </a:cubicBezTo>
                <a:close/>
                <a:moveTo>
                  <a:pt x="6629" y="12407"/>
                </a:moveTo>
                <a:cubicBezTo>
                  <a:pt x="6629" y="12378"/>
                  <a:pt x="6625" y="12358"/>
                  <a:pt x="6605" y="12344"/>
                </a:cubicBezTo>
                <a:cubicBezTo>
                  <a:pt x="6594" y="12378"/>
                  <a:pt x="6602" y="12402"/>
                  <a:pt x="6629" y="12407"/>
                </a:cubicBezTo>
                <a:close/>
                <a:moveTo>
                  <a:pt x="6629" y="12407"/>
                </a:moveTo>
                <a:cubicBezTo>
                  <a:pt x="6629" y="12407"/>
                  <a:pt x="6629" y="12407"/>
                  <a:pt x="6629" y="12407"/>
                </a:cubicBezTo>
                <a:cubicBezTo>
                  <a:pt x="6629" y="12407"/>
                  <a:pt x="6629" y="12407"/>
                  <a:pt x="6629" y="12407"/>
                </a:cubicBezTo>
                <a:lnTo>
                  <a:pt x="6629" y="12407"/>
                </a:lnTo>
                <a:close/>
                <a:moveTo>
                  <a:pt x="6605" y="12344"/>
                </a:moveTo>
                <a:cubicBezTo>
                  <a:pt x="6605" y="12344"/>
                  <a:pt x="6605" y="12344"/>
                  <a:pt x="6605" y="12344"/>
                </a:cubicBezTo>
                <a:lnTo>
                  <a:pt x="6605" y="12344"/>
                </a:lnTo>
                <a:cubicBezTo>
                  <a:pt x="6605" y="12344"/>
                  <a:pt x="6605" y="12344"/>
                  <a:pt x="6605" y="12344"/>
                </a:cubicBezTo>
                <a:cubicBezTo>
                  <a:pt x="6605" y="12344"/>
                  <a:pt x="6605" y="12344"/>
                  <a:pt x="6605" y="12344"/>
                </a:cubicBezTo>
                <a:cubicBezTo>
                  <a:pt x="6605" y="12344"/>
                  <a:pt x="6605" y="12344"/>
                  <a:pt x="6605" y="12344"/>
                </a:cubicBezTo>
                <a:close/>
                <a:moveTo>
                  <a:pt x="16872" y="14633"/>
                </a:moveTo>
                <a:cubicBezTo>
                  <a:pt x="17086" y="14868"/>
                  <a:pt x="17300" y="15098"/>
                  <a:pt x="17514" y="15323"/>
                </a:cubicBezTo>
                <a:cubicBezTo>
                  <a:pt x="17643" y="15455"/>
                  <a:pt x="17775" y="15577"/>
                  <a:pt x="17927" y="15661"/>
                </a:cubicBezTo>
                <a:cubicBezTo>
                  <a:pt x="17962" y="15680"/>
                  <a:pt x="18013" y="15724"/>
                  <a:pt x="18036" y="15656"/>
                </a:cubicBezTo>
                <a:cubicBezTo>
                  <a:pt x="18056" y="15602"/>
                  <a:pt x="18005" y="15577"/>
                  <a:pt x="17974" y="15553"/>
                </a:cubicBezTo>
                <a:cubicBezTo>
                  <a:pt x="17686" y="15318"/>
                  <a:pt x="17437" y="15029"/>
                  <a:pt x="17168" y="14760"/>
                </a:cubicBezTo>
                <a:cubicBezTo>
                  <a:pt x="17035" y="14628"/>
                  <a:pt x="16907" y="14486"/>
                  <a:pt x="16743" y="14398"/>
                </a:cubicBezTo>
                <a:cubicBezTo>
                  <a:pt x="16759" y="14511"/>
                  <a:pt x="16813" y="14574"/>
                  <a:pt x="16872" y="14633"/>
                </a:cubicBezTo>
                <a:close/>
                <a:moveTo>
                  <a:pt x="19758" y="12710"/>
                </a:moveTo>
                <a:cubicBezTo>
                  <a:pt x="19610" y="12989"/>
                  <a:pt x="19657" y="13625"/>
                  <a:pt x="19855" y="13909"/>
                </a:cubicBezTo>
                <a:cubicBezTo>
                  <a:pt x="19777" y="13523"/>
                  <a:pt x="19742" y="13126"/>
                  <a:pt x="19758" y="12710"/>
                </a:cubicBezTo>
                <a:close/>
                <a:moveTo>
                  <a:pt x="16681" y="11849"/>
                </a:moveTo>
                <a:cubicBezTo>
                  <a:pt x="16681" y="11849"/>
                  <a:pt x="16681" y="11849"/>
                  <a:pt x="16681" y="11849"/>
                </a:cubicBezTo>
                <a:cubicBezTo>
                  <a:pt x="16689" y="11845"/>
                  <a:pt x="16693" y="11835"/>
                  <a:pt x="16697" y="11830"/>
                </a:cubicBezTo>
                <a:cubicBezTo>
                  <a:pt x="16689" y="11820"/>
                  <a:pt x="16685" y="11805"/>
                  <a:pt x="16677" y="11796"/>
                </a:cubicBezTo>
                <a:cubicBezTo>
                  <a:pt x="16669" y="11805"/>
                  <a:pt x="16662" y="11815"/>
                  <a:pt x="16650" y="11825"/>
                </a:cubicBezTo>
                <a:cubicBezTo>
                  <a:pt x="16369" y="12143"/>
                  <a:pt x="16089" y="12461"/>
                  <a:pt x="15809" y="12774"/>
                </a:cubicBezTo>
                <a:cubicBezTo>
                  <a:pt x="16128" y="12505"/>
                  <a:pt x="16416" y="12197"/>
                  <a:pt x="16681" y="11849"/>
                </a:cubicBezTo>
                <a:close/>
                <a:moveTo>
                  <a:pt x="18192" y="14159"/>
                </a:moveTo>
                <a:cubicBezTo>
                  <a:pt x="17982" y="13973"/>
                  <a:pt x="17791" y="13753"/>
                  <a:pt x="17550" y="13625"/>
                </a:cubicBezTo>
                <a:cubicBezTo>
                  <a:pt x="17662" y="13762"/>
                  <a:pt x="17814" y="13826"/>
                  <a:pt x="17935" y="13948"/>
                </a:cubicBezTo>
                <a:cubicBezTo>
                  <a:pt x="18017" y="14027"/>
                  <a:pt x="18106" y="14090"/>
                  <a:pt x="18192" y="14159"/>
                </a:cubicBezTo>
                <a:close/>
                <a:moveTo>
                  <a:pt x="17550" y="13620"/>
                </a:moveTo>
                <a:cubicBezTo>
                  <a:pt x="17550" y="13620"/>
                  <a:pt x="17546" y="13620"/>
                  <a:pt x="17550" y="13620"/>
                </a:cubicBezTo>
                <a:cubicBezTo>
                  <a:pt x="17550" y="13620"/>
                  <a:pt x="17550" y="13625"/>
                  <a:pt x="17550" y="13620"/>
                </a:cubicBezTo>
                <a:cubicBezTo>
                  <a:pt x="17550" y="13625"/>
                  <a:pt x="17550" y="13620"/>
                  <a:pt x="17550" y="13620"/>
                </a:cubicBezTo>
                <a:close/>
                <a:moveTo>
                  <a:pt x="16451" y="11874"/>
                </a:moveTo>
                <a:cubicBezTo>
                  <a:pt x="16272" y="11981"/>
                  <a:pt x="16175" y="12197"/>
                  <a:pt x="16027" y="12348"/>
                </a:cubicBezTo>
                <a:cubicBezTo>
                  <a:pt x="16034" y="12358"/>
                  <a:pt x="16046" y="12373"/>
                  <a:pt x="16054" y="12383"/>
                </a:cubicBezTo>
                <a:cubicBezTo>
                  <a:pt x="16190" y="12211"/>
                  <a:pt x="16319" y="12045"/>
                  <a:pt x="16451" y="11874"/>
                </a:cubicBezTo>
                <a:close/>
                <a:moveTo>
                  <a:pt x="17370" y="12857"/>
                </a:moveTo>
                <a:cubicBezTo>
                  <a:pt x="17499" y="12931"/>
                  <a:pt x="17635" y="12984"/>
                  <a:pt x="17779" y="13009"/>
                </a:cubicBezTo>
                <a:cubicBezTo>
                  <a:pt x="17635" y="12989"/>
                  <a:pt x="17530" y="12818"/>
                  <a:pt x="17370" y="12857"/>
                </a:cubicBezTo>
                <a:close/>
                <a:moveTo>
                  <a:pt x="17370" y="12857"/>
                </a:moveTo>
                <a:cubicBezTo>
                  <a:pt x="17370" y="12857"/>
                  <a:pt x="17370" y="12857"/>
                  <a:pt x="17370" y="12857"/>
                </a:cubicBezTo>
                <a:lnTo>
                  <a:pt x="17370" y="12857"/>
                </a:lnTo>
                <a:cubicBezTo>
                  <a:pt x="17370" y="12857"/>
                  <a:pt x="17370" y="12857"/>
                  <a:pt x="17370" y="12857"/>
                </a:cubicBezTo>
                <a:close/>
                <a:moveTo>
                  <a:pt x="16685" y="11522"/>
                </a:moveTo>
                <a:cubicBezTo>
                  <a:pt x="16650" y="11571"/>
                  <a:pt x="16615" y="11624"/>
                  <a:pt x="16584" y="11673"/>
                </a:cubicBezTo>
                <a:cubicBezTo>
                  <a:pt x="16650" y="11663"/>
                  <a:pt x="16669" y="11595"/>
                  <a:pt x="16685" y="11522"/>
                </a:cubicBezTo>
                <a:close/>
                <a:moveTo>
                  <a:pt x="16580" y="11678"/>
                </a:moveTo>
                <a:cubicBezTo>
                  <a:pt x="16552" y="11712"/>
                  <a:pt x="16517" y="11732"/>
                  <a:pt x="16502" y="11810"/>
                </a:cubicBezTo>
                <a:cubicBezTo>
                  <a:pt x="16545" y="11756"/>
                  <a:pt x="16588" y="11737"/>
                  <a:pt x="16580" y="11678"/>
                </a:cubicBezTo>
                <a:close/>
                <a:moveTo>
                  <a:pt x="16580" y="11673"/>
                </a:moveTo>
                <a:cubicBezTo>
                  <a:pt x="16580" y="11673"/>
                  <a:pt x="16580" y="11673"/>
                  <a:pt x="16580" y="11673"/>
                </a:cubicBezTo>
                <a:cubicBezTo>
                  <a:pt x="16584" y="11673"/>
                  <a:pt x="16584" y="11673"/>
                  <a:pt x="16580" y="11673"/>
                </a:cubicBezTo>
                <a:cubicBezTo>
                  <a:pt x="16584" y="11673"/>
                  <a:pt x="16580" y="11673"/>
                  <a:pt x="16580" y="11673"/>
                </a:cubicBezTo>
                <a:cubicBezTo>
                  <a:pt x="16580" y="11673"/>
                  <a:pt x="16580" y="11673"/>
                  <a:pt x="16580" y="11673"/>
                </a:cubicBezTo>
                <a:cubicBezTo>
                  <a:pt x="16580" y="11673"/>
                  <a:pt x="16580" y="11673"/>
                  <a:pt x="16580" y="11673"/>
                </a:cubicBezTo>
                <a:cubicBezTo>
                  <a:pt x="16580" y="11673"/>
                  <a:pt x="16580" y="11673"/>
                  <a:pt x="16580" y="11673"/>
                </a:cubicBezTo>
                <a:close/>
                <a:moveTo>
                  <a:pt x="16697" y="11830"/>
                </a:moveTo>
                <a:cubicBezTo>
                  <a:pt x="16716" y="11805"/>
                  <a:pt x="16732" y="11786"/>
                  <a:pt x="16751" y="11761"/>
                </a:cubicBezTo>
                <a:lnTo>
                  <a:pt x="16751" y="11761"/>
                </a:lnTo>
                <a:cubicBezTo>
                  <a:pt x="16782" y="11727"/>
                  <a:pt x="16813" y="11693"/>
                  <a:pt x="16856" y="11644"/>
                </a:cubicBezTo>
                <a:cubicBezTo>
                  <a:pt x="16782" y="11639"/>
                  <a:pt x="16759" y="11693"/>
                  <a:pt x="16732" y="11737"/>
                </a:cubicBezTo>
                <a:cubicBezTo>
                  <a:pt x="16712" y="11756"/>
                  <a:pt x="16697" y="11776"/>
                  <a:pt x="16677" y="11796"/>
                </a:cubicBezTo>
                <a:cubicBezTo>
                  <a:pt x="16685" y="11805"/>
                  <a:pt x="16693" y="11820"/>
                  <a:pt x="16697" y="11830"/>
                </a:cubicBezTo>
                <a:close/>
                <a:moveTo>
                  <a:pt x="16459" y="11864"/>
                </a:moveTo>
                <a:cubicBezTo>
                  <a:pt x="16455" y="11864"/>
                  <a:pt x="16455" y="11869"/>
                  <a:pt x="16459" y="11864"/>
                </a:cubicBezTo>
                <a:cubicBezTo>
                  <a:pt x="16455" y="11869"/>
                  <a:pt x="16455" y="11869"/>
                  <a:pt x="16459" y="11864"/>
                </a:cubicBezTo>
                <a:lnTo>
                  <a:pt x="16459" y="11864"/>
                </a:lnTo>
                <a:cubicBezTo>
                  <a:pt x="16455" y="11869"/>
                  <a:pt x="16455" y="11869"/>
                  <a:pt x="16455" y="11869"/>
                </a:cubicBezTo>
                <a:cubicBezTo>
                  <a:pt x="16455" y="11869"/>
                  <a:pt x="16455" y="11869"/>
                  <a:pt x="16459" y="11864"/>
                </a:cubicBezTo>
                <a:cubicBezTo>
                  <a:pt x="16459" y="11869"/>
                  <a:pt x="16459" y="11864"/>
                  <a:pt x="16459" y="11864"/>
                </a:cubicBezTo>
                <a:close/>
                <a:moveTo>
                  <a:pt x="16455" y="11845"/>
                </a:moveTo>
                <a:cubicBezTo>
                  <a:pt x="16455" y="11849"/>
                  <a:pt x="16459" y="11859"/>
                  <a:pt x="16459" y="11864"/>
                </a:cubicBezTo>
                <a:cubicBezTo>
                  <a:pt x="16463" y="11859"/>
                  <a:pt x="16467" y="11849"/>
                  <a:pt x="16471" y="11845"/>
                </a:cubicBezTo>
                <a:cubicBezTo>
                  <a:pt x="16463" y="11845"/>
                  <a:pt x="16459" y="11845"/>
                  <a:pt x="16455" y="11845"/>
                </a:cubicBezTo>
                <a:close/>
                <a:moveTo>
                  <a:pt x="17370" y="12857"/>
                </a:moveTo>
                <a:cubicBezTo>
                  <a:pt x="17370" y="12852"/>
                  <a:pt x="17366" y="12852"/>
                  <a:pt x="17366" y="12847"/>
                </a:cubicBezTo>
                <a:cubicBezTo>
                  <a:pt x="17366" y="12852"/>
                  <a:pt x="17366" y="12857"/>
                  <a:pt x="17370" y="12857"/>
                </a:cubicBezTo>
                <a:cubicBezTo>
                  <a:pt x="17366" y="12857"/>
                  <a:pt x="17370" y="12857"/>
                  <a:pt x="17370" y="12857"/>
                </a:cubicBezTo>
                <a:close/>
                <a:moveTo>
                  <a:pt x="12876" y="13782"/>
                </a:moveTo>
                <a:cubicBezTo>
                  <a:pt x="13059" y="13801"/>
                  <a:pt x="13203" y="13748"/>
                  <a:pt x="13351" y="13718"/>
                </a:cubicBezTo>
                <a:cubicBezTo>
                  <a:pt x="13865" y="13616"/>
                  <a:pt x="14383" y="13528"/>
                  <a:pt x="14897" y="13400"/>
                </a:cubicBezTo>
                <a:cubicBezTo>
                  <a:pt x="14971" y="13381"/>
                  <a:pt x="14998" y="13342"/>
                  <a:pt x="14991" y="13254"/>
                </a:cubicBezTo>
                <a:cubicBezTo>
                  <a:pt x="14971" y="13028"/>
                  <a:pt x="14936" y="12808"/>
                  <a:pt x="14878" y="12593"/>
                </a:cubicBezTo>
                <a:cubicBezTo>
                  <a:pt x="14843" y="12730"/>
                  <a:pt x="14874" y="12867"/>
                  <a:pt x="14878" y="13004"/>
                </a:cubicBezTo>
                <a:cubicBezTo>
                  <a:pt x="14882" y="13097"/>
                  <a:pt x="14917" y="13214"/>
                  <a:pt x="14886" y="13283"/>
                </a:cubicBezTo>
                <a:cubicBezTo>
                  <a:pt x="14850" y="13356"/>
                  <a:pt x="14745" y="13312"/>
                  <a:pt x="14671" y="13322"/>
                </a:cubicBezTo>
                <a:cubicBezTo>
                  <a:pt x="14149" y="13395"/>
                  <a:pt x="13639" y="13542"/>
                  <a:pt x="13129" y="13679"/>
                </a:cubicBezTo>
                <a:cubicBezTo>
                  <a:pt x="13055" y="13699"/>
                  <a:pt x="12969" y="13699"/>
                  <a:pt x="12876" y="13782"/>
                </a:cubicBezTo>
                <a:close/>
                <a:moveTo>
                  <a:pt x="1807" y="10626"/>
                </a:moveTo>
                <a:cubicBezTo>
                  <a:pt x="1920" y="10548"/>
                  <a:pt x="2773" y="8953"/>
                  <a:pt x="2793" y="8806"/>
                </a:cubicBezTo>
                <a:cubicBezTo>
                  <a:pt x="2551" y="9046"/>
                  <a:pt x="2010" y="10039"/>
                  <a:pt x="1807" y="10626"/>
                </a:cubicBezTo>
                <a:close/>
                <a:moveTo>
                  <a:pt x="2387" y="13718"/>
                </a:moveTo>
                <a:cubicBezTo>
                  <a:pt x="2224" y="13655"/>
                  <a:pt x="2158" y="13483"/>
                  <a:pt x="2111" y="13302"/>
                </a:cubicBezTo>
                <a:cubicBezTo>
                  <a:pt x="2045" y="13048"/>
                  <a:pt x="2060" y="12789"/>
                  <a:pt x="2060" y="12529"/>
                </a:cubicBezTo>
                <a:cubicBezTo>
                  <a:pt x="1885" y="12940"/>
                  <a:pt x="1975" y="13488"/>
                  <a:pt x="2263" y="13762"/>
                </a:cubicBezTo>
                <a:cubicBezTo>
                  <a:pt x="2325" y="13797"/>
                  <a:pt x="2387" y="13831"/>
                  <a:pt x="2461" y="13806"/>
                </a:cubicBezTo>
                <a:cubicBezTo>
                  <a:pt x="2458" y="13743"/>
                  <a:pt x="2395" y="13767"/>
                  <a:pt x="2387" y="13718"/>
                </a:cubicBezTo>
                <a:close/>
                <a:moveTo>
                  <a:pt x="2387" y="13718"/>
                </a:moveTo>
                <a:cubicBezTo>
                  <a:pt x="2387" y="13718"/>
                  <a:pt x="2387" y="13718"/>
                  <a:pt x="2387" y="13718"/>
                </a:cubicBezTo>
                <a:cubicBezTo>
                  <a:pt x="2387" y="13718"/>
                  <a:pt x="2387" y="13718"/>
                  <a:pt x="2387" y="13718"/>
                </a:cubicBezTo>
                <a:cubicBezTo>
                  <a:pt x="2387" y="13718"/>
                  <a:pt x="2387" y="13718"/>
                  <a:pt x="2387" y="13718"/>
                </a:cubicBezTo>
                <a:close/>
                <a:moveTo>
                  <a:pt x="1854" y="9535"/>
                </a:moveTo>
                <a:cubicBezTo>
                  <a:pt x="1912" y="9491"/>
                  <a:pt x="1912" y="9403"/>
                  <a:pt x="1955" y="9349"/>
                </a:cubicBezTo>
                <a:lnTo>
                  <a:pt x="1955" y="9340"/>
                </a:lnTo>
                <a:lnTo>
                  <a:pt x="1959" y="9335"/>
                </a:lnTo>
                <a:cubicBezTo>
                  <a:pt x="1963" y="9315"/>
                  <a:pt x="1971" y="9300"/>
                  <a:pt x="1975" y="9281"/>
                </a:cubicBezTo>
                <a:cubicBezTo>
                  <a:pt x="1982" y="9159"/>
                  <a:pt x="2056" y="9056"/>
                  <a:pt x="2041" y="8919"/>
                </a:cubicBezTo>
                <a:cubicBezTo>
                  <a:pt x="1975" y="9115"/>
                  <a:pt x="1905" y="9305"/>
                  <a:pt x="1838" y="9501"/>
                </a:cubicBezTo>
                <a:cubicBezTo>
                  <a:pt x="1838" y="9511"/>
                  <a:pt x="1838" y="9521"/>
                  <a:pt x="1842" y="9530"/>
                </a:cubicBezTo>
                <a:cubicBezTo>
                  <a:pt x="1842" y="9535"/>
                  <a:pt x="1850" y="9535"/>
                  <a:pt x="1854" y="9535"/>
                </a:cubicBezTo>
                <a:close/>
                <a:moveTo>
                  <a:pt x="4440" y="13117"/>
                </a:moveTo>
                <a:cubicBezTo>
                  <a:pt x="4436" y="13117"/>
                  <a:pt x="4432" y="13121"/>
                  <a:pt x="4428" y="13126"/>
                </a:cubicBezTo>
                <a:cubicBezTo>
                  <a:pt x="4440" y="13131"/>
                  <a:pt x="4456" y="13136"/>
                  <a:pt x="4467" y="13146"/>
                </a:cubicBezTo>
                <a:cubicBezTo>
                  <a:pt x="4471" y="13112"/>
                  <a:pt x="4456" y="13112"/>
                  <a:pt x="4440" y="13117"/>
                </a:cubicBezTo>
                <a:close/>
                <a:moveTo>
                  <a:pt x="4471" y="13141"/>
                </a:moveTo>
                <a:cubicBezTo>
                  <a:pt x="4471" y="13141"/>
                  <a:pt x="4471" y="13141"/>
                  <a:pt x="4471" y="13141"/>
                </a:cubicBezTo>
                <a:lnTo>
                  <a:pt x="4471" y="13141"/>
                </a:lnTo>
                <a:cubicBezTo>
                  <a:pt x="4471" y="13146"/>
                  <a:pt x="4471" y="13146"/>
                  <a:pt x="4471" y="13141"/>
                </a:cubicBezTo>
                <a:cubicBezTo>
                  <a:pt x="4475" y="13146"/>
                  <a:pt x="4471" y="13141"/>
                  <a:pt x="4471" y="13141"/>
                </a:cubicBezTo>
                <a:cubicBezTo>
                  <a:pt x="4471" y="13141"/>
                  <a:pt x="4471" y="13141"/>
                  <a:pt x="4471" y="13141"/>
                </a:cubicBezTo>
                <a:close/>
                <a:moveTo>
                  <a:pt x="1869" y="9726"/>
                </a:moveTo>
                <a:cubicBezTo>
                  <a:pt x="1831" y="9721"/>
                  <a:pt x="1819" y="9741"/>
                  <a:pt x="1827" y="9780"/>
                </a:cubicBezTo>
                <a:cubicBezTo>
                  <a:pt x="1710" y="9736"/>
                  <a:pt x="1749" y="9599"/>
                  <a:pt x="1725" y="9501"/>
                </a:cubicBezTo>
                <a:cubicBezTo>
                  <a:pt x="1683" y="9393"/>
                  <a:pt x="1686" y="9266"/>
                  <a:pt x="1636" y="9159"/>
                </a:cubicBezTo>
                <a:cubicBezTo>
                  <a:pt x="1636" y="9325"/>
                  <a:pt x="1636" y="9491"/>
                  <a:pt x="1636" y="9658"/>
                </a:cubicBezTo>
                <a:cubicBezTo>
                  <a:pt x="1663" y="9711"/>
                  <a:pt x="1683" y="9770"/>
                  <a:pt x="1714" y="9819"/>
                </a:cubicBezTo>
                <a:cubicBezTo>
                  <a:pt x="1768" y="9912"/>
                  <a:pt x="1811" y="9902"/>
                  <a:pt x="1831" y="9790"/>
                </a:cubicBezTo>
                <a:cubicBezTo>
                  <a:pt x="1842" y="9770"/>
                  <a:pt x="1854" y="9751"/>
                  <a:pt x="1869" y="9726"/>
                </a:cubicBezTo>
                <a:close/>
                <a:moveTo>
                  <a:pt x="11119" y="5739"/>
                </a:moveTo>
                <a:cubicBezTo>
                  <a:pt x="11119" y="5739"/>
                  <a:pt x="11127" y="5729"/>
                  <a:pt x="11127" y="5729"/>
                </a:cubicBezTo>
                <a:lnTo>
                  <a:pt x="11119" y="5719"/>
                </a:lnTo>
                <a:cubicBezTo>
                  <a:pt x="11225" y="5714"/>
                  <a:pt x="11326" y="5690"/>
                  <a:pt x="11419" y="5641"/>
                </a:cubicBezTo>
                <a:cubicBezTo>
                  <a:pt x="11447" y="5621"/>
                  <a:pt x="11493" y="5626"/>
                  <a:pt x="11501" y="5558"/>
                </a:cubicBezTo>
                <a:cubicBezTo>
                  <a:pt x="11400" y="5568"/>
                  <a:pt x="11302" y="5538"/>
                  <a:pt x="11205" y="5577"/>
                </a:cubicBezTo>
                <a:cubicBezTo>
                  <a:pt x="11182" y="5577"/>
                  <a:pt x="11162" y="5582"/>
                  <a:pt x="11139" y="5582"/>
                </a:cubicBezTo>
                <a:cubicBezTo>
                  <a:pt x="11006" y="5548"/>
                  <a:pt x="10870" y="5597"/>
                  <a:pt x="10714" y="5543"/>
                </a:cubicBezTo>
                <a:cubicBezTo>
                  <a:pt x="10761" y="5621"/>
                  <a:pt x="10792" y="5680"/>
                  <a:pt x="10823" y="5734"/>
                </a:cubicBezTo>
                <a:cubicBezTo>
                  <a:pt x="10816" y="5734"/>
                  <a:pt x="10804" y="5739"/>
                  <a:pt x="10800" y="5734"/>
                </a:cubicBezTo>
                <a:cubicBezTo>
                  <a:pt x="10586" y="5563"/>
                  <a:pt x="10457" y="5308"/>
                  <a:pt x="10360" y="5015"/>
                </a:cubicBezTo>
                <a:cubicBezTo>
                  <a:pt x="10407" y="5069"/>
                  <a:pt x="10453" y="5098"/>
                  <a:pt x="10520" y="5103"/>
                </a:cubicBezTo>
                <a:cubicBezTo>
                  <a:pt x="10925" y="5127"/>
                  <a:pt x="11330" y="5132"/>
                  <a:pt x="11735" y="5127"/>
                </a:cubicBezTo>
                <a:cubicBezTo>
                  <a:pt x="11785" y="5127"/>
                  <a:pt x="11836" y="5127"/>
                  <a:pt x="11883" y="5103"/>
                </a:cubicBezTo>
                <a:cubicBezTo>
                  <a:pt x="11914" y="5083"/>
                  <a:pt x="11957" y="5069"/>
                  <a:pt x="11976" y="5103"/>
                </a:cubicBezTo>
                <a:cubicBezTo>
                  <a:pt x="12003" y="5147"/>
                  <a:pt x="11968" y="5196"/>
                  <a:pt x="11945" y="5225"/>
                </a:cubicBezTo>
                <a:cubicBezTo>
                  <a:pt x="11723" y="5543"/>
                  <a:pt x="11478" y="5793"/>
                  <a:pt x="11119" y="5739"/>
                </a:cubicBezTo>
                <a:close/>
                <a:moveTo>
                  <a:pt x="11778" y="5294"/>
                </a:moveTo>
                <a:cubicBezTo>
                  <a:pt x="11766" y="5245"/>
                  <a:pt x="11711" y="5235"/>
                  <a:pt x="11669" y="5235"/>
                </a:cubicBezTo>
                <a:cubicBezTo>
                  <a:pt x="11501" y="5235"/>
                  <a:pt x="11330" y="5235"/>
                  <a:pt x="11162" y="5235"/>
                </a:cubicBezTo>
                <a:cubicBezTo>
                  <a:pt x="11162" y="5225"/>
                  <a:pt x="11162" y="5215"/>
                  <a:pt x="11162" y="5205"/>
                </a:cubicBezTo>
                <a:cubicBezTo>
                  <a:pt x="10995" y="5205"/>
                  <a:pt x="10823" y="5205"/>
                  <a:pt x="10656" y="5205"/>
                </a:cubicBezTo>
                <a:cubicBezTo>
                  <a:pt x="10625" y="5205"/>
                  <a:pt x="10566" y="5201"/>
                  <a:pt x="10590" y="5259"/>
                </a:cubicBezTo>
                <a:cubicBezTo>
                  <a:pt x="10629" y="5357"/>
                  <a:pt x="10660" y="5479"/>
                  <a:pt x="10773" y="5489"/>
                </a:cubicBezTo>
                <a:cubicBezTo>
                  <a:pt x="10999" y="5509"/>
                  <a:pt x="11228" y="5519"/>
                  <a:pt x="11454" y="5514"/>
                </a:cubicBezTo>
                <a:cubicBezTo>
                  <a:pt x="11544" y="5514"/>
                  <a:pt x="11630" y="5479"/>
                  <a:pt x="11704" y="5411"/>
                </a:cubicBezTo>
                <a:cubicBezTo>
                  <a:pt x="11743" y="5382"/>
                  <a:pt x="11789" y="5347"/>
                  <a:pt x="11778" y="5294"/>
                </a:cubicBezTo>
                <a:close/>
                <a:moveTo>
                  <a:pt x="12405" y="3493"/>
                </a:moveTo>
                <a:cubicBezTo>
                  <a:pt x="12210" y="3253"/>
                  <a:pt x="11957" y="3234"/>
                  <a:pt x="11707" y="3185"/>
                </a:cubicBezTo>
                <a:cubicBezTo>
                  <a:pt x="11579" y="3160"/>
                  <a:pt x="11493" y="3195"/>
                  <a:pt x="11415" y="3312"/>
                </a:cubicBezTo>
                <a:cubicBezTo>
                  <a:pt x="11392" y="3346"/>
                  <a:pt x="11369" y="3386"/>
                  <a:pt x="11388" y="3425"/>
                </a:cubicBezTo>
                <a:cubicBezTo>
                  <a:pt x="11404" y="3459"/>
                  <a:pt x="11443" y="3434"/>
                  <a:pt x="11470" y="3444"/>
                </a:cubicBezTo>
                <a:cubicBezTo>
                  <a:pt x="11602" y="3381"/>
                  <a:pt x="11739" y="3444"/>
                  <a:pt x="11871" y="3425"/>
                </a:cubicBezTo>
                <a:cubicBezTo>
                  <a:pt x="12077" y="3474"/>
                  <a:pt x="12268" y="3591"/>
                  <a:pt x="12486" y="3635"/>
                </a:cubicBezTo>
                <a:cubicBezTo>
                  <a:pt x="12471" y="3557"/>
                  <a:pt x="12432" y="3532"/>
                  <a:pt x="12405" y="3493"/>
                </a:cubicBezTo>
                <a:close/>
                <a:moveTo>
                  <a:pt x="10683" y="3929"/>
                </a:moveTo>
                <a:cubicBezTo>
                  <a:pt x="10683" y="3929"/>
                  <a:pt x="10683" y="3929"/>
                  <a:pt x="10683" y="3929"/>
                </a:cubicBezTo>
                <a:cubicBezTo>
                  <a:pt x="10710" y="4002"/>
                  <a:pt x="10765" y="4026"/>
                  <a:pt x="10819" y="4041"/>
                </a:cubicBezTo>
                <a:cubicBezTo>
                  <a:pt x="10773" y="4129"/>
                  <a:pt x="10800" y="4237"/>
                  <a:pt x="10777" y="4330"/>
                </a:cubicBezTo>
                <a:cubicBezTo>
                  <a:pt x="10769" y="4369"/>
                  <a:pt x="10781" y="4413"/>
                  <a:pt x="10734" y="4418"/>
                </a:cubicBezTo>
                <a:cubicBezTo>
                  <a:pt x="10664" y="4428"/>
                  <a:pt x="10633" y="4467"/>
                  <a:pt x="10636" y="4565"/>
                </a:cubicBezTo>
                <a:cubicBezTo>
                  <a:pt x="10644" y="4667"/>
                  <a:pt x="10656" y="4760"/>
                  <a:pt x="10753" y="4790"/>
                </a:cubicBezTo>
                <a:cubicBezTo>
                  <a:pt x="10819" y="4770"/>
                  <a:pt x="10858" y="4887"/>
                  <a:pt x="10940" y="4839"/>
                </a:cubicBezTo>
                <a:cubicBezTo>
                  <a:pt x="10874" y="4770"/>
                  <a:pt x="10812" y="4711"/>
                  <a:pt x="10753" y="4643"/>
                </a:cubicBezTo>
                <a:cubicBezTo>
                  <a:pt x="10718" y="4604"/>
                  <a:pt x="10664" y="4555"/>
                  <a:pt x="10749" y="4501"/>
                </a:cubicBezTo>
                <a:cubicBezTo>
                  <a:pt x="10784" y="4481"/>
                  <a:pt x="10843" y="4462"/>
                  <a:pt x="10823" y="4403"/>
                </a:cubicBezTo>
                <a:cubicBezTo>
                  <a:pt x="10796" y="4325"/>
                  <a:pt x="10827" y="4276"/>
                  <a:pt x="10843" y="4212"/>
                </a:cubicBezTo>
                <a:cubicBezTo>
                  <a:pt x="10890" y="4026"/>
                  <a:pt x="10940" y="3841"/>
                  <a:pt x="10987" y="3659"/>
                </a:cubicBezTo>
                <a:cubicBezTo>
                  <a:pt x="10995" y="3630"/>
                  <a:pt x="10995" y="3630"/>
                  <a:pt x="10967" y="3586"/>
                </a:cubicBezTo>
                <a:cubicBezTo>
                  <a:pt x="10932" y="3542"/>
                  <a:pt x="10897" y="3513"/>
                  <a:pt x="10851" y="3567"/>
                </a:cubicBezTo>
                <a:cubicBezTo>
                  <a:pt x="10703" y="3606"/>
                  <a:pt x="10555" y="3640"/>
                  <a:pt x="10407" y="3684"/>
                </a:cubicBezTo>
                <a:cubicBezTo>
                  <a:pt x="10375" y="3694"/>
                  <a:pt x="10329" y="3694"/>
                  <a:pt x="10321" y="3767"/>
                </a:cubicBezTo>
                <a:cubicBezTo>
                  <a:pt x="10383" y="3767"/>
                  <a:pt x="10442" y="3767"/>
                  <a:pt x="10520" y="3767"/>
                </a:cubicBezTo>
                <a:cubicBezTo>
                  <a:pt x="10446" y="3816"/>
                  <a:pt x="10379" y="3787"/>
                  <a:pt x="10317" y="3850"/>
                </a:cubicBezTo>
                <a:cubicBezTo>
                  <a:pt x="10449" y="3870"/>
                  <a:pt x="10574" y="3850"/>
                  <a:pt x="10683" y="3929"/>
                </a:cubicBezTo>
                <a:close/>
                <a:moveTo>
                  <a:pt x="11844" y="3655"/>
                </a:moveTo>
                <a:cubicBezTo>
                  <a:pt x="11770" y="3659"/>
                  <a:pt x="11696" y="3664"/>
                  <a:pt x="11595" y="3669"/>
                </a:cubicBezTo>
                <a:cubicBezTo>
                  <a:pt x="11684" y="3713"/>
                  <a:pt x="11770" y="3704"/>
                  <a:pt x="11824" y="3792"/>
                </a:cubicBezTo>
                <a:cubicBezTo>
                  <a:pt x="11793" y="3860"/>
                  <a:pt x="11711" y="3841"/>
                  <a:pt x="11676" y="3909"/>
                </a:cubicBezTo>
                <a:cubicBezTo>
                  <a:pt x="11848" y="3899"/>
                  <a:pt x="12019" y="3894"/>
                  <a:pt x="12190" y="3885"/>
                </a:cubicBezTo>
                <a:cubicBezTo>
                  <a:pt x="12081" y="3772"/>
                  <a:pt x="11976" y="3684"/>
                  <a:pt x="11844" y="3655"/>
                </a:cubicBezTo>
                <a:close/>
                <a:moveTo>
                  <a:pt x="12105" y="5034"/>
                </a:moveTo>
                <a:cubicBezTo>
                  <a:pt x="12019" y="4858"/>
                  <a:pt x="11871" y="4814"/>
                  <a:pt x="11715" y="4795"/>
                </a:cubicBezTo>
                <a:cubicBezTo>
                  <a:pt x="11817" y="4878"/>
                  <a:pt x="11933" y="4932"/>
                  <a:pt x="12019" y="5044"/>
                </a:cubicBezTo>
                <a:cubicBezTo>
                  <a:pt x="12124" y="5186"/>
                  <a:pt x="12011" y="5333"/>
                  <a:pt x="12015" y="5528"/>
                </a:cubicBezTo>
                <a:cubicBezTo>
                  <a:pt x="12085" y="5338"/>
                  <a:pt x="12194" y="5210"/>
                  <a:pt x="12105" y="5034"/>
                </a:cubicBezTo>
                <a:close/>
                <a:moveTo>
                  <a:pt x="10707" y="6106"/>
                </a:moveTo>
                <a:cubicBezTo>
                  <a:pt x="10890" y="6169"/>
                  <a:pt x="11077" y="6218"/>
                  <a:pt x="11291" y="6135"/>
                </a:cubicBezTo>
                <a:cubicBezTo>
                  <a:pt x="11080" y="6106"/>
                  <a:pt x="10893" y="6086"/>
                  <a:pt x="10707" y="6106"/>
                </a:cubicBezTo>
                <a:close/>
                <a:moveTo>
                  <a:pt x="12736" y="4340"/>
                </a:moveTo>
                <a:cubicBezTo>
                  <a:pt x="12693" y="4569"/>
                  <a:pt x="12646" y="4775"/>
                  <a:pt x="12537" y="4985"/>
                </a:cubicBezTo>
                <a:cubicBezTo>
                  <a:pt x="12693" y="4868"/>
                  <a:pt x="12775" y="4589"/>
                  <a:pt x="12736" y="4340"/>
                </a:cubicBezTo>
                <a:close/>
                <a:moveTo>
                  <a:pt x="13067" y="4941"/>
                </a:moveTo>
                <a:cubicBezTo>
                  <a:pt x="13032" y="5005"/>
                  <a:pt x="12973" y="5044"/>
                  <a:pt x="12950" y="5132"/>
                </a:cubicBezTo>
                <a:cubicBezTo>
                  <a:pt x="13020" y="5127"/>
                  <a:pt x="13071" y="5059"/>
                  <a:pt x="13137" y="5069"/>
                </a:cubicBezTo>
                <a:cubicBezTo>
                  <a:pt x="13164" y="5073"/>
                  <a:pt x="13172" y="5024"/>
                  <a:pt x="13172" y="4995"/>
                </a:cubicBezTo>
                <a:cubicBezTo>
                  <a:pt x="13172" y="4956"/>
                  <a:pt x="13156" y="4927"/>
                  <a:pt x="13129" y="4907"/>
                </a:cubicBezTo>
                <a:cubicBezTo>
                  <a:pt x="13090" y="4883"/>
                  <a:pt x="13078" y="4917"/>
                  <a:pt x="13067" y="4941"/>
                </a:cubicBezTo>
                <a:close/>
                <a:moveTo>
                  <a:pt x="11789" y="3474"/>
                </a:moveTo>
                <a:cubicBezTo>
                  <a:pt x="11700" y="3493"/>
                  <a:pt x="11610" y="3483"/>
                  <a:pt x="11524" y="3474"/>
                </a:cubicBezTo>
                <a:cubicBezTo>
                  <a:pt x="11501" y="3498"/>
                  <a:pt x="11493" y="3527"/>
                  <a:pt x="11528" y="3542"/>
                </a:cubicBezTo>
                <a:cubicBezTo>
                  <a:pt x="11626" y="3576"/>
                  <a:pt x="11719" y="3601"/>
                  <a:pt x="11789" y="3474"/>
                </a:cubicBezTo>
                <a:close/>
                <a:moveTo>
                  <a:pt x="11365" y="4746"/>
                </a:moveTo>
                <a:cubicBezTo>
                  <a:pt x="11271" y="4809"/>
                  <a:pt x="11182" y="4584"/>
                  <a:pt x="11061" y="4755"/>
                </a:cubicBezTo>
                <a:cubicBezTo>
                  <a:pt x="11178" y="4736"/>
                  <a:pt x="11271" y="4804"/>
                  <a:pt x="11365" y="4746"/>
                </a:cubicBezTo>
                <a:close/>
                <a:moveTo>
                  <a:pt x="13390" y="4795"/>
                </a:moveTo>
                <a:cubicBezTo>
                  <a:pt x="13456" y="4697"/>
                  <a:pt x="13503" y="4589"/>
                  <a:pt x="13538" y="4472"/>
                </a:cubicBezTo>
                <a:cubicBezTo>
                  <a:pt x="13569" y="4374"/>
                  <a:pt x="13585" y="4271"/>
                  <a:pt x="13507" y="4198"/>
                </a:cubicBezTo>
                <a:cubicBezTo>
                  <a:pt x="13425" y="4119"/>
                  <a:pt x="13343" y="4134"/>
                  <a:pt x="13265" y="4217"/>
                </a:cubicBezTo>
                <a:cubicBezTo>
                  <a:pt x="13187" y="4295"/>
                  <a:pt x="13086" y="4388"/>
                  <a:pt x="13125" y="4521"/>
                </a:cubicBezTo>
                <a:cubicBezTo>
                  <a:pt x="13149" y="4604"/>
                  <a:pt x="13156" y="4658"/>
                  <a:pt x="13137" y="4736"/>
                </a:cubicBezTo>
                <a:cubicBezTo>
                  <a:pt x="13129" y="4765"/>
                  <a:pt x="13113" y="4824"/>
                  <a:pt x="13156" y="4824"/>
                </a:cubicBezTo>
                <a:cubicBezTo>
                  <a:pt x="13207" y="4824"/>
                  <a:pt x="13223" y="4750"/>
                  <a:pt x="13258" y="4716"/>
                </a:cubicBezTo>
                <a:cubicBezTo>
                  <a:pt x="13285" y="4692"/>
                  <a:pt x="13293" y="4658"/>
                  <a:pt x="13277" y="4618"/>
                </a:cubicBezTo>
                <a:cubicBezTo>
                  <a:pt x="13203" y="4442"/>
                  <a:pt x="13215" y="4379"/>
                  <a:pt x="13328" y="4276"/>
                </a:cubicBezTo>
                <a:cubicBezTo>
                  <a:pt x="13363" y="4242"/>
                  <a:pt x="13402" y="4217"/>
                  <a:pt x="13445" y="4242"/>
                </a:cubicBezTo>
                <a:cubicBezTo>
                  <a:pt x="13491" y="4271"/>
                  <a:pt x="13487" y="4330"/>
                  <a:pt x="13483" y="4379"/>
                </a:cubicBezTo>
                <a:cubicBezTo>
                  <a:pt x="13476" y="4525"/>
                  <a:pt x="13413" y="4648"/>
                  <a:pt x="13363" y="4770"/>
                </a:cubicBezTo>
                <a:lnTo>
                  <a:pt x="13363" y="4770"/>
                </a:lnTo>
                <a:cubicBezTo>
                  <a:pt x="13320" y="4868"/>
                  <a:pt x="13273" y="4961"/>
                  <a:pt x="13230" y="5059"/>
                </a:cubicBezTo>
                <a:cubicBezTo>
                  <a:pt x="13300" y="4980"/>
                  <a:pt x="13363" y="4902"/>
                  <a:pt x="13390" y="4795"/>
                </a:cubicBezTo>
                <a:close/>
                <a:moveTo>
                  <a:pt x="13698" y="10626"/>
                </a:moveTo>
                <a:cubicBezTo>
                  <a:pt x="13608" y="10504"/>
                  <a:pt x="13519" y="10377"/>
                  <a:pt x="13406" y="10225"/>
                </a:cubicBezTo>
                <a:cubicBezTo>
                  <a:pt x="13448" y="10484"/>
                  <a:pt x="13573" y="10631"/>
                  <a:pt x="13698" y="10626"/>
                </a:cubicBezTo>
                <a:close/>
                <a:moveTo>
                  <a:pt x="18383" y="5900"/>
                </a:moveTo>
                <a:cubicBezTo>
                  <a:pt x="18391" y="5900"/>
                  <a:pt x="18395" y="5900"/>
                  <a:pt x="18402" y="5895"/>
                </a:cubicBezTo>
                <a:cubicBezTo>
                  <a:pt x="18399" y="5881"/>
                  <a:pt x="18395" y="5871"/>
                  <a:pt x="18391" y="5856"/>
                </a:cubicBezTo>
                <a:cubicBezTo>
                  <a:pt x="18375" y="5871"/>
                  <a:pt x="18371" y="5881"/>
                  <a:pt x="18383" y="5900"/>
                </a:cubicBezTo>
                <a:close/>
                <a:moveTo>
                  <a:pt x="10566" y="7730"/>
                </a:moveTo>
                <a:cubicBezTo>
                  <a:pt x="10601" y="7789"/>
                  <a:pt x="10613" y="7867"/>
                  <a:pt x="10668" y="7911"/>
                </a:cubicBezTo>
                <a:cubicBezTo>
                  <a:pt x="10668" y="7921"/>
                  <a:pt x="10668" y="7931"/>
                  <a:pt x="10671" y="7940"/>
                </a:cubicBezTo>
                <a:cubicBezTo>
                  <a:pt x="10691" y="7926"/>
                  <a:pt x="10687" y="7916"/>
                  <a:pt x="10668" y="7911"/>
                </a:cubicBezTo>
                <a:cubicBezTo>
                  <a:pt x="10644" y="7769"/>
                  <a:pt x="10582" y="7647"/>
                  <a:pt x="10527" y="7520"/>
                </a:cubicBezTo>
                <a:cubicBezTo>
                  <a:pt x="10523" y="7598"/>
                  <a:pt x="10586" y="7652"/>
                  <a:pt x="10566" y="7730"/>
                </a:cubicBezTo>
                <a:close/>
                <a:moveTo>
                  <a:pt x="13129" y="1634"/>
                </a:moveTo>
                <a:cubicBezTo>
                  <a:pt x="13250" y="1742"/>
                  <a:pt x="13351" y="1840"/>
                  <a:pt x="13445" y="1952"/>
                </a:cubicBezTo>
                <a:cubicBezTo>
                  <a:pt x="13371" y="1810"/>
                  <a:pt x="13316" y="1644"/>
                  <a:pt x="13129" y="1634"/>
                </a:cubicBezTo>
                <a:close/>
                <a:moveTo>
                  <a:pt x="13082" y="2485"/>
                </a:moveTo>
                <a:cubicBezTo>
                  <a:pt x="13075" y="2505"/>
                  <a:pt x="13102" y="2539"/>
                  <a:pt x="13145" y="2559"/>
                </a:cubicBezTo>
                <a:cubicBezTo>
                  <a:pt x="13137" y="2524"/>
                  <a:pt x="13137" y="2510"/>
                  <a:pt x="13129" y="2500"/>
                </a:cubicBezTo>
                <a:cubicBezTo>
                  <a:pt x="13113" y="2490"/>
                  <a:pt x="13106" y="2436"/>
                  <a:pt x="13082" y="248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139;p9">
            <a:extLst>
              <a:ext uri="{FF2B5EF4-FFF2-40B4-BE49-F238E27FC236}">
                <a16:creationId xmlns:a16="http://schemas.microsoft.com/office/drawing/2014/main" id="{A7B06F08-B9BD-9E35-CEA8-1CEFDAEFD50C}"/>
              </a:ext>
            </a:extLst>
          </p:cNvPr>
          <p:cNvSpPr/>
          <p:nvPr/>
        </p:nvSpPr>
        <p:spPr>
          <a:xfrm>
            <a:off x="5640604" y="-16975118"/>
            <a:ext cx="6066741" cy="4901512"/>
          </a:xfrm>
          <a:custGeom>
            <a:avLst/>
            <a:gdLst/>
            <a:ahLst/>
            <a:cxnLst/>
            <a:rect l="l" t="t" r="r" b="b"/>
            <a:pathLst>
              <a:path w="21588" h="21577" extrusionOk="0">
                <a:moveTo>
                  <a:pt x="10901" y="303"/>
                </a:moveTo>
                <a:cubicBezTo>
                  <a:pt x="10897" y="303"/>
                  <a:pt x="10897" y="303"/>
                  <a:pt x="10901" y="303"/>
                </a:cubicBezTo>
                <a:cubicBezTo>
                  <a:pt x="10897" y="303"/>
                  <a:pt x="10897" y="303"/>
                  <a:pt x="10901" y="303"/>
                </a:cubicBezTo>
                <a:cubicBezTo>
                  <a:pt x="10897" y="303"/>
                  <a:pt x="10901" y="303"/>
                  <a:pt x="10901" y="303"/>
                </a:cubicBezTo>
                <a:close/>
                <a:moveTo>
                  <a:pt x="10658" y="900"/>
                </a:moveTo>
                <a:cubicBezTo>
                  <a:pt x="10555" y="732"/>
                  <a:pt x="10506" y="528"/>
                  <a:pt x="10501" y="314"/>
                </a:cubicBezTo>
                <a:cubicBezTo>
                  <a:pt x="10526" y="232"/>
                  <a:pt x="10572" y="217"/>
                  <a:pt x="10638" y="237"/>
                </a:cubicBezTo>
                <a:cubicBezTo>
                  <a:pt x="10720" y="263"/>
                  <a:pt x="10807" y="283"/>
                  <a:pt x="10893" y="303"/>
                </a:cubicBezTo>
                <a:cubicBezTo>
                  <a:pt x="10918" y="344"/>
                  <a:pt x="10955" y="324"/>
                  <a:pt x="10984" y="329"/>
                </a:cubicBezTo>
                <a:cubicBezTo>
                  <a:pt x="11182" y="339"/>
                  <a:pt x="11371" y="467"/>
                  <a:pt x="11611" y="395"/>
                </a:cubicBezTo>
                <a:cubicBezTo>
                  <a:pt x="11441" y="293"/>
                  <a:pt x="11285" y="283"/>
                  <a:pt x="11136" y="247"/>
                </a:cubicBezTo>
                <a:cubicBezTo>
                  <a:pt x="11021" y="217"/>
                  <a:pt x="10901" y="201"/>
                  <a:pt x="10798" y="110"/>
                </a:cubicBezTo>
                <a:cubicBezTo>
                  <a:pt x="10922" y="130"/>
                  <a:pt x="11042" y="156"/>
                  <a:pt x="11165" y="166"/>
                </a:cubicBezTo>
                <a:cubicBezTo>
                  <a:pt x="11272" y="176"/>
                  <a:pt x="11376" y="140"/>
                  <a:pt x="11462" y="54"/>
                </a:cubicBezTo>
                <a:cubicBezTo>
                  <a:pt x="11586" y="252"/>
                  <a:pt x="11771" y="161"/>
                  <a:pt x="11928" y="207"/>
                </a:cubicBezTo>
                <a:cubicBezTo>
                  <a:pt x="12085" y="247"/>
                  <a:pt x="12245" y="247"/>
                  <a:pt x="12398" y="303"/>
                </a:cubicBezTo>
                <a:cubicBezTo>
                  <a:pt x="12522" y="349"/>
                  <a:pt x="12637" y="380"/>
                  <a:pt x="12691" y="553"/>
                </a:cubicBezTo>
                <a:cubicBezTo>
                  <a:pt x="12761" y="788"/>
                  <a:pt x="12843" y="1017"/>
                  <a:pt x="12765" y="1272"/>
                </a:cubicBezTo>
                <a:cubicBezTo>
                  <a:pt x="12736" y="1364"/>
                  <a:pt x="12699" y="1451"/>
                  <a:pt x="12666" y="1543"/>
                </a:cubicBezTo>
                <a:cubicBezTo>
                  <a:pt x="12629" y="1548"/>
                  <a:pt x="12588" y="1563"/>
                  <a:pt x="12563" y="1512"/>
                </a:cubicBezTo>
                <a:cubicBezTo>
                  <a:pt x="12695" y="1201"/>
                  <a:pt x="12600" y="849"/>
                  <a:pt x="12274" y="666"/>
                </a:cubicBezTo>
                <a:cubicBezTo>
                  <a:pt x="12225" y="609"/>
                  <a:pt x="12171" y="584"/>
                  <a:pt x="12105" y="579"/>
                </a:cubicBezTo>
                <a:cubicBezTo>
                  <a:pt x="12147" y="635"/>
                  <a:pt x="12200" y="666"/>
                  <a:pt x="12258" y="686"/>
                </a:cubicBezTo>
                <a:cubicBezTo>
                  <a:pt x="12373" y="839"/>
                  <a:pt x="12497" y="987"/>
                  <a:pt x="12394" y="1227"/>
                </a:cubicBezTo>
                <a:cubicBezTo>
                  <a:pt x="12361" y="1012"/>
                  <a:pt x="12278" y="844"/>
                  <a:pt x="12130" y="727"/>
                </a:cubicBezTo>
                <a:cubicBezTo>
                  <a:pt x="11986" y="615"/>
                  <a:pt x="11837" y="538"/>
                  <a:pt x="11664" y="553"/>
                </a:cubicBezTo>
                <a:cubicBezTo>
                  <a:pt x="11606" y="558"/>
                  <a:pt x="11557" y="533"/>
                  <a:pt x="11512" y="513"/>
                </a:cubicBezTo>
                <a:cubicBezTo>
                  <a:pt x="11392" y="467"/>
                  <a:pt x="11326" y="594"/>
                  <a:pt x="11223" y="604"/>
                </a:cubicBezTo>
                <a:cubicBezTo>
                  <a:pt x="11050" y="625"/>
                  <a:pt x="10897" y="594"/>
                  <a:pt x="10749" y="477"/>
                </a:cubicBezTo>
                <a:cubicBezTo>
                  <a:pt x="10823" y="819"/>
                  <a:pt x="11231" y="1074"/>
                  <a:pt x="11586" y="992"/>
                </a:cubicBezTo>
                <a:cubicBezTo>
                  <a:pt x="11512" y="915"/>
                  <a:pt x="11421" y="905"/>
                  <a:pt x="11338" y="870"/>
                </a:cubicBezTo>
                <a:cubicBezTo>
                  <a:pt x="11260" y="834"/>
                  <a:pt x="11178" y="803"/>
                  <a:pt x="11099" y="768"/>
                </a:cubicBezTo>
                <a:cubicBezTo>
                  <a:pt x="11112" y="711"/>
                  <a:pt x="11145" y="717"/>
                  <a:pt x="11165" y="711"/>
                </a:cubicBezTo>
                <a:cubicBezTo>
                  <a:pt x="11359" y="696"/>
                  <a:pt x="11549" y="722"/>
                  <a:pt x="11742" y="747"/>
                </a:cubicBezTo>
                <a:cubicBezTo>
                  <a:pt x="11825" y="757"/>
                  <a:pt x="11907" y="803"/>
                  <a:pt x="11969" y="875"/>
                </a:cubicBezTo>
                <a:cubicBezTo>
                  <a:pt x="12002" y="910"/>
                  <a:pt x="12068" y="946"/>
                  <a:pt x="12019" y="1017"/>
                </a:cubicBezTo>
                <a:cubicBezTo>
                  <a:pt x="11982" y="1068"/>
                  <a:pt x="11944" y="1150"/>
                  <a:pt x="11866" y="1099"/>
                </a:cubicBezTo>
                <a:cubicBezTo>
                  <a:pt x="11837" y="1079"/>
                  <a:pt x="11817" y="1063"/>
                  <a:pt x="11784" y="1089"/>
                </a:cubicBezTo>
                <a:cubicBezTo>
                  <a:pt x="11615" y="1211"/>
                  <a:pt x="11425" y="1252"/>
                  <a:pt x="11235" y="1273"/>
                </a:cubicBezTo>
                <a:cubicBezTo>
                  <a:pt x="10976" y="1313"/>
                  <a:pt x="10802" y="1130"/>
                  <a:pt x="10658" y="900"/>
                </a:cubicBezTo>
                <a:close/>
                <a:moveTo>
                  <a:pt x="12027" y="538"/>
                </a:moveTo>
                <a:cubicBezTo>
                  <a:pt x="12043" y="579"/>
                  <a:pt x="12076" y="579"/>
                  <a:pt x="12105" y="569"/>
                </a:cubicBezTo>
                <a:cubicBezTo>
                  <a:pt x="12089" y="528"/>
                  <a:pt x="12056" y="538"/>
                  <a:pt x="12027" y="538"/>
                </a:cubicBezTo>
                <a:close/>
                <a:moveTo>
                  <a:pt x="11953" y="538"/>
                </a:moveTo>
                <a:cubicBezTo>
                  <a:pt x="11986" y="538"/>
                  <a:pt x="12002" y="538"/>
                  <a:pt x="12023" y="538"/>
                </a:cubicBezTo>
                <a:cubicBezTo>
                  <a:pt x="12006" y="507"/>
                  <a:pt x="11990" y="497"/>
                  <a:pt x="11953" y="538"/>
                </a:cubicBezTo>
                <a:close/>
                <a:moveTo>
                  <a:pt x="343" y="15543"/>
                </a:moveTo>
                <a:cubicBezTo>
                  <a:pt x="396" y="15620"/>
                  <a:pt x="458" y="15620"/>
                  <a:pt x="520" y="15620"/>
                </a:cubicBezTo>
                <a:cubicBezTo>
                  <a:pt x="858" y="15599"/>
                  <a:pt x="1200" y="15584"/>
                  <a:pt x="1538" y="15548"/>
                </a:cubicBezTo>
                <a:cubicBezTo>
                  <a:pt x="2284" y="15477"/>
                  <a:pt x="3027" y="15385"/>
                  <a:pt x="3765" y="15263"/>
                </a:cubicBezTo>
                <a:cubicBezTo>
                  <a:pt x="4066" y="15212"/>
                  <a:pt x="4367" y="15176"/>
                  <a:pt x="4659" y="15054"/>
                </a:cubicBezTo>
                <a:cubicBezTo>
                  <a:pt x="4651" y="15008"/>
                  <a:pt x="4647" y="14962"/>
                  <a:pt x="4614" y="14926"/>
                </a:cubicBezTo>
                <a:cubicBezTo>
                  <a:pt x="3183" y="15069"/>
                  <a:pt x="1761" y="15263"/>
                  <a:pt x="343" y="15543"/>
                </a:cubicBezTo>
                <a:close/>
                <a:moveTo>
                  <a:pt x="4523" y="16446"/>
                </a:moveTo>
                <a:cubicBezTo>
                  <a:pt x="3035" y="16512"/>
                  <a:pt x="1584" y="16650"/>
                  <a:pt x="132" y="16864"/>
                </a:cubicBezTo>
                <a:cubicBezTo>
                  <a:pt x="182" y="16951"/>
                  <a:pt x="244" y="16931"/>
                  <a:pt x="297" y="16931"/>
                </a:cubicBezTo>
                <a:cubicBezTo>
                  <a:pt x="697" y="16931"/>
                  <a:pt x="1093" y="16920"/>
                  <a:pt x="1493" y="16900"/>
                </a:cubicBezTo>
                <a:cubicBezTo>
                  <a:pt x="2433" y="16854"/>
                  <a:pt x="3365" y="16747"/>
                  <a:pt x="4296" y="16589"/>
                </a:cubicBezTo>
                <a:cubicBezTo>
                  <a:pt x="4367" y="16574"/>
                  <a:pt x="4453" y="16584"/>
                  <a:pt x="4523" y="16446"/>
                </a:cubicBezTo>
                <a:close/>
                <a:moveTo>
                  <a:pt x="2441" y="17415"/>
                </a:moveTo>
                <a:cubicBezTo>
                  <a:pt x="3410" y="17471"/>
                  <a:pt x="4379" y="17420"/>
                  <a:pt x="5344" y="17318"/>
                </a:cubicBezTo>
                <a:cubicBezTo>
                  <a:pt x="5327" y="17242"/>
                  <a:pt x="5315" y="17170"/>
                  <a:pt x="5278" y="17104"/>
                </a:cubicBezTo>
                <a:cubicBezTo>
                  <a:pt x="4329" y="17180"/>
                  <a:pt x="3381" y="17221"/>
                  <a:pt x="2441" y="17415"/>
                </a:cubicBezTo>
                <a:close/>
                <a:moveTo>
                  <a:pt x="12159" y="115"/>
                </a:moveTo>
                <a:cubicBezTo>
                  <a:pt x="12398" y="150"/>
                  <a:pt x="12617" y="252"/>
                  <a:pt x="12827" y="421"/>
                </a:cubicBezTo>
                <a:cubicBezTo>
                  <a:pt x="12794" y="426"/>
                  <a:pt x="12773" y="431"/>
                  <a:pt x="12753" y="431"/>
                </a:cubicBezTo>
                <a:lnTo>
                  <a:pt x="12753" y="431"/>
                </a:lnTo>
                <a:cubicBezTo>
                  <a:pt x="12757" y="507"/>
                  <a:pt x="12814" y="548"/>
                  <a:pt x="12843" y="609"/>
                </a:cubicBezTo>
                <a:cubicBezTo>
                  <a:pt x="12963" y="839"/>
                  <a:pt x="13062" y="1074"/>
                  <a:pt x="13008" y="1369"/>
                </a:cubicBezTo>
                <a:cubicBezTo>
                  <a:pt x="13128" y="1237"/>
                  <a:pt x="13115" y="1063"/>
                  <a:pt x="13136" y="890"/>
                </a:cubicBezTo>
                <a:cubicBezTo>
                  <a:pt x="13218" y="1023"/>
                  <a:pt x="13202" y="1160"/>
                  <a:pt x="13194" y="1303"/>
                </a:cubicBezTo>
                <a:cubicBezTo>
                  <a:pt x="13412" y="1191"/>
                  <a:pt x="13458" y="1104"/>
                  <a:pt x="13363" y="864"/>
                </a:cubicBezTo>
                <a:cubicBezTo>
                  <a:pt x="13264" y="620"/>
                  <a:pt x="13161" y="370"/>
                  <a:pt x="12938" y="247"/>
                </a:cubicBezTo>
                <a:cubicBezTo>
                  <a:pt x="12889" y="222"/>
                  <a:pt x="12852" y="166"/>
                  <a:pt x="12806" y="120"/>
                </a:cubicBezTo>
                <a:cubicBezTo>
                  <a:pt x="12781" y="135"/>
                  <a:pt x="12761" y="135"/>
                  <a:pt x="12748" y="99"/>
                </a:cubicBezTo>
                <a:cubicBezTo>
                  <a:pt x="12678" y="110"/>
                  <a:pt x="12621" y="69"/>
                  <a:pt x="12559" y="48"/>
                </a:cubicBezTo>
                <a:cubicBezTo>
                  <a:pt x="12386" y="-3"/>
                  <a:pt x="12212" y="-18"/>
                  <a:pt x="12039" y="33"/>
                </a:cubicBezTo>
                <a:cubicBezTo>
                  <a:pt x="12056" y="120"/>
                  <a:pt x="12114" y="110"/>
                  <a:pt x="12159" y="115"/>
                </a:cubicBezTo>
                <a:close/>
                <a:moveTo>
                  <a:pt x="12753" y="104"/>
                </a:moveTo>
                <a:cubicBezTo>
                  <a:pt x="12753" y="104"/>
                  <a:pt x="12753" y="104"/>
                  <a:pt x="12753" y="104"/>
                </a:cubicBezTo>
                <a:cubicBezTo>
                  <a:pt x="12753" y="104"/>
                  <a:pt x="12753" y="104"/>
                  <a:pt x="12753" y="104"/>
                </a:cubicBezTo>
                <a:cubicBezTo>
                  <a:pt x="12753" y="104"/>
                  <a:pt x="12753" y="104"/>
                  <a:pt x="12753" y="104"/>
                </a:cubicBezTo>
                <a:close/>
                <a:moveTo>
                  <a:pt x="18694" y="16370"/>
                </a:moveTo>
                <a:cubicBezTo>
                  <a:pt x="18842" y="16385"/>
                  <a:pt x="18982" y="16487"/>
                  <a:pt x="19127" y="16390"/>
                </a:cubicBezTo>
                <a:cubicBezTo>
                  <a:pt x="18830" y="16262"/>
                  <a:pt x="18533" y="16135"/>
                  <a:pt x="18232" y="16007"/>
                </a:cubicBezTo>
                <a:cubicBezTo>
                  <a:pt x="18244" y="16109"/>
                  <a:pt x="18310" y="16166"/>
                  <a:pt x="18368" y="16227"/>
                </a:cubicBezTo>
                <a:cubicBezTo>
                  <a:pt x="18751" y="16650"/>
                  <a:pt x="19139" y="17068"/>
                  <a:pt x="19531" y="17487"/>
                </a:cubicBezTo>
                <a:cubicBezTo>
                  <a:pt x="19646" y="17609"/>
                  <a:pt x="19745" y="17752"/>
                  <a:pt x="19914" y="17869"/>
                </a:cubicBezTo>
                <a:cubicBezTo>
                  <a:pt x="19576" y="17237"/>
                  <a:pt x="19151" y="16788"/>
                  <a:pt x="18694" y="16370"/>
                </a:cubicBezTo>
                <a:close/>
                <a:moveTo>
                  <a:pt x="1810" y="14457"/>
                </a:moveTo>
                <a:cubicBezTo>
                  <a:pt x="1819" y="14391"/>
                  <a:pt x="1790" y="14345"/>
                  <a:pt x="1757" y="14304"/>
                </a:cubicBezTo>
                <a:cubicBezTo>
                  <a:pt x="1229" y="14406"/>
                  <a:pt x="697" y="14488"/>
                  <a:pt x="178" y="14651"/>
                </a:cubicBezTo>
                <a:cubicBezTo>
                  <a:pt x="112" y="14671"/>
                  <a:pt x="-12" y="14681"/>
                  <a:pt x="0" y="14753"/>
                </a:cubicBezTo>
                <a:cubicBezTo>
                  <a:pt x="21" y="14855"/>
                  <a:pt x="128" y="14799"/>
                  <a:pt x="198" y="14783"/>
                </a:cubicBezTo>
                <a:cubicBezTo>
                  <a:pt x="738" y="14676"/>
                  <a:pt x="1274" y="14564"/>
                  <a:pt x="1810" y="14457"/>
                </a:cubicBezTo>
                <a:close/>
                <a:moveTo>
                  <a:pt x="19609" y="8092"/>
                </a:moveTo>
                <a:cubicBezTo>
                  <a:pt x="19506" y="8714"/>
                  <a:pt x="19485" y="9336"/>
                  <a:pt x="19617" y="9958"/>
                </a:cubicBezTo>
                <a:cubicBezTo>
                  <a:pt x="19638" y="10060"/>
                  <a:pt x="19663" y="10173"/>
                  <a:pt x="19741" y="10239"/>
                </a:cubicBezTo>
                <a:cubicBezTo>
                  <a:pt x="19828" y="10157"/>
                  <a:pt x="19704" y="10168"/>
                  <a:pt x="19704" y="10106"/>
                </a:cubicBezTo>
                <a:cubicBezTo>
                  <a:pt x="19704" y="9979"/>
                  <a:pt x="19667" y="9856"/>
                  <a:pt x="19663" y="9729"/>
                </a:cubicBezTo>
                <a:cubicBezTo>
                  <a:pt x="19654" y="9107"/>
                  <a:pt x="19634" y="8484"/>
                  <a:pt x="19733" y="7867"/>
                </a:cubicBezTo>
                <a:cubicBezTo>
                  <a:pt x="19621" y="7877"/>
                  <a:pt x="19625" y="8010"/>
                  <a:pt x="19609" y="8092"/>
                </a:cubicBezTo>
                <a:close/>
                <a:moveTo>
                  <a:pt x="15070" y="4868"/>
                </a:moveTo>
                <a:cubicBezTo>
                  <a:pt x="15214" y="4180"/>
                  <a:pt x="15379" y="3496"/>
                  <a:pt x="15465" y="2792"/>
                </a:cubicBezTo>
                <a:cubicBezTo>
                  <a:pt x="15465" y="2792"/>
                  <a:pt x="15461" y="2792"/>
                  <a:pt x="15453" y="2787"/>
                </a:cubicBezTo>
                <a:cubicBezTo>
                  <a:pt x="15288" y="3496"/>
                  <a:pt x="15123" y="4205"/>
                  <a:pt x="14987" y="4924"/>
                </a:cubicBezTo>
                <a:cubicBezTo>
                  <a:pt x="15020" y="4914"/>
                  <a:pt x="15049" y="4904"/>
                  <a:pt x="15070" y="4868"/>
                </a:cubicBezTo>
                <a:close/>
                <a:moveTo>
                  <a:pt x="14991" y="5276"/>
                </a:moveTo>
                <a:cubicBezTo>
                  <a:pt x="15016" y="5179"/>
                  <a:pt x="15000" y="5139"/>
                  <a:pt x="14925" y="5123"/>
                </a:cubicBezTo>
                <a:cubicBezTo>
                  <a:pt x="14925" y="5123"/>
                  <a:pt x="14925" y="5123"/>
                  <a:pt x="14925" y="5123"/>
                </a:cubicBezTo>
                <a:cubicBezTo>
                  <a:pt x="14954" y="5139"/>
                  <a:pt x="14942" y="5164"/>
                  <a:pt x="14938" y="5195"/>
                </a:cubicBezTo>
                <a:cubicBezTo>
                  <a:pt x="14892" y="5383"/>
                  <a:pt x="14847" y="5577"/>
                  <a:pt x="14810" y="5766"/>
                </a:cubicBezTo>
                <a:cubicBezTo>
                  <a:pt x="14736" y="6148"/>
                  <a:pt x="14649" y="6526"/>
                  <a:pt x="14608" y="6919"/>
                </a:cubicBezTo>
                <a:cubicBezTo>
                  <a:pt x="14633" y="6868"/>
                  <a:pt x="14653" y="6811"/>
                  <a:pt x="14666" y="6755"/>
                </a:cubicBezTo>
                <a:cubicBezTo>
                  <a:pt x="14773" y="6266"/>
                  <a:pt x="14880" y="5766"/>
                  <a:pt x="14991" y="5276"/>
                </a:cubicBezTo>
                <a:close/>
                <a:moveTo>
                  <a:pt x="10370" y="885"/>
                </a:moveTo>
                <a:cubicBezTo>
                  <a:pt x="10407" y="936"/>
                  <a:pt x="10403" y="992"/>
                  <a:pt x="10415" y="1043"/>
                </a:cubicBezTo>
                <a:cubicBezTo>
                  <a:pt x="10448" y="1211"/>
                  <a:pt x="10464" y="1390"/>
                  <a:pt x="10534" y="1548"/>
                </a:cubicBezTo>
                <a:cubicBezTo>
                  <a:pt x="10567" y="1619"/>
                  <a:pt x="10625" y="1645"/>
                  <a:pt x="10679" y="1645"/>
                </a:cubicBezTo>
                <a:cubicBezTo>
                  <a:pt x="10728" y="1645"/>
                  <a:pt x="10695" y="1573"/>
                  <a:pt x="10708" y="1538"/>
                </a:cubicBezTo>
                <a:cubicBezTo>
                  <a:pt x="10675" y="1548"/>
                  <a:pt x="10654" y="1527"/>
                  <a:pt x="10642" y="1492"/>
                </a:cubicBezTo>
                <a:cubicBezTo>
                  <a:pt x="10654" y="1482"/>
                  <a:pt x="10670" y="1476"/>
                  <a:pt x="10683" y="1466"/>
                </a:cubicBezTo>
                <a:cubicBezTo>
                  <a:pt x="10629" y="1359"/>
                  <a:pt x="10526" y="1283"/>
                  <a:pt x="10522" y="1135"/>
                </a:cubicBezTo>
                <a:cubicBezTo>
                  <a:pt x="10506" y="1130"/>
                  <a:pt x="10497" y="1109"/>
                  <a:pt x="10501" y="1089"/>
                </a:cubicBezTo>
                <a:cubicBezTo>
                  <a:pt x="10501" y="1084"/>
                  <a:pt x="10506" y="1084"/>
                  <a:pt x="10510" y="1079"/>
                </a:cubicBezTo>
                <a:cubicBezTo>
                  <a:pt x="10518" y="1094"/>
                  <a:pt x="10526" y="1109"/>
                  <a:pt x="10534" y="1125"/>
                </a:cubicBezTo>
                <a:cubicBezTo>
                  <a:pt x="10600" y="1155"/>
                  <a:pt x="10629" y="1257"/>
                  <a:pt x="10708" y="1272"/>
                </a:cubicBezTo>
                <a:cubicBezTo>
                  <a:pt x="10712" y="1267"/>
                  <a:pt x="10716" y="1262"/>
                  <a:pt x="10720" y="1262"/>
                </a:cubicBezTo>
                <a:cubicBezTo>
                  <a:pt x="10732" y="1104"/>
                  <a:pt x="10600" y="1074"/>
                  <a:pt x="10551" y="972"/>
                </a:cubicBezTo>
                <a:cubicBezTo>
                  <a:pt x="10493" y="972"/>
                  <a:pt x="10481" y="915"/>
                  <a:pt x="10464" y="864"/>
                </a:cubicBezTo>
                <a:cubicBezTo>
                  <a:pt x="10435" y="778"/>
                  <a:pt x="10407" y="691"/>
                  <a:pt x="10374" y="604"/>
                </a:cubicBezTo>
                <a:cubicBezTo>
                  <a:pt x="10349" y="798"/>
                  <a:pt x="10308" y="977"/>
                  <a:pt x="10357" y="1165"/>
                </a:cubicBezTo>
                <a:cubicBezTo>
                  <a:pt x="10370" y="1079"/>
                  <a:pt x="10328" y="977"/>
                  <a:pt x="10370" y="885"/>
                </a:cubicBezTo>
                <a:close/>
                <a:moveTo>
                  <a:pt x="17824" y="16303"/>
                </a:moveTo>
                <a:cubicBezTo>
                  <a:pt x="18042" y="16609"/>
                  <a:pt x="18302" y="16839"/>
                  <a:pt x="18595" y="17022"/>
                </a:cubicBezTo>
                <a:cubicBezTo>
                  <a:pt x="18393" y="16696"/>
                  <a:pt x="18125" y="16477"/>
                  <a:pt x="17824" y="16303"/>
                </a:cubicBezTo>
                <a:close/>
                <a:moveTo>
                  <a:pt x="20326" y="16497"/>
                </a:moveTo>
                <a:cubicBezTo>
                  <a:pt x="20553" y="16497"/>
                  <a:pt x="20623" y="16273"/>
                  <a:pt x="20710" y="16079"/>
                </a:cubicBezTo>
                <a:cubicBezTo>
                  <a:pt x="20636" y="16150"/>
                  <a:pt x="20561" y="16222"/>
                  <a:pt x="20487" y="16293"/>
                </a:cubicBezTo>
                <a:cubicBezTo>
                  <a:pt x="20425" y="16344"/>
                  <a:pt x="20343" y="16385"/>
                  <a:pt x="20326" y="16497"/>
                </a:cubicBezTo>
                <a:close/>
                <a:moveTo>
                  <a:pt x="6787" y="21516"/>
                </a:moveTo>
                <a:cubicBezTo>
                  <a:pt x="7071" y="21536"/>
                  <a:pt x="7352" y="21557"/>
                  <a:pt x="7636" y="21577"/>
                </a:cubicBezTo>
                <a:cubicBezTo>
                  <a:pt x="7690" y="21567"/>
                  <a:pt x="7743" y="21557"/>
                  <a:pt x="7793" y="21546"/>
                </a:cubicBezTo>
                <a:cubicBezTo>
                  <a:pt x="7459" y="21526"/>
                  <a:pt x="7125" y="21500"/>
                  <a:pt x="6787" y="21480"/>
                </a:cubicBezTo>
                <a:cubicBezTo>
                  <a:pt x="6787" y="21490"/>
                  <a:pt x="6787" y="21506"/>
                  <a:pt x="6787" y="21516"/>
                </a:cubicBezTo>
                <a:close/>
                <a:moveTo>
                  <a:pt x="11957" y="38"/>
                </a:moveTo>
                <a:cubicBezTo>
                  <a:pt x="11883" y="-23"/>
                  <a:pt x="11800" y="8"/>
                  <a:pt x="11722" y="8"/>
                </a:cubicBezTo>
                <a:cubicBezTo>
                  <a:pt x="11800" y="53"/>
                  <a:pt x="11874" y="89"/>
                  <a:pt x="11957" y="38"/>
                </a:cubicBezTo>
                <a:close/>
                <a:moveTo>
                  <a:pt x="19724" y="10366"/>
                </a:moveTo>
                <a:cubicBezTo>
                  <a:pt x="19729" y="10356"/>
                  <a:pt x="19729" y="10346"/>
                  <a:pt x="19733" y="10336"/>
                </a:cubicBezTo>
                <a:cubicBezTo>
                  <a:pt x="19720" y="10341"/>
                  <a:pt x="19716" y="10351"/>
                  <a:pt x="19724" y="10366"/>
                </a:cubicBezTo>
                <a:close/>
                <a:moveTo>
                  <a:pt x="4622" y="14513"/>
                </a:moveTo>
                <a:cubicBezTo>
                  <a:pt x="4622" y="14513"/>
                  <a:pt x="4618" y="14523"/>
                  <a:pt x="4618" y="14523"/>
                </a:cubicBezTo>
                <a:cubicBezTo>
                  <a:pt x="4618" y="14523"/>
                  <a:pt x="4626" y="14528"/>
                  <a:pt x="4626" y="14528"/>
                </a:cubicBezTo>
                <a:cubicBezTo>
                  <a:pt x="4626" y="14528"/>
                  <a:pt x="4635" y="14523"/>
                  <a:pt x="4635" y="14523"/>
                </a:cubicBezTo>
                <a:lnTo>
                  <a:pt x="4635" y="14508"/>
                </a:lnTo>
                <a:cubicBezTo>
                  <a:pt x="4626" y="14503"/>
                  <a:pt x="4622" y="14503"/>
                  <a:pt x="4622" y="14513"/>
                </a:cubicBezTo>
                <a:close/>
                <a:moveTo>
                  <a:pt x="4635" y="14503"/>
                </a:moveTo>
                <a:lnTo>
                  <a:pt x="4635" y="14503"/>
                </a:lnTo>
                <a:cubicBezTo>
                  <a:pt x="4635" y="14503"/>
                  <a:pt x="4635" y="14503"/>
                  <a:pt x="4635" y="14503"/>
                </a:cubicBezTo>
                <a:cubicBezTo>
                  <a:pt x="4635" y="14503"/>
                  <a:pt x="4635" y="14503"/>
                  <a:pt x="4635" y="14503"/>
                </a:cubicBezTo>
                <a:close/>
                <a:moveTo>
                  <a:pt x="14418" y="19144"/>
                </a:moveTo>
                <a:cubicBezTo>
                  <a:pt x="14604" y="19889"/>
                  <a:pt x="14748" y="20649"/>
                  <a:pt x="14954" y="21383"/>
                </a:cubicBezTo>
                <a:cubicBezTo>
                  <a:pt x="14356" y="21404"/>
                  <a:pt x="13754" y="21373"/>
                  <a:pt x="13157" y="21363"/>
                </a:cubicBezTo>
                <a:cubicBezTo>
                  <a:pt x="11784" y="21342"/>
                  <a:pt x="10407" y="21332"/>
                  <a:pt x="9034" y="21302"/>
                </a:cubicBezTo>
                <a:cubicBezTo>
                  <a:pt x="8391" y="21286"/>
                  <a:pt x="7743" y="21276"/>
                  <a:pt x="7100" y="21281"/>
                </a:cubicBezTo>
                <a:cubicBezTo>
                  <a:pt x="7001" y="21281"/>
                  <a:pt x="6989" y="21210"/>
                  <a:pt x="6964" y="21138"/>
                </a:cubicBezTo>
                <a:cubicBezTo>
                  <a:pt x="6626" y="20134"/>
                  <a:pt x="6242" y="19154"/>
                  <a:pt x="5917" y="18144"/>
                </a:cubicBezTo>
                <a:cubicBezTo>
                  <a:pt x="5570" y="17084"/>
                  <a:pt x="5191" y="16043"/>
                  <a:pt x="4816" y="14998"/>
                </a:cubicBezTo>
                <a:cubicBezTo>
                  <a:pt x="4804" y="14957"/>
                  <a:pt x="4791" y="14916"/>
                  <a:pt x="4779" y="14875"/>
                </a:cubicBezTo>
                <a:cubicBezTo>
                  <a:pt x="5834" y="14860"/>
                  <a:pt x="6890" y="14870"/>
                  <a:pt x="7949" y="14855"/>
                </a:cubicBezTo>
                <a:cubicBezTo>
                  <a:pt x="9619" y="14829"/>
                  <a:pt x="11289" y="14839"/>
                  <a:pt x="12959" y="14834"/>
                </a:cubicBezTo>
                <a:cubicBezTo>
                  <a:pt x="13012" y="14834"/>
                  <a:pt x="13070" y="14839"/>
                  <a:pt x="13120" y="14824"/>
                </a:cubicBezTo>
                <a:cubicBezTo>
                  <a:pt x="13214" y="14788"/>
                  <a:pt x="13256" y="14839"/>
                  <a:pt x="13289" y="14947"/>
                </a:cubicBezTo>
                <a:cubicBezTo>
                  <a:pt x="13693" y="16334"/>
                  <a:pt x="14064" y="17736"/>
                  <a:pt x="14418" y="19144"/>
                </a:cubicBezTo>
                <a:close/>
                <a:moveTo>
                  <a:pt x="7665" y="19736"/>
                </a:moveTo>
                <a:cubicBezTo>
                  <a:pt x="7681" y="19751"/>
                  <a:pt x="7698" y="19766"/>
                  <a:pt x="7710" y="19777"/>
                </a:cubicBezTo>
                <a:cubicBezTo>
                  <a:pt x="7718" y="19787"/>
                  <a:pt x="7727" y="19797"/>
                  <a:pt x="7739" y="19807"/>
                </a:cubicBezTo>
                <a:cubicBezTo>
                  <a:pt x="7747" y="19817"/>
                  <a:pt x="7760" y="19828"/>
                  <a:pt x="7768" y="19838"/>
                </a:cubicBezTo>
                <a:cubicBezTo>
                  <a:pt x="7776" y="19848"/>
                  <a:pt x="7789" y="19858"/>
                  <a:pt x="7797" y="19868"/>
                </a:cubicBezTo>
                <a:cubicBezTo>
                  <a:pt x="7805" y="19879"/>
                  <a:pt x="7817" y="19889"/>
                  <a:pt x="7826" y="19904"/>
                </a:cubicBezTo>
                <a:cubicBezTo>
                  <a:pt x="7834" y="19909"/>
                  <a:pt x="7855" y="19919"/>
                  <a:pt x="7855" y="19919"/>
                </a:cubicBezTo>
                <a:cubicBezTo>
                  <a:pt x="7867" y="19904"/>
                  <a:pt x="7855" y="19894"/>
                  <a:pt x="7842" y="19884"/>
                </a:cubicBezTo>
                <a:cubicBezTo>
                  <a:pt x="7834" y="19874"/>
                  <a:pt x="7826" y="19863"/>
                  <a:pt x="7813" y="19853"/>
                </a:cubicBezTo>
                <a:cubicBezTo>
                  <a:pt x="7805" y="19843"/>
                  <a:pt x="7797" y="19828"/>
                  <a:pt x="7789" y="19817"/>
                </a:cubicBezTo>
                <a:cubicBezTo>
                  <a:pt x="7780" y="19807"/>
                  <a:pt x="7772" y="19792"/>
                  <a:pt x="7764" y="19782"/>
                </a:cubicBezTo>
                <a:cubicBezTo>
                  <a:pt x="7756" y="19772"/>
                  <a:pt x="7747" y="19761"/>
                  <a:pt x="7739" y="19746"/>
                </a:cubicBezTo>
                <a:cubicBezTo>
                  <a:pt x="7727" y="19731"/>
                  <a:pt x="7710" y="19715"/>
                  <a:pt x="7698" y="19700"/>
                </a:cubicBezTo>
                <a:cubicBezTo>
                  <a:pt x="7240" y="19042"/>
                  <a:pt x="6791" y="18379"/>
                  <a:pt x="6358" y="17701"/>
                </a:cubicBezTo>
                <a:cubicBezTo>
                  <a:pt x="6325" y="17645"/>
                  <a:pt x="6300" y="17563"/>
                  <a:pt x="6226" y="17538"/>
                </a:cubicBezTo>
                <a:cubicBezTo>
                  <a:pt x="6218" y="17634"/>
                  <a:pt x="6267" y="17691"/>
                  <a:pt x="6300" y="17752"/>
                </a:cubicBezTo>
                <a:cubicBezTo>
                  <a:pt x="6535" y="18165"/>
                  <a:pt x="6770" y="18573"/>
                  <a:pt x="7038" y="18950"/>
                </a:cubicBezTo>
                <a:cubicBezTo>
                  <a:pt x="7228" y="19231"/>
                  <a:pt x="7418" y="19516"/>
                  <a:pt x="7665" y="19736"/>
                </a:cubicBezTo>
                <a:close/>
                <a:moveTo>
                  <a:pt x="8349" y="20950"/>
                </a:moveTo>
                <a:cubicBezTo>
                  <a:pt x="8308" y="20919"/>
                  <a:pt x="8296" y="20904"/>
                  <a:pt x="8279" y="20899"/>
                </a:cubicBezTo>
                <a:cubicBezTo>
                  <a:pt x="7953" y="20812"/>
                  <a:pt x="7615" y="20797"/>
                  <a:pt x="7294" y="20664"/>
                </a:cubicBezTo>
                <a:cubicBezTo>
                  <a:pt x="7265" y="20654"/>
                  <a:pt x="7240" y="20664"/>
                  <a:pt x="7228" y="20700"/>
                </a:cubicBezTo>
                <a:cubicBezTo>
                  <a:pt x="7215" y="20751"/>
                  <a:pt x="7244" y="20771"/>
                  <a:pt x="7277" y="20776"/>
                </a:cubicBezTo>
                <a:cubicBezTo>
                  <a:pt x="7389" y="20812"/>
                  <a:pt x="7504" y="20848"/>
                  <a:pt x="7615" y="20873"/>
                </a:cubicBezTo>
                <a:cubicBezTo>
                  <a:pt x="7850" y="20929"/>
                  <a:pt x="8081" y="20975"/>
                  <a:pt x="8349" y="20950"/>
                </a:cubicBezTo>
                <a:close/>
                <a:moveTo>
                  <a:pt x="8683" y="17578"/>
                </a:moveTo>
                <a:cubicBezTo>
                  <a:pt x="8675" y="17558"/>
                  <a:pt x="8659" y="17558"/>
                  <a:pt x="8642" y="17563"/>
                </a:cubicBezTo>
                <a:cubicBezTo>
                  <a:pt x="8617" y="17502"/>
                  <a:pt x="8564" y="17492"/>
                  <a:pt x="8522" y="17466"/>
                </a:cubicBezTo>
                <a:cubicBezTo>
                  <a:pt x="7974" y="17150"/>
                  <a:pt x="7467" y="16747"/>
                  <a:pt x="6989" y="16288"/>
                </a:cubicBezTo>
                <a:cubicBezTo>
                  <a:pt x="6609" y="15926"/>
                  <a:pt x="6234" y="15559"/>
                  <a:pt x="5855" y="15196"/>
                </a:cubicBezTo>
                <a:cubicBezTo>
                  <a:pt x="5805" y="15151"/>
                  <a:pt x="5731" y="15064"/>
                  <a:pt x="5682" y="15140"/>
                </a:cubicBezTo>
                <a:cubicBezTo>
                  <a:pt x="5628" y="15217"/>
                  <a:pt x="5723" y="15273"/>
                  <a:pt x="5764" y="15314"/>
                </a:cubicBezTo>
                <a:cubicBezTo>
                  <a:pt x="6482" y="16109"/>
                  <a:pt x="7253" y="16803"/>
                  <a:pt x="8123" y="17323"/>
                </a:cubicBezTo>
                <a:cubicBezTo>
                  <a:pt x="8287" y="17420"/>
                  <a:pt x="8452" y="17543"/>
                  <a:pt x="8646" y="17558"/>
                </a:cubicBezTo>
                <a:cubicBezTo>
                  <a:pt x="8650" y="17583"/>
                  <a:pt x="8663" y="17594"/>
                  <a:pt x="8683" y="17589"/>
                </a:cubicBezTo>
                <a:cubicBezTo>
                  <a:pt x="8679" y="17589"/>
                  <a:pt x="8683" y="17583"/>
                  <a:pt x="8683" y="17578"/>
                </a:cubicBezTo>
                <a:close/>
                <a:moveTo>
                  <a:pt x="10374" y="15451"/>
                </a:moveTo>
                <a:cubicBezTo>
                  <a:pt x="10559" y="16094"/>
                  <a:pt x="10703" y="16747"/>
                  <a:pt x="10782" y="17420"/>
                </a:cubicBezTo>
                <a:cubicBezTo>
                  <a:pt x="10864" y="18150"/>
                  <a:pt x="10897" y="18884"/>
                  <a:pt x="10868" y="19618"/>
                </a:cubicBezTo>
                <a:cubicBezTo>
                  <a:pt x="10864" y="19680"/>
                  <a:pt x="10856" y="19741"/>
                  <a:pt x="10889" y="19817"/>
                </a:cubicBezTo>
                <a:cubicBezTo>
                  <a:pt x="10901" y="19654"/>
                  <a:pt x="10922" y="19506"/>
                  <a:pt x="10926" y="19358"/>
                </a:cubicBezTo>
                <a:cubicBezTo>
                  <a:pt x="10943" y="18706"/>
                  <a:pt x="10947" y="18058"/>
                  <a:pt x="10881" y="17405"/>
                </a:cubicBezTo>
                <a:cubicBezTo>
                  <a:pt x="10811" y="16716"/>
                  <a:pt x="10691" y="16043"/>
                  <a:pt x="10473" y="15406"/>
                </a:cubicBezTo>
                <a:cubicBezTo>
                  <a:pt x="10448" y="15334"/>
                  <a:pt x="10435" y="15181"/>
                  <a:pt x="10357" y="15222"/>
                </a:cubicBezTo>
                <a:cubicBezTo>
                  <a:pt x="10279" y="15258"/>
                  <a:pt x="10353" y="15375"/>
                  <a:pt x="10374" y="15451"/>
                </a:cubicBezTo>
                <a:close/>
                <a:moveTo>
                  <a:pt x="9978" y="16201"/>
                </a:moveTo>
                <a:cubicBezTo>
                  <a:pt x="9978" y="16222"/>
                  <a:pt x="9986" y="16242"/>
                  <a:pt x="9990" y="16268"/>
                </a:cubicBezTo>
                <a:cubicBezTo>
                  <a:pt x="10184" y="17191"/>
                  <a:pt x="10229" y="18129"/>
                  <a:pt x="10147" y="19078"/>
                </a:cubicBezTo>
                <a:cubicBezTo>
                  <a:pt x="10135" y="19241"/>
                  <a:pt x="10097" y="19404"/>
                  <a:pt x="10122" y="19613"/>
                </a:cubicBezTo>
                <a:cubicBezTo>
                  <a:pt x="10139" y="19552"/>
                  <a:pt x="10147" y="19542"/>
                  <a:pt x="10147" y="19527"/>
                </a:cubicBezTo>
                <a:cubicBezTo>
                  <a:pt x="10266" y="18782"/>
                  <a:pt x="10316" y="18027"/>
                  <a:pt x="10250" y="17272"/>
                </a:cubicBezTo>
                <a:cubicBezTo>
                  <a:pt x="10217" y="16900"/>
                  <a:pt x="10172" y="16528"/>
                  <a:pt x="10064" y="16176"/>
                </a:cubicBezTo>
                <a:cubicBezTo>
                  <a:pt x="10052" y="16135"/>
                  <a:pt x="10044" y="16074"/>
                  <a:pt x="10003" y="16084"/>
                </a:cubicBezTo>
                <a:cubicBezTo>
                  <a:pt x="9953" y="16089"/>
                  <a:pt x="9978" y="16155"/>
                  <a:pt x="9978" y="16201"/>
                </a:cubicBezTo>
                <a:close/>
                <a:moveTo>
                  <a:pt x="10106" y="19644"/>
                </a:moveTo>
                <a:cubicBezTo>
                  <a:pt x="10102" y="19654"/>
                  <a:pt x="10093" y="19659"/>
                  <a:pt x="10093" y="19669"/>
                </a:cubicBezTo>
                <a:cubicBezTo>
                  <a:pt x="10093" y="19690"/>
                  <a:pt x="10085" y="19736"/>
                  <a:pt x="10110" y="19726"/>
                </a:cubicBezTo>
                <a:cubicBezTo>
                  <a:pt x="10130" y="19715"/>
                  <a:pt x="10122" y="19669"/>
                  <a:pt x="10106" y="19644"/>
                </a:cubicBezTo>
                <a:close/>
                <a:moveTo>
                  <a:pt x="14126" y="21072"/>
                </a:moveTo>
                <a:cubicBezTo>
                  <a:pt x="14130" y="21001"/>
                  <a:pt x="14064" y="21011"/>
                  <a:pt x="14018" y="21006"/>
                </a:cubicBezTo>
                <a:cubicBezTo>
                  <a:pt x="13557" y="20945"/>
                  <a:pt x="13091" y="20934"/>
                  <a:pt x="12625" y="20919"/>
                </a:cubicBezTo>
                <a:cubicBezTo>
                  <a:pt x="11676" y="20888"/>
                  <a:pt x="10728" y="20899"/>
                  <a:pt x="9780" y="20914"/>
                </a:cubicBezTo>
                <a:cubicBezTo>
                  <a:pt x="9726" y="20914"/>
                  <a:pt x="9673" y="20904"/>
                  <a:pt x="9611" y="20980"/>
                </a:cubicBezTo>
                <a:cubicBezTo>
                  <a:pt x="9660" y="20985"/>
                  <a:pt x="9697" y="20990"/>
                  <a:pt x="9730" y="20985"/>
                </a:cubicBezTo>
                <a:cubicBezTo>
                  <a:pt x="10304" y="20975"/>
                  <a:pt x="10877" y="21001"/>
                  <a:pt x="11450" y="21026"/>
                </a:cubicBezTo>
                <a:cubicBezTo>
                  <a:pt x="11734" y="21036"/>
                  <a:pt x="12023" y="21047"/>
                  <a:pt x="12307" y="21067"/>
                </a:cubicBezTo>
                <a:cubicBezTo>
                  <a:pt x="12876" y="21103"/>
                  <a:pt x="13441" y="21133"/>
                  <a:pt x="14010" y="21123"/>
                </a:cubicBezTo>
                <a:cubicBezTo>
                  <a:pt x="14055" y="21123"/>
                  <a:pt x="14126" y="21149"/>
                  <a:pt x="14126" y="21072"/>
                </a:cubicBezTo>
                <a:close/>
                <a:moveTo>
                  <a:pt x="9281" y="8816"/>
                </a:moveTo>
                <a:cubicBezTo>
                  <a:pt x="9281" y="8816"/>
                  <a:pt x="9281" y="8816"/>
                  <a:pt x="9281" y="8816"/>
                </a:cubicBezTo>
                <a:cubicBezTo>
                  <a:pt x="9285" y="8816"/>
                  <a:pt x="9285" y="8816"/>
                  <a:pt x="9281" y="8816"/>
                </a:cubicBezTo>
                <a:lnTo>
                  <a:pt x="9281" y="8816"/>
                </a:lnTo>
                <a:close/>
                <a:moveTo>
                  <a:pt x="9900" y="7786"/>
                </a:moveTo>
                <a:cubicBezTo>
                  <a:pt x="9900" y="7786"/>
                  <a:pt x="9900" y="7786"/>
                  <a:pt x="9900" y="7786"/>
                </a:cubicBezTo>
                <a:cubicBezTo>
                  <a:pt x="9904" y="7786"/>
                  <a:pt x="9904" y="7786"/>
                  <a:pt x="9900" y="7786"/>
                </a:cubicBezTo>
                <a:cubicBezTo>
                  <a:pt x="9904" y="7786"/>
                  <a:pt x="9900" y="7786"/>
                  <a:pt x="9900" y="7786"/>
                </a:cubicBezTo>
                <a:close/>
                <a:moveTo>
                  <a:pt x="4226" y="11703"/>
                </a:moveTo>
                <a:cubicBezTo>
                  <a:pt x="4437" y="11483"/>
                  <a:pt x="4618" y="11228"/>
                  <a:pt x="4857" y="11050"/>
                </a:cubicBezTo>
                <a:cubicBezTo>
                  <a:pt x="5105" y="10938"/>
                  <a:pt x="5360" y="10866"/>
                  <a:pt x="5595" y="10713"/>
                </a:cubicBezTo>
                <a:cubicBezTo>
                  <a:pt x="5636" y="10688"/>
                  <a:pt x="5665" y="10652"/>
                  <a:pt x="5702" y="10632"/>
                </a:cubicBezTo>
                <a:cubicBezTo>
                  <a:pt x="5748" y="10647"/>
                  <a:pt x="5793" y="10662"/>
                  <a:pt x="5838" y="10678"/>
                </a:cubicBezTo>
                <a:cubicBezTo>
                  <a:pt x="5826" y="10642"/>
                  <a:pt x="5810" y="10611"/>
                  <a:pt x="5797" y="10576"/>
                </a:cubicBezTo>
                <a:cubicBezTo>
                  <a:pt x="5958" y="10453"/>
                  <a:pt x="6049" y="10484"/>
                  <a:pt x="6119" y="10683"/>
                </a:cubicBezTo>
                <a:cubicBezTo>
                  <a:pt x="6284" y="11177"/>
                  <a:pt x="6490" y="11647"/>
                  <a:pt x="6704" y="12106"/>
                </a:cubicBezTo>
                <a:cubicBezTo>
                  <a:pt x="6762" y="12233"/>
                  <a:pt x="6799" y="12417"/>
                  <a:pt x="6939" y="12473"/>
                </a:cubicBezTo>
                <a:cubicBezTo>
                  <a:pt x="6849" y="12259"/>
                  <a:pt x="6758" y="12050"/>
                  <a:pt x="6667" y="11835"/>
                </a:cubicBezTo>
                <a:cubicBezTo>
                  <a:pt x="6696" y="11764"/>
                  <a:pt x="6647" y="11713"/>
                  <a:pt x="6630" y="11662"/>
                </a:cubicBezTo>
                <a:cubicBezTo>
                  <a:pt x="6556" y="11437"/>
                  <a:pt x="6453" y="11233"/>
                  <a:pt x="6407" y="10994"/>
                </a:cubicBezTo>
                <a:cubicBezTo>
                  <a:pt x="6552" y="11116"/>
                  <a:pt x="6576" y="11335"/>
                  <a:pt x="6667" y="11504"/>
                </a:cubicBezTo>
                <a:cubicBezTo>
                  <a:pt x="6741" y="11641"/>
                  <a:pt x="6840" y="11789"/>
                  <a:pt x="6853" y="11942"/>
                </a:cubicBezTo>
                <a:cubicBezTo>
                  <a:pt x="6886" y="12345"/>
                  <a:pt x="7178" y="12600"/>
                  <a:pt x="7215" y="12998"/>
                </a:cubicBezTo>
                <a:cubicBezTo>
                  <a:pt x="7224" y="13090"/>
                  <a:pt x="7273" y="13197"/>
                  <a:pt x="7368" y="13228"/>
                </a:cubicBezTo>
                <a:cubicBezTo>
                  <a:pt x="7372" y="13218"/>
                  <a:pt x="7376" y="13212"/>
                  <a:pt x="7376" y="13212"/>
                </a:cubicBezTo>
                <a:cubicBezTo>
                  <a:pt x="7228" y="12733"/>
                  <a:pt x="7302" y="12223"/>
                  <a:pt x="7277" y="11728"/>
                </a:cubicBezTo>
                <a:cubicBezTo>
                  <a:pt x="7240" y="10922"/>
                  <a:pt x="7248" y="10111"/>
                  <a:pt x="7236" y="9306"/>
                </a:cubicBezTo>
                <a:cubicBezTo>
                  <a:pt x="7236" y="9275"/>
                  <a:pt x="7240" y="9239"/>
                  <a:pt x="7244" y="9209"/>
                </a:cubicBezTo>
                <a:cubicBezTo>
                  <a:pt x="7558" y="9821"/>
                  <a:pt x="7916" y="10392"/>
                  <a:pt x="8308" y="10948"/>
                </a:cubicBezTo>
                <a:cubicBezTo>
                  <a:pt x="8320" y="10866"/>
                  <a:pt x="8287" y="10831"/>
                  <a:pt x="8267" y="10790"/>
                </a:cubicBezTo>
                <a:cubicBezTo>
                  <a:pt x="8127" y="10545"/>
                  <a:pt x="7986" y="10305"/>
                  <a:pt x="7850" y="10055"/>
                </a:cubicBezTo>
                <a:cubicBezTo>
                  <a:pt x="7702" y="9785"/>
                  <a:pt x="7554" y="9515"/>
                  <a:pt x="7422" y="9234"/>
                </a:cubicBezTo>
                <a:cubicBezTo>
                  <a:pt x="7376" y="9137"/>
                  <a:pt x="7360" y="9071"/>
                  <a:pt x="7479" y="9040"/>
                </a:cubicBezTo>
                <a:cubicBezTo>
                  <a:pt x="7587" y="9010"/>
                  <a:pt x="7690" y="8948"/>
                  <a:pt x="7797" y="8908"/>
                </a:cubicBezTo>
                <a:cubicBezTo>
                  <a:pt x="8094" y="8795"/>
                  <a:pt x="8391" y="8683"/>
                  <a:pt x="8687" y="8571"/>
                </a:cubicBezTo>
                <a:cubicBezTo>
                  <a:pt x="8659" y="8566"/>
                  <a:pt x="8630" y="8561"/>
                  <a:pt x="8601" y="8561"/>
                </a:cubicBezTo>
                <a:cubicBezTo>
                  <a:pt x="8638" y="8520"/>
                  <a:pt x="8671" y="8500"/>
                  <a:pt x="8708" y="8546"/>
                </a:cubicBezTo>
                <a:cubicBezTo>
                  <a:pt x="8708" y="8546"/>
                  <a:pt x="8708" y="8546"/>
                  <a:pt x="8708" y="8546"/>
                </a:cubicBezTo>
                <a:cubicBezTo>
                  <a:pt x="8790" y="8551"/>
                  <a:pt x="8840" y="8423"/>
                  <a:pt x="8931" y="8454"/>
                </a:cubicBezTo>
                <a:cubicBezTo>
                  <a:pt x="8918" y="8535"/>
                  <a:pt x="8951" y="8535"/>
                  <a:pt x="8997" y="8510"/>
                </a:cubicBezTo>
                <a:cubicBezTo>
                  <a:pt x="9063" y="8474"/>
                  <a:pt x="9116" y="8418"/>
                  <a:pt x="9166" y="8357"/>
                </a:cubicBezTo>
                <a:cubicBezTo>
                  <a:pt x="9244" y="8265"/>
                  <a:pt x="9335" y="8204"/>
                  <a:pt x="9442" y="8173"/>
                </a:cubicBezTo>
                <a:cubicBezTo>
                  <a:pt x="9446" y="8183"/>
                  <a:pt x="9454" y="8194"/>
                  <a:pt x="9458" y="8204"/>
                </a:cubicBezTo>
                <a:cubicBezTo>
                  <a:pt x="9384" y="8382"/>
                  <a:pt x="9310" y="8556"/>
                  <a:pt x="9240" y="8734"/>
                </a:cubicBezTo>
                <a:cubicBezTo>
                  <a:pt x="9182" y="8872"/>
                  <a:pt x="9190" y="8994"/>
                  <a:pt x="9277" y="9112"/>
                </a:cubicBezTo>
                <a:cubicBezTo>
                  <a:pt x="9359" y="9224"/>
                  <a:pt x="9446" y="9336"/>
                  <a:pt x="9541" y="9443"/>
                </a:cubicBezTo>
                <a:cubicBezTo>
                  <a:pt x="9409" y="9555"/>
                  <a:pt x="9260" y="9617"/>
                  <a:pt x="9108" y="9770"/>
                </a:cubicBezTo>
                <a:cubicBezTo>
                  <a:pt x="9310" y="9683"/>
                  <a:pt x="9454" y="9571"/>
                  <a:pt x="9599" y="9448"/>
                </a:cubicBezTo>
                <a:cubicBezTo>
                  <a:pt x="9673" y="9387"/>
                  <a:pt x="9615" y="9346"/>
                  <a:pt x="9582" y="9311"/>
                </a:cubicBezTo>
                <a:cubicBezTo>
                  <a:pt x="9471" y="9193"/>
                  <a:pt x="9364" y="9066"/>
                  <a:pt x="9277" y="8918"/>
                </a:cubicBezTo>
                <a:cubicBezTo>
                  <a:pt x="9281" y="8887"/>
                  <a:pt x="9285" y="8857"/>
                  <a:pt x="9293" y="8826"/>
                </a:cubicBezTo>
                <a:cubicBezTo>
                  <a:pt x="9335" y="8836"/>
                  <a:pt x="9355" y="8795"/>
                  <a:pt x="9380" y="8765"/>
                </a:cubicBezTo>
                <a:cubicBezTo>
                  <a:pt x="9594" y="8484"/>
                  <a:pt x="9747" y="8148"/>
                  <a:pt x="9916" y="7826"/>
                </a:cubicBezTo>
                <a:cubicBezTo>
                  <a:pt x="9920" y="7821"/>
                  <a:pt x="9912" y="7806"/>
                  <a:pt x="9912" y="7796"/>
                </a:cubicBezTo>
                <a:cubicBezTo>
                  <a:pt x="9957" y="7816"/>
                  <a:pt x="9953" y="7770"/>
                  <a:pt x="9961" y="7735"/>
                </a:cubicBezTo>
                <a:cubicBezTo>
                  <a:pt x="10036" y="7724"/>
                  <a:pt x="10036" y="7796"/>
                  <a:pt x="10040" y="7852"/>
                </a:cubicBezTo>
                <a:cubicBezTo>
                  <a:pt x="10044" y="7928"/>
                  <a:pt x="10044" y="8010"/>
                  <a:pt x="10048" y="8087"/>
                </a:cubicBezTo>
                <a:cubicBezTo>
                  <a:pt x="10036" y="8051"/>
                  <a:pt x="10027" y="8020"/>
                  <a:pt x="10007" y="7959"/>
                </a:cubicBezTo>
                <a:cubicBezTo>
                  <a:pt x="9965" y="8331"/>
                  <a:pt x="10011" y="8663"/>
                  <a:pt x="10093" y="8994"/>
                </a:cubicBezTo>
                <a:cubicBezTo>
                  <a:pt x="10056" y="8790"/>
                  <a:pt x="10031" y="8591"/>
                  <a:pt x="10060" y="8382"/>
                </a:cubicBezTo>
                <a:cubicBezTo>
                  <a:pt x="10126" y="8688"/>
                  <a:pt x="10130" y="9005"/>
                  <a:pt x="10168" y="9351"/>
                </a:cubicBezTo>
                <a:cubicBezTo>
                  <a:pt x="10044" y="9214"/>
                  <a:pt x="9982" y="9056"/>
                  <a:pt x="9850" y="8979"/>
                </a:cubicBezTo>
                <a:cubicBezTo>
                  <a:pt x="9912" y="9071"/>
                  <a:pt x="9970" y="9168"/>
                  <a:pt x="10036" y="9255"/>
                </a:cubicBezTo>
                <a:cubicBezTo>
                  <a:pt x="10172" y="9433"/>
                  <a:pt x="10225" y="9647"/>
                  <a:pt x="10246" y="9887"/>
                </a:cubicBezTo>
                <a:cubicBezTo>
                  <a:pt x="10328" y="10846"/>
                  <a:pt x="10419" y="11810"/>
                  <a:pt x="10506" y="12769"/>
                </a:cubicBezTo>
                <a:cubicBezTo>
                  <a:pt x="10551" y="13258"/>
                  <a:pt x="10596" y="13748"/>
                  <a:pt x="10642" y="14232"/>
                </a:cubicBezTo>
                <a:cubicBezTo>
                  <a:pt x="10650" y="14329"/>
                  <a:pt x="10629" y="14360"/>
                  <a:pt x="10551" y="14355"/>
                </a:cubicBezTo>
                <a:cubicBezTo>
                  <a:pt x="10419" y="14345"/>
                  <a:pt x="10258" y="14406"/>
                  <a:pt x="10159" y="14329"/>
                </a:cubicBezTo>
                <a:cubicBezTo>
                  <a:pt x="10064" y="14258"/>
                  <a:pt x="10073" y="14044"/>
                  <a:pt x="10040" y="13891"/>
                </a:cubicBezTo>
                <a:cubicBezTo>
                  <a:pt x="9953" y="13503"/>
                  <a:pt x="9875" y="13110"/>
                  <a:pt x="9792" y="12723"/>
                </a:cubicBezTo>
                <a:cubicBezTo>
                  <a:pt x="9796" y="12697"/>
                  <a:pt x="9809" y="12667"/>
                  <a:pt x="9805" y="12646"/>
                </a:cubicBezTo>
                <a:cubicBezTo>
                  <a:pt x="9685" y="11891"/>
                  <a:pt x="9582" y="11137"/>
                  <a:pt x="9368" y="10412"/>
                </a:cubicBezTo>
                <a:cubicBezTo>
                  <a:pt x="9318" y="10249"/>
                  <a:pt x="9285" y="10076"/>
                  <a:pt x="9194" y="9933"/>
                </a:cubicBezTo>
                <a:cubicBezTo>
                  <a:pt x="9186" y="9907"/>
                  <a:pt x="9178" y="9877"/>
                  <a:pt x="9149" y="9887"/>
                </a:cubicBezTo>
                <a:cubicBezTo>
                  <a:pt x="9112" y="9897"/>
                  <a:pt x="9108" y="9943"/>
                  <a:pt x="9112" y="9984"/>
                </a:cubicBezTo>
                <a:cubicBezTo>
                  <a:pt x="9133" y="10162"/>
                  <a:pt x="9145" y="10346"/>
                  <a:pt x="9174" y="10524"/>
                </a:cubicBezTo>
                <a:cubicBezTo>
                  <a:pt x="9355" y="11764"/>
                  <a:pt x="9594" y="12988"/>
                  <a:pt x="9891" y="14197"/>
                </a:cubicBezTo>
                <a:cubicBezTo>
                  <a:pt x="9928" y="14350"/>
                  <a:pt x="9900" y="14370"/>
                  <a:pt x="9784" y="14365"/>
                </a:cubicBezTo>
                <a:cubicBezTo>
                  <a:pt x="9091" y="14350"/>
                  <a:pt x="8395" y="14385"/>
                  <a:pt x="7702" y="14406"/>
                </a:cubicBezTo>
                <a:cubicBezTo>
                  <a:pt x="7636" y="14406"/>
                  <a:pt x="7607" y="14380"/>
                  <a:pt x="7578" y="14314"/>
                </a:cubicBezTo>
                <a:cubicBezTo>
                  <a:pt x="7129" y="13304"/>
                  <a:pt x="6461" y="12524"/>
                  <a:pt x="5777" y="11769"/>
                </a:cubicBezTo>
                <a:cubicBezTo>
                  <a:pt x="5768" y="11759"/>
                  <a:pt x="5756" y="11754"/>
                  <a:pt x="5739" y="11743"/>
                </a:cubicBezTo>
                <a:cubicBezTo>
                  <a:pt x="5707" y="11794"/>
                  <a:pt x="5744" y="11825"/>
                  <a:pt x="5756" y="11856"/>
                </a:cubicBezTo>
                <a:cubicBezTo>
                  <a:pt x="5979" y="12325"/>
                  <a:pt x="6205" y="12784"/>
                  <a:pt x="6469" y="13217"/>
                </a:cubicBezTo>
                <a:cubicBezTo>
                  <a:pt x="6552" y="13350"/>
                  <a:pt x="6630" y="13483"/>
                  <a:pt x="6688" y="13631"/>
                </a:cubicBezTo>
                <a:cubicBezTo>
                  <a:pt x="6745" y="13687"/>
                  <a:pt x="6791" y="13758"/>
                  <a:pt x="6803" y="13860"/>
                </a:cubicBezTo>
                <a:cubicBezTo>
                  <a:pt x="6758" y="13789"/>
                  <a:pt x="6717" y="13717"/>
                  <a:pt x="6671" y="13646"/>
                </a:cubicBezTo>
                <a:cubicBezTo>
                  <a:pt x="6671" y="13646"/>
                  <a:pt x="6671" y="13646"/>
                  <a:pt x="6671" y="13646"/>
                </a:cubicBezTo>
                <a:cubicBezTo>
                  <a:pt x="6651" y="13626"/>
                  <a:pt x="6634" y="13610"/>
                  <a:pt x="6614" y="13590"/>
                </a:cubicBezTo>
                <a:cubicBezTo>
                  <a:pt x="6502" y="13396"/>
                  <a:pt x="6407" y="13187"/>
                  <a:pt x="6263" y="13019"/>
                </a:cubicBezTo>
                <a:cubicBezTo>
                  <a:pt x="6366" y="13223"/>
                  <a:pt x="6457" y="13437"/>
                  <a:pt x="6589" y="13620"/>
                </a:cubicBezTo>
                <a:cubicBezTo>
                  <a:pt x="6609" y="13661"/>
                  <a:pt x="6634" y="13702"/>
                  <a:pt x="6675" y="13784"/>
                </a:cubicBezTo>
                <a:cubicBezTo>
                  <a:pt x="6465" y="13666"/>
                  <a:pt x="6288" y="13569"/>
                  <a:pt x="6111" y="13462"/>
                </a:cubicBezTo>
                <a:cubicBezTo>
                  <a:pt x="5389" y="13024"/>
                  <a:pt x="4651" y="12621"/>
                  <a:pt x="3909" y="12233"/>
                </a:cubicBezTo>
                <a:cubicBezTo>
                  <a:pt x="3876" y="12218"/>
                  <a:pt x="3847" y="12187"/>
                  <a:pt x="3818" y="12167"/>
                </a:cubicBezTo>
                <a:cubicBezTo>
                  <a:pt x="3962" y="12009"/>
                  <a:pt x="4090" y="11846"/>
                  <a:pt x="4226" y="11703"/>
                </a:cubicBezTo>
                <a:close/>
                <a:moveTo>
                  <a:pt x="7376" y="13233"/>
                </a:moveTo>
                <a:cubicBezTo>
                  <a:pt x="7430" y="13406"/>
                  <a:pt x="7525" y="13544"/>
                  <a:pt x="7644" y="13656"/>
                </a:cubicBezTo>
                <a:cubicBezTo>
                  <a:pt x="7574" y="13498"/>
                  <a:pt x="7525" y="13314"/>
                  <a:pt x="7376" y="13233"/>
                </a:cubicBezTo>
                <a:close/>
                <a:moveTo>
                  <a:pt x="7005" y="12952"/>
                </a:moveTo>
                <a:cubicBezTo>
                  <a:pt x="7096" y="13177"/>
                  <a:pt x="7191" y="13401"/>
                  <a:pt x="7364" y="13554"/>
                </a:cubicBezTo>
                <a:cubicBezTo>
                  <a:pt x="7376" y="13569"/>
                  <a:pt x="7385" y="13580"/>
                  <a:pt x="7397" y="13595"/>
                </a:cubicBezTo>
                <a:cubicBezTo>
                  <a:pt x="7418" y="13564"/>
                  <a:pt x="7405" y="13549"/>
                  <a:pt x="7385" y="13539"/>
                </a:cubicBezTo>
                <a:cubicBezTo>
                  <a:pt x="7286" y="13314"/>
                  <a:pt x="7129" y="13146"/>
                  <a:pt x="7005" y="12952"/>
                </a:cubicBezTo>
                <a:close/>
                <a:moveTo>
                  <a:pt x="6972" y="12539"/>
                </a:moveTo>
                <a:cubicBezTo>
                  <a:pt x="6972" y="12626"/>
                  <a:pt x="7022" y="12672"/>
                  <a:pt x="7071" y="12718"/>
                </a:cubicBezTo>
                <a:cubicBezTo>
                  <a:pt x="7042" y="12656"/>
                  <a:pt x="7030" y="12580"/>
                  <a:pt x="6972" y="12539"/>
                </a:cubicBezTo>
                <a:close/>
                <a:moveTo>
                  <a:pt x="6972" y="12539"/>
                </a:moveTo>
                <a:cubicBezTo>
                  <a:pt x="6972" y="12509"/>
                  <a:pt x="6968" y="12488"/>
                  <a:pt x="6947" y="12473"/>
                </a:cubicBezTo>
                <a:cubicBezTo>
                  <a:pt x="6935" y="12509"/>
                  <a:pt x="6943" y="12534"/>
                  <a:pt x="6972" y="12539"/>
                </a:cubicBezTo>
                <a:close/>
                <a:moveTo>
                  <a:pt x="6020" y="10978"/>
                </a:moveTo>
                <a:cubicBezTo>
                  <a:pt x="6024" y="10978"/>
                  <a:pt x="6028" y="10978"/>
                  <a:pt x="6032" y="10984"/>
                </a:cubicBezTo>
                <a:cubicBezTo>
                  <a:pt x="6032" y="10978"/>
                  <a:pt x="6032" y="10973"/>
                  <a:pt x="6036" y="10968"/>
                </a:cubicBezTo>
                <a:cubicBezTo>
                  <a:pt x="6032" y="10963"/>
                  <a:pt x="6032" y="10963"/>
                  <a:pt x="6028" y="10958"/>
                </a:cubicBezTo>
                <a:cubicBezTo>
                  <a:pt x="6024" y="10963"/>
                  <a:pt x="6020" y="10968"/>
                  <a:pt x="6020" y="10978"/>
                </a:cubicBezTo>
                <a:close/>
                <a:moveTo>
                  <a:pt x="5987" y="10897"/>
                </a:moveTo>
                <a:cubicBezTo>
                  <a:pt x="5983" y="10892"/>
                  <a:pt x="5983" y="10887"/>
                  <a:pt x="5979" y="10887"/>
                </a:cubicBezTo>
                <a:cubicBezTo>
                  <a:pt x="5979" y="10887"/>
                  <a:pt x="5979" y="10892"/>
                  <a:pt x="5979" y="10892"/>
                </a:cubicBezTo>
                <a:cubicBezTo>
                  <a:pt x="5983" y="10892"/>
                  <a:pt x="5987" y="10892"/>
                  <a:pt x="5987" y="10897"/>
                </a:cubicBezTo>
                <a:close/>
                <a:moveTo>
                  <a:pt x="5847" y="10683"/>
                </a:moveTo>
                <a:cubicBezTo>
                  <a:pt x="5851" y="10785"/>
                  <a:pt x="5904" y="10841"/>
                  <a:pt x="5979" y="10876"/>
                </a:cubicBezTo>
                <a:cubicBezTo>
                  <a:pt x="5942" y="10800"/>
                  <a:pt x="5896" y="10739"/>
                  <a:pt x="5847" y="10683"/>
                </a:cubicBezTo>
                <a:close/>
                <a:moveTo>
                  <a:pt x="4663" y="11973"/>
                </a:moveTo>
                <a:cubicBezTo>
                  <a:pt x="4832" y="12029"/>
                  <a:pt x="4997" y="12080"/>
                  <a:pt x="5166" y="12136"/>
                </a:cubicBezTo>
                <a:cubicBezTo>
                  <a:pt x="5014" y="12019"/>
                  <a:pt x="4857" y="11917"/>
                  <a:pt x="4680" y="11881"/>
                </a:cubicBezTo>
                <a:cubicBezTo>
                  <a:pt x="4651" y="11876"/>
                  <a:pt x="4610" y="11861"/>
                  <a:pt x="4602" y="11912"/>
                </a:cubicBezTo>
                <a:cubicBezTo>
                  <a:pt x="4589" y="11958"/>
                  <a:pt x="4635" y="11963"/>
                  <a:pt x="4663" y="11973"/>
                </a:cubicBezTo>
                <a:close/>
                <a:moveTo>
                  <a:pt x="10040" y="8081"/>
                </a:moveTo>
                <a:cubicBezTo>
                  <a:pt x="10040" y="8081"/>
                  <a:pt x="10040" y="8076"/>
                  <a:pt x="10036" y="8076"/>
                </a:cubicBezTo>
                <a:cubicBezTo>
                  <a:pt x="10036" y="8081"/>
                  <a:pt x="10036" y="8081"/>
                  <a:pt x="10040" y="8081"/>
                </a:cubicBezTo>
                <a:lnTo>
                  <a:pt x="10040" y="8081"/>
                </a:lnTo>
                <a:close/>
                <a:moveTo>
                  <a:pt x="21588" y="9969"/>
                </a:moveTo>
                <a:cubicBezTo>
                  <a:pt x="21563" y="10321"/>
                  <a:pt x="21534" y="10672"/>
                  <a:pt x="21514" y="11024"/>
                </a:cubicBezTo>
                <a:cubicBezTo>
                  <a:pt x="21485" y="11540"/>
                  <a:pt x="21473" y="12055"/>
                  <a:pt x="21431" y="12565"/>
                </a:cubicBezTo>
                <a:cubicBezTo>
                  <a:pt x="21357" y="13452"/>
                  <a:pt x="21213" y="14324"/>
                  <a:pt x="20916" y="15145"/>
                </a:cubicBezTo>
                <a:cubicBezTo>
                  <a:pt x="20834" y="15375"/>
                  <a:pt x="20739" y="15599"/>
                  <a:pt x="20619" y="15803"/>
                </a:cubicBezTo>
                <a:cubicBezTo>
                  <a:pt x="20265" y="16400"/>
                  <a:pt x="20096" y="16415"/>
                  <a:pt x="19605" y="16278"/>
                </a:cubicBezTo>
                <a:cubicBezTo>
                  <a:pt x="18887" y="16079"/>
                  <a:pt x="18211" y="15727"/>
                  <a:pt x="17535" y="15375"/>
                </a:cubicBezTo>
                <a:cubicBezTo>
                  <a:pt x="17148" y="15176"/>
                  <a:pt x="16777" y="14931"/>
                  <a:pt x="16373" y="14778"/>
                </a:cubicBezTo>
                <a:cubicBezTo>
                  <a:pt x="16278" y="14743"/>
                  <a:pt x="16138" y="14753"/>
                  <a:pt x="16100" y="14681"/>
                </a:cubicBezTo>
                <a:cubicBezTo>
                  <a:pt x="16059" y="14600"/>
                  <a:pt x="16175" y="14477"/>
                  <a:pt x="16199" y="14360"/>
                </a:cubicBezTo>
                <a:cubicBezTo>
                  <a:pt x="16274" y="13977"/>
                  <a:pt x="16294" y="13585"/>
                  <a:pt x="16331" y="13197"/>
                </a:cubicBezTo>
                <a:cubicBezTo>
                  <a:pt x="16422" y="12248"/>
                  <a:pt x="16533" y="11300"/>
                  <a:pt x="16682" y="10361"/>
                </a:cubicBezTo>
                <a:cubicBezTo>
                  <a:pt x="16690" y="10300"/>
                  <a:pt x="16694" y="10300"/>
                  <a:pt x="16752" y="10254"/>
                </a:cubicBezTo>
                <a:cubicBezTo>
                  <a:pt x="16805" y="10213"/>
                  <a:pt x="16851" y="10106"/>
                  <a:pt x="16871" y="9963"/>
                </a:cubicBezTo>
                <a:cubicBezTo>
                  <a:pt x="16970" y="10030"/>
                  <a:pt x="16970" y="10147"/>
                  <a:pt x="16966" y="10249"/>
                </a:cubicBezTo>
                <a:cubicBezTo>
                  <a:pt x="16958" y="10540"/>
                  <a:pt x="17065" y="10734"/>
                  <a:pt x="17251" y="10897"/>
                </a:cubicBezTo>
                <a:cubicBezTo>
                  <a:pt x="17440" y="11060"/>
                  <a:pt x="17630" y="11239"/>
                  <a:pt x="17675" y="11555"/>
                </a:cubicBezTo>
                <a:cubicBezTo>
                  <a:pt x="17679" y="11585"/>
                  <a:pt x="17696" y="11601"/>
                  <a:pt x="17717" y="11616"/>
                </a:cubicBezTo>
                <a:cubicBezTo>
                  <a:pt x="17923" y="11759"/>
                  <a:pt x="18071" y="11988"/>
                  <a:pt x="18253" y="12167"/>
                </a:cubicBezTo>
                <a:cubicBezTo>
                  <a:pt x="18327" y="12243"/>
                  <a:pt x="18310" y="12274"/>
                  <a:pt x="18232" y="12315"/>
                </a:cubicBezTo>
                <a:cubicBezTo>
                  <a:pt x="17783" y="12565"/>
                  <a:pt x="17370" y="12896"/>
                  <a:pt x="16950" y="13228"/>
                </a:cubicBezTo>
                <a:cubicBezTo>
                  <a:pt x="17016" y="13263"/>
                  <a:pt x="17057" y="13233"/>
                  <a:pt x="17106" y="13202"/>
                </a:cubicBezTo>
                <a:cubicBezTo>
                  <a:pt x="17494" y="12947"/>
                  <a:pt x="17882" y="12697"/>
                  <a:pt x="18244" y="12396"/>
                </a:cubicBezTo>
                <a:cubicBezTo>
                  <a:pt x="18290" y="12361"/>
                  <a:pt x="18323" y="12325"/>
                  <a:pt x="18347" y="12422"/>
                </a:cubicBezTo>
                <a:cubicBezTo>
                  <a:pt x="18364" y="12493"/>
                  <a:pt x="18422" y="12529"/>
                  <a:pt x="18471" y="12570"/>
                </a:cubicBezTo>
                <a:cubicBezTo>
                  <a:pt x="18628" y="12707"/>
                  <a:pt x="18801" y="12820"/>
                  <a:pt x="18958" y="12957"/>
                </a:cubicBezTo>
                <a:cubicBezTo>
                  <a:pt x="19044" y="13034"/>
                  <a:pt x="19172" y="13044"/>
                  <a:pt x="19279" y="13085"/>
                </a:cubicBezTo>
                <a:cubicBezTo>
                  <a:pt x="18294" y="13376"/>
                  <a:pt x="17346" y="13794"/>
                  <a:pt x="16418" y="14289"/>
                </a:cubicBezTo>
                <a:cubicBezTo>
                  <a:pt x="16616" y="14350"/>
                  <a:pt x="16793" y="14238"/>
                  <a:pt x="16979" y="14202"/>
                </a:cubicBezTo>
                <a:cubicBezTo>
                  <a:pt x="17424" y="14115"/>
                  <a:pt x="17861" y="13972"/>
                  <a:pt x="18294" y="13819"/>
                </a:cubicBezTo>
                <a:cubicBezTo>
                  <a:pt x="18372" y="13794"/>
                  <a:pt x="18446" y="13784"/>
                  <a:pt x="18525" y="13814"/>
                </a:cubicBezTo>
                <a:cubicBezTo>
                  <a:pt x="18496" y="13753"/>
                  <a:pt x="18516" y="13733"/>
                  <a:pt x="18566" y="13717"/>
                </a:cubicBezTo>
                <a:cubicBezTo>
                  <a:pt x="18669" y="13687"/>
                  <a:pt x="18764" y="13728"/>
                  <a:pt x="18855" y="13768"/>
                </a:cubicBezTo>
                <a:cubicBezTo>
                  <a:pt x="19015" y="13840"/>
                  <a:pt x="19168" y="13926"/>
                  <a:pt x="19325" y="14008"/>
                </a:cubicBezTo>
                <a:cubicBezTo>
                  <a:pt x="19403" y="14049"/>
                  <a:pt x="19452" y="14115"/>
                  <a:pt x="19473" y="14222"/>
                </a:cubicBezTo>
                <a:cubicBezTo>
                  <a:pt x="19560" y="14635"/>
                  <a:pt x="19737" y="14977"/>
                  <a:pt x="19984" y="15268"/>
                </a:cubicBezTo>
                <a:cubicBezTo>
                  <a:pt x="20021" y="15227"/>
                  <a:pt x="19988" y="15191"/>
                  <a:pt x="19976" y="15166"/>
                </a:cubicBezTo>
                <a:cubicBezTo>
                  <a:pt x="19733" y="14595"/>
                  <a:pt x="19605" y="13977"/>
                  <a:pt x="19584" y="13340"/>
                </a:cubicBezTo>
                <a:cubicBezTo>
                  <a:pt x="19572" y="12917"/>
                  <a:pt x="19621" y="12488"/>
                  <a:pt x="19671" y="12070"/>
                </a:cubicBezTo>
                <a:cubicBezTo>
                  <a:pt x="19753" y="11346"/>
                  <a:pt x="19836" y="10627"/>
                  <a:pt x="19865" y="9882"/>
                </a:cubicBezTo>
                <a:cubicBezTo>
                  <a:pt x="19799" y="9938"/>
                  <a:pt x="19823" y="10045"/>
                  <a:pt x="19757" y="10111"/>
                </a:cubicBezTo>
                <a:cubicBezTo>
                  <a:pt x="19778" y="9647"/>
                  <a:pt x="19778" y="9198"/>
                  <a:pt x="19774" y="8744"/>
                </a:cubicBezTo>
                <a:cubicBezTo>
                  <a:pt x="20211" y="10020"/>
                  <a:pt x="20660" y="11290"/>
                  <a:pt x="21238" y="12478"/>
                </a:cubicBezTo>
                <a:cubicBezTo>
                  <a:pt x="21238" y="12294"/>
                  <a:pt x="21167" y="12141"/>
                  <a:pt x="21114" y="11983"/>
                </a:cubicBezTo>
                <a:cubicBezTo>
                  <a:pt x="20718" y="10871"/>
                  <a:pt x="20285" y="9780"/>
                  <a:pt x="19815" y="8709"/>
                </a:cubicBezTo>
                <a:cubicBezTo>
                  <a:pt x="19803" y="8683"/>
                  <a:pt x="19795" y="8658"/>
                  <a:pt x="19786" y="8632"/>
                </a:cubicBezTo>
                <a:cubicBezTo>
                  <a:pt x="19766" y="8561"/>
                  <a:pt x="19724" y="8474"/>
                  <a:pt x="19786" y="8418"/>
                </a:cubicBezTo>
                <a:cubicBezTo>
                  <a:pt x="19844" y="8362"/>
                  <a:pt x="19881" y="8454"/>
                  <a:pt x="19926" y="8489"/>
                </a:cubicBezTo>
                <a:cubicBezTo>
                  <a:pt x="20108" y="8653"/>
                  <a:pt x="20289" y="8816"/>
                  <a:pt x="20471" y="8984"/>
                </a:cubicBezTo>
                <a:cubicBezTo>
                  <a:pt x="20557" y="9188"/>
                  <a:pt x="20722" y="9285"/>
                  <a:pt x="20858" y="9423"/>
                </a:cubicBezTo>
                <a:cubicBezTo>
                  <a:pt x="21081" y="9642"/>
                  <a:pt x="21320" y="9841"/>
                  <a:pt x="21588" y="9969"/>
                </a:cubicBezTo>
                <a:close/>
                <a:moveTo>
                  <a:pt x="18343" y="13008"/>
                </a:moveTo>
                <a:cubicBezTo>
                  <a:pt x="18479" y="13085"/>
                  <a:pt x="18624" y="13146"/>
                  <a:pt x="18776" y="13167"/>
                </a:cubicBezTo>
                <a:cubicBezTo>
                  <a:pt x="18624" y="13146"/>
                  <a:pt x="18512" y="12968"/>
                  <a:pt x="18343" y="13008"/>
                </a:cubicBezTo>
                <a:close/>
                <a:moveTo>
                  <a:pt x="17510" y="11774"/>
                </a:moveTo>
                <a:cubicBezTo>
                  <a:pt x="17581" y="11769"/>
                  <a:pt x="17601" y="11693"/>
                  <a:pt x="17618" y="11616"/>
                </a:cubicBezTo>
                <a:cubicBezTo>
                  <a:pt x="17581" y="11667"/>
                  <a:pt x="17548" y="11718"/>
                  <a:pt x="17510" y="11774"/>
                </a:cubicBezTo>
                <a:close/>
                <a:moveTo>
                  <a:pt x="17424" y="11917"/>
                </a:moveTo>
                <a:cubicBezTo>
                  <a:pt x="17469" y="11861"/>
                  <a:pt x="17515" y="11840"/>
                  <a:pt x="17506" y="11779"/>
                </a:cubicBezTo>
                <a:cubicBezTo>
                  <a:pt x="17477" y="11810"/>
                  <a:pt x="17440" y="11835"/>
                  <a:pt x="17424" y="11917"/>
                </a:cubicBezTo>
                <a:close/>
                <a:moveTo>
                  <a:pt x="17374" y="11953"/>
                </a:moveTo>
                <a:cubicBezTo>
                  <a:pt x="17374" y="11958"/>
                  <a:pt x="17378" y="11968"/>
                  <a:pt x="17378" y="11973"/>
                </a:cubicBezTo>
                <a:cubicBezTo>
                  <a:pt x="17383" y="11968"/>
                  <a:pt x="17387" y="11958"/>
                  <a:pt x="17391" y="11953"/>
                </a:cubicBezTo>
                <a:cubicBezTo>
                  <a:pt x="17383" y="11953"/>
                  <a:pt x="17378" y="11953"/>
                  <a:pt x="17374" y="11953"/>
                </a:cubicBezTo>
                <a:close/>
                <a:moveTo>
                  <a:pt x="16925" y="12478"/>
                </a:moveTo>
                <a:cubicBezTo>
                  <a:pt x="16933" y="12488"/>
                  <a:pt x="16946" y="12503"/>
                  <a:pt x="16954" y="12514"/>
                </a:cubicBezTo>
                <a:cubicBezTo>
                  <a:pt x="17094" y="12335"/>
                  <a:pt x="17234" y="12157"/>
                  <a:pt x="17374" y="11978"/>
                </a:cubicBezTo>
                <a:cubicBezTo>
                  <a:pt x="17181" y="12095"/>
                  <a:pt x="17078" y="12320"/>
                  <a:pt x="16925" y="12478"/>
                </a:cubicBezTo>
                <a:close/>
                <a:moveTo>
                  <a:pt x="16694" y="12927"/>
                </a:moveTo>
                <a:cubicBezTo>
                  <a:pt x="17024" y="12641"/>
                  <a:pt x="17333" y="12320"/>
                  <a:pt x="17609" y="11958"/>
                </a:cubicBezTo>
                <a:cubicBezTo>
                  <a:pt x="17618" y="11953"/>
                  <a:pt x="17622" y="11942"/>
                  <a:pt x="17626" y="11937"/>
                </a:cubicBezTo>
                <a:cubicBezTo>
                  <a:pt x="17646" y="11912"/>
                  <a:pt x="17663" y="11891"/>
                  <a:pt x="17684" y="11866"/>
                </a:cubicBezTo>
                <a:cubicBezTo>
                  <a:pt x="17717" y="11830"/>
                  <a:pt x="17750" y="11795"/>
                  <a:pt x="17795" y="11744"/>
                </a:cubicBezTo>
                <a:cubicBezTo>
                  <a:pt x="17717" y="11738"/>
                  <a:pt x="17692" y="11795"/>
                  <a:pt x="17663" y="11840"/>
                </a:cubicBezTo>
                <a:cubicBezTo>
                  <a:pt x="17642" y="11861"/>
                  <a:pt x="17626" y="11881"/>
                  <a:pt x="17605" y="11902"/>
                </a:cubicBezTo>
                <a:cubicBezTo>
                  <a:pt x="17597" y="11912"/>
                  <a:pt x="17589" y="11922"/>
                  <a:pt x="17576" y="11932"/>
                </a:cubicBezTo>
                <a:cubicBezTo>
                  <a:pt x="17288" y="12264"/>
                  <a:pt x="16991" y="12595"/>
                  <a:pt x="16694" y="12927"/>
                </a:cubicBezTo>
                <a:close/>
                <a:moveTo>
                  <a:pt x="18986" y="15819"/>
                </a:moveTo>
                <a:cubicBezTo>
                  <a:pt x="18681" y="15574"/>
                  <a:pt x="18417" y="15273"/>
                  <a:pt x="18133" y="14992"/>
                </a:cubicBezTo>
                <a:cubicBezTo>
                  <a:pt x="17993" y="14855"/>
                  <a:pt x="17857" y="14707"/>
                  <a:pt x="17684" y="14615"/>
                </a:cubicBezTo>
                <a:cubicBezTo>
                  <a:pt x="17692" y="14732"/>
                  <a:pt x="17754" y="14799"/>
                  <a:pt x="17816" y="14860"/>
                </a:cubicBezTo>
                <a:cubicBezTo>
                  <a:pt x="18042" y="15105"/>
                  <a:pt x="18269" y="15344"/>
                  <a:pt x="18496" y="15579"/>
                </a:cubicBezTo>
                <a:cubicBezTo>
                  <a:pt x="18632" y="15717"/>
                  <a:pt x="18772" y="15844"/>
                  <a:pt x="18933" y="15931"/>
                </a:cubicBezTo>
                <a:cubicBezTo>
                  <a:pt x="18970" y="15951"/>
                  <a:pt x="19024" y="15997"/>
                  <a:pt x="19048" y="15926"/>
                </a:cubicBezTo>
                <a:cubicBezTo>
                  <a:pt x="19073" y="15870"/>
                  <a:pt x="19015" y="15844"/>
                  <a:pt x="18986" y="15819"/>
                </a:cubicBezTo>
                <a:close/>
                <a:moveTo>
                  <a:pt x="19213" y="14365"/>
                </a:moveTo>
                <a:cubicBezTo>
                  <a:pt x="18991" y="14171"/>
                  <a:pt x="18789" y="13942"/>
                  <a:pt x="18533" y="13809"/>
                </a:cubicBezTo>
                <a:cubicBezTo>
                  <a:pt x="18652" y="13952"/>
                  <a:pt x="18813" y="14018"/>
                  <a:pt x="18941" y="14146"/>
                </a:cubicBezTo>
                <a:cubicBezTo>
                  <a:pt x="19028" y="14227"/>
                  <a:pt x="19122" y="14294"/>
                  <a:pt x="19213" y="14365"/>
                </a:cubicBezTo>
                <a:close/>
                <a:moveTo>
                  <a:pt x="20970" y="14105"/>
                </a:moveTo>
                <a:cubicBezTo>
                  <a:pt x="20891" y="13702"/>
                  <a:pt x="20854" y="13289"/>
                  <a:pt x="20866" y="12855"/>
                </a:cubicBezTo>
                <a:cubicBezTo>
                  <a:pt x="20710" y="13146"/>
                  <a:pt x="20763" y="13809"/>
                  <a:pt x="20970" y="14105"/>
                </a:cubicBezTo>
                <a:close/>
                <a:moveTo>
                  <a:pt x="15614" y="20011"/>
                </a:moveTo>
                <a:cubicBezTo>
                  <a:pt x="15622" y="20088"/>
                  <a:pt x="15593" y="20098"/>
                  <a:pt x="15548" y="20103"/>
                </a:cubicBezTo>
                <a:cubicBezTo>
                  <a:pt x="15375" y="20113"/>
                  <a:pt x="15197" y="20118"/>
                  <a:pt x="15024" y="20123"/>
                </a:cubicBezTo>
                <a:cubicBezTo>
                  <a:pt x="14946" y="20129"/>
                  <a:pt x="14958" y="20047"/>
                  <a:pt x="14950" y="19996"/>
                </a:cubicBezTo>
                <a:cubicBezTo>
                  <a:pt x="14818" y="19328"/>
                  <a:pt x="14690" y="18665"/>
                  <a:pt x="14563" y="17997"/>
                </a:cubicBezTo>
                <a:cubicBezTo>
                  <a:pt x="14530" y="17833"/>
                  <a:pt x="14501" y="17675"/>
                  <a:pt x="14464" y="17512"/>
                </a:cubicBezTo>
                <a:cubicBezTo>
                  <a:pt x="14443" y="17415"/>
                  <a:pt x="14439" y="17349"/>
                  <a:pt x="14546" y="17323"/>
                </a:cubicBezTo>
                <a:cubicBezTo>
                  <a:pt x="14666" y="17298"/>
                  <a:pt x="14765" y="17196"/>
                  <a:pt x="14872" y="17129"/>
                </a:cubicBezTo>
                <a:cubicBezTo>
                  <a:pt x="15111" y="16976"/>
                  <a:pt x="15350" y="16834"/>
                  <a:pt x="15581" y="16665"/>
                </a:cubicBezTo>
                <a:cubicBezTo>
                  <a:pt x="15189" y="16839"/>
                  <a:pt x="14814" y="17058"/>
                  <a:pt x="14435" y="17293"/>
                </a:cubicBezTo>
                <a:cubicBezTo>
                  <a:pt x="14414" y="17186"/>
                  <a:pt x="14340" y="17094"/>
                  <a:pt x="14505" y="17033"/>
                </a:cubicBezTo>
                <a:cubicBezTo>
                  <a:pt x="14756" y="16941"/>
                  <a:pt x="14991" y="16798"/>
                  <a:pt x="15230" y="16665"/>
                </a:cubicBezTo>
                <a:cubicBezTo>
                  <a:pt x="14975" y="16737"/>
                  <a:pt x="14732" y="16849"/>
                  <a:pt x="14492" y="16976"/>
                </a:cubicBezTo>
                <a:cubicBezTo>
                  <a:pt x="14393" y="17027"/>
                  <a:pt x="14373" y="17017"/>
                  <a:pt x="14344" y="16885"/>
                </a:cubicBezTo>
                <a:cubicBezTo>
                  <a:pt x="14187" y="16155"/>
                  <a:pt x="14039" y="15421"/>
                  <a:pt x="13911" y="14681"/>
                </a:cubicBezTo>
                <a:cubicBezTo>
                  <a:pt x="13899" y="14620"/>
                  <a:pt x="13899" y="14569"/>
                  <a:pt x="13911" y="14503"/>
                </a:cubicBezTo>
                <a:cubicBezTo>
                  <a:pt x="13944" y="14345"/>
                  <a:pt x="13895" y="14273"/>
                  <a:pt x="13763" y="14268"/>
                </a:cubicBezTo>
                <a:cubicBezTo>
                  <a:pt x="13643" y="14263"/>
                  <a:pt x="13519" y="14268"/>
                  <a:pt x="13400" y="14278"/>
                </a:cubicBezTo>
                <a:cubicBezTo>
                  <a:pt x="13301" y="14283"/>
                  <a:pt x="13280" y="14258"/>
                  <a:pt x="13334" y="14141"/>
                </a:cubicBezTo>
                <a:cubicBezTo>
                  <a:pt x="13627" y="13518"/>
                  <a:pt x="13895" y="12881"/>
                  <a:pt x="14146" y="12233"/>
                </a:cubicBezTo>
                <a:cubicBezTo>
                  <a:pt x="14410" y="11560"/>
                  <a:pt x="14653" y="10882"/>
                  <a:pt x="14872" y="10183"/>
                </a:cubicBezTo>
                <a:cubicBezTo>
                  <a:pt x="14929" y="10004"/>
                  <a:pt x="14901" y="9897"/>
                  <a:pt x="14789" y="9780"/>
                </a:cubicBezTo>
                <a:cubicBezTo>
                  <a:pt x="14661" y="9652"/>
                  <a:pt x="14546" y="9504"/>
                  <a:pt x="14414" y="9357"/>
                </a:cubicBezTo>
                <a:cubicBezTo>
                  <a:pt x="14579" y="9260"/>
                  <a:pt x="14740" y="9188"/>
                  <a:pt x="14851" y="9025"/>
                </a:cubicBezTo>
                <a:cubicBezTo>
                  <a:pt x="14859" y="9015"/>
                  <a:pt x="14872" y="9005"/>
                  <a:pt x="14884" y="9005"/>
                </a:cubicBezTo>
                <a:cubicBezTo>
                  <a:pt x="14995" y="8989"/>
                  <a:pt x="15000" y="8984"/>
                  <a:pt x="14929" y="8862"/>
                </a:cubicBezTo>
                <a:cubicBezTo>
                  <a:pt x="14851" y="8719"/>
                  <a:pt x="14765" y="8586"/>
                  <a:pt x="14661" y="8423"/>
                </a:cubicBezTo>
                <a:cubicBezTo>
                  <a:pt x="14793" y="8495"/>
                  <a:pt x="14896" y="8556"/>
                  <a:pt x="15008" y="8607"/>
                </a:cubicBezTo>
                <a:cubicBezTo>
                  <a:pt x="15569" y="8872"/>
                  <a:pt x="16109" y="9188"/>
                  <a:pt x="16661" y="9474"/>
                </a:cubicBezTo>
                <a:cubicBezTo>
                  <a:pt x="16764" y="9525"/>
                  <a:pt x="16801" y="9550"/>
                  <a:pt x="16715" y="9698"/>
                </a:cubicBezTo>
                <a:cubicBezTo>
                  <a:pt x="16525" y="10030"/>
                  <a:pt x="16476" y="10428"/>
                  <a:pt x="16418" y="10820"/>
                </a:cubicBezTo>
                <a:cubicBezTo>
                  <a:pt x="16274" y="11846"/>
                  <a:pt x="16125" y="12866"/>
                  <a:pt x="15981" y="13891"/>
                </a:cubicBezTo>
                <a:cubicBezTo>
                  <a:pt x="15973" y="13947"/>
                  <a:pt x="15944" y="14003"/>
                  <a:pt x="15935" y="14064"/>
                </a:cubicBezTo>
                <a:cubicBezTo>
                  <a:pt x="15931" y="14105"/>
                  <a:pt x="15911" y="14176"/>
                  <a:pt x="15964" y="14192"/>
                </a:cubicBezTo>
                <a:cubicBezTo>
                  <a:pt x="16006" y="14202"/>
                  <a:pt x="16018" y="14141"/>
                  <a:pt x="16030" y="14105"/>
                </a:cubicBezTo>
                <a:cubicBezTo>
                  <a:pt x="16051" y="14049"/>
                  <a:pt x="16034" y="13972"/>
                  <a:pt x="16096" y="13911"/>
                </a:cubicBezTo>
                <a:cubicBezTo>
                  <a:pt x="16080" y="14059"/>
                  <a:pt x="16072" y="14192"/>
                  <a:pt x="16018" y="14319"/>
                </a:cubicBezTo>
                <a:cubicBezTo>
                  <a:pt x="15804" y="14850"/>
                  <a:pt x="15593" y="15380"/>
                  <a:pt x="15383" y="15910"/>
                </a:cubicBezTo>
                <a:cubicBezTo>
                  <a:pt x="15375" y="15931"/>
                  <a:pt x="15375" y="15951"/>
                  <a:pt x="15379" y="15977"/>
                </a:cubicBezTo>
                <a:cubicBezTo>
                  <a:pt x="15606" y="15686"/>
                  <a:pt x="15738" y="15309"/>
                  <a:pt x="15927" y="14957"/>
                </a:cubicBezTo>
                <a:cubicBezTo>
                  <a:pt x="15964" y="15059"/>
                  <a:pt x="15927" y="15130"/>
                  <a:pt x="15915" y="15196"/>
                </a:cubicBezTo>
                <a:cubicBezTo>
                  <a:pt x="15820" y="15732"/>
                  <a:pt x="15717" y="16262"/>
                  <a:pt x="15622" y="16793"/>
                </a:cubicBezTo>
                <a:cubicBezTo>
                  <a:pt x="15606" y="16880"/>
                  <a:pt x="15577" y="16946"/>
                  <a:pt x="15507" y="16992"/>
                </a:cubicBezTo>
                <a:cubicBezTo>
                  <a:pt x="15346" y="17099"/>
                  <a:pt x="15214" y="17257"/>
                  <a:pt x="15082" y="17415"/>
                </a:cubicBezTo>
                <a:cubicBezTo>
                  <a:pt x="15053" y="17451"/>
                  <a:pt x="15012" y="17492"/>
                  <a:pt x="15053" y="17543"/>
                </a:cubicBezTo>
                <a:cubicBezTo>
                  <a:pt x="15086" y="17583"/>
                  <a:pt x="15119" y="17527"/>
                  <a:pt x="15144" y="17502"/>
                </a:cubicBezTo>
                <a:cubicBezTo>
                  <a:pt x="15280" y="17349"/>
                  <a:pt x="15416" y="17196"/>
                  <a:pt x="15573" y="17022"/>
                </a:cubicBezTo>
                <a:cubicBezTo>
                  <a:pt x="15503" y="17374"/>
                  <a:pt x="15449" y="17696"/>
                  <a:pt x="15366" y="18012"/>
                </a:cubicBezTo>
                <a:cubicBezTo>
                  <a:pt x="15334" y="18134"/>
                  <a:pt x="15334" y="18246"/>
                  <a:pt x="15354" y="18364"/>
                </a:cubicBezTo>
                <a:cubicBezTo>
                  <a:pt x="15420" y="18726"/>
                  <a:pt x="15498" y="19083"/>
                  <a:pt x="15560" y="19445"/>
                </a:cubicBezTo>
                <a:cubicBezTo>
                  <a:pt x="15585" y="19629"/>
                  <a:pt x="15589" y="19822"/>
                  <a:pt x="15614" y="20011"/>
                </a:cubicBezTo>
                <a:close/>
                <a:moveTo>
                  <a:pt x="15812" y="11126"/>
                </a:moveTo>
                <a:cubicBezTo>
                  <a:pt x="15845" y="10876"/>
                  <a:pt x="15894" y="10504"/>
                  <a:pt x="15944" y="10127"/>
                </a:cubicBezTo>
                <a:cubicBezTo>
                  <a:pt x="15832" y="10494"/>
                  <a:pt x="15820" y="10876"/>
                  <a:pt x="15812" y="11126"/>
                </a:cubicBezTo>
                <a:close/>
                <a:moveTo>
                  <a:pt x="15725" y="13575"/>
                </a:moveTo>
                <a:cubicBezTo>
                  <a:pt x="15804" y="13554"/>
                  <a:pt x="15832" y="13513"/>
                  <a:pt x="15824" y="13422"/>
                </a:cubicBezTo>
                <a:cubicBezTo>
                  <a:pt x="15804" y="13187"/>
                  <a:pt x="15766" y="12957"/>
                  <a:pt x="15705" y="12733"/>
                </a:cubicBezTo>
                <a:cubicBezTo>
                  <a:pt x="15667" y="12876"/>
                  <a:pt x="15700" y="13019"/>
                  <a:pt x="15705" y="13161"/>
                </a:cubicBezTo>
                <a:cubicBezTo>
                  <a:pt x="15709" y="13258"/>
                  <a:pt x="15746" y="13381"/>
                  <a:pt x="15713" y="13452"/>
                </a:cubicBezTo>
                <a:cubicBezTo>
                  <a:pt x="15676" y="13529"/>
                  <a:pt x="15564" y="13483"/>
                  <a:pt x="15486" y="13493"/>
                </a:cubicBezTo>
                <a:cubicBezTo>
                  <a:pt x="14934" y="13569"/>
                  <a:pt x="14393" y="13722"/>
                  <a:pt x="13853" y="13865"/>
                </a:cubicBezTo>
                <a:cubicBezTo>
                  <a:pt x="13771" y="13886"/>
                  <a:pt x="13684" y="13891"/>
                  <a:pt x="13585" y="13977"/>
                </a:cubicBezTo>
                <a:cubicBezTo>
                  <a:pt x="13779" y="13998"/>
                  <a:pt x="13932" y="13942"/>
                  <a:pt x="14088" y="13911"/>
                </a:cubicBezTo>
                <a:cubicBezTo>
                  <a:pt x="14637" y="13794"/>
                  <a:pt x="15185" y="13707"/>
                  <a:pt x="15725" y="13575"/>
                </a:cubicBezTo>
                <a:close/>
                <a:moveTo>
                  <a:pt x="1889" y="9816"/>
                </a:moveTo>
                <a:cubicBezTo>
                  <a:pt x="1889" y="9816"/>
                  <a:pt x="1889" y="9816"/>
                  <a:pt x="1889" y="9816"/>
                </a:cubicBezTo>
                <a:cubicBezTo>
                  <a:pt x="1889" y="9810"/>
                  <a:pt x="1889" y="9810"/>
                  <a:pt x="1893" y="9805"/>
                </a:cubicBezTo>
                <a:lnTo>
                  <a:pt x="1889" y="9816"/>
                </a:lnTo>
                <a:close/>
                <a:moveTo>
                  <a:pt x="1687" y="9158"/>
                </a:moveTo>
                <a:cubicBezTo>
                  <a:pt x="1683" y="8913"/>
                  <a:pt x="1683" y="8673"/>
                  <a:pt x="1678" y="8428"/>
                </a:cubicBezTo>
                <a:cubicBezTo>
                  <a:pt x="1678" y="8347"/>
                  <a:pt x="1707" y="8326"/>
                  <a:pt x="1765" y="8321"/>
                </a:cubicBezTo>
                <a:cubicBezTo>
                  <a:pt x="2115" y="8280"/>
                  <a:pt x="2445" y="8148"/>
                  <a:pt x="2767" y="7974"/>
                </a:cubicBezTo>
                <a:cubicBezTo>
                  <a:pt x="3068" y="7811"/>
                  <a:pt x="3361" y="7617"/>
                  <a:pt x="3641" y="7362"/>
                </a:cubicBezTo>
                <a:cubicBezTo>
                  <a:pt x="3641" y="7556"/>
                  <a:pt x="3579" y="7704"/>
                  <a:pt x="3550" y="7862"/>
                </a:cubicBezTo>
                <a:cubicBezTo>
                  <a:pt x="3464" y="8321"/>
                  <a:pt x="3348" y="8775"/>
                  <a:pt x="3323" y="9249"/>
                </a:cubicBezTo>
                <a:cubicBezTo>
                  <a:pt x="3352" y="9382"/>
                  <a:pt x="3245" y="9520"/>
                  <a:pt x="3336" y="9647"/>
                </a:cubicBezTo>
                <a:cubicBezTo>
                  <a:pt x="3394" y="10851"/>
                  <a:pt x="3406" y="12055"/>
                  <a:pt x="3377" y="13258"/>
                </a:cubicBezTo>
                <a:cubicBezTo>
                  <a:pt x="3435" y="13233"/>
                  <a:pt x="3451" y="13172"/>
                  <a:pt x="3459" y="13105"/>
                </a:cubicBezTo>
                <a:cubicBezTo>
                  <a:pt x="3492" y="12871"/>
                  <a:pt x="3534" y="12641"/>
                  <a:pt x="3563" y="12407"/>
                </a:cubicBezTo>
                <a:cubicBezTo>
                  <a:pt x="3587" y="12218"/>
                  <a:pt x="3604" y="12203"/>
                  <a:pt x="3732" y="12299"/>
                </a:cubicBezTo>
                <a:cubicBezTo>
                  <a:pt x="4020" y="12519"/>
                  <a:pt x="4317" y="12728"/>
                  <a:pt x="4618" y="12917"/>
                </a:cubicBezTo>
                <a:cubicBezTo>
                  <a:pt x="4729" y="12983"/>
                  <a:pt x="4816" y="13075"/>
                  <a:pt x="4890" y="13202"/>
                </a:cubicBezTo>
                <a:cubicBezTo>
                  <a:pt x="4985" y="13360"/>
                  <a:pt x="5092" y="13508"/>
                  <a:pt x="5203" y="13677"/>
                </a:cubicBezTo>
                <a:cubicBezTo>
                  <a:pt x="5088" y="13671"/>
                  <a:pt x="5030" y="13575"/>
                  <a:pt x="4952" y="13518"/>
                </a:cubicBezTo>
                <a:cubicBezTo>
                  <a:pt x="4861" y="13452"/>
                  <a:pt x="4799" y="13340"/>
                  <a:pt x="4692" y="13309"/>
                </a:cubicBezTo>
                <a:cubicBezTo>
                  <a:pt x="4791" y="13467"/>
                  <a:pt x="4948" y="13544"/>
                  <a:pt x="5072" y="13697"/>
                </a:cubicBezTo>
                <a:cubicBezTo>
                  <a:pt x="4804" y="13773"/>
                  <a:pt x="4560" y="13891"/>
                  <a:pt x="4321" y="14018"/>
                </a:cubicBezTo>
                <a:cubicBezTo>
                  <a:pt x="4639" y="13906"/>
                  <a:pt x="4956" y="13773"/>
                  <a:pt x="5307" y="13733"/>
                </a:cubicBezTo>
                <a:cubicBezTo>
                  <a:pt x="5166" y="13524"/>
                  <a:pt x="5039" y="13330"/>
                  <a:pt x="4911" y="13136"/>
                </a:cubicBezTo>
                <a:cubicBezTo>
                  <a:pt x="5393" y="13416"/>
                  <a:pt x="5880" y="13677"/>
                  <a:pt x="6403" y="13962"/>
                </a:cubicBezTo>
                <a:cubicBezTo>
                  <a:pt x="6131" y="14008"/>
                  <a:pt x="5900" y="14054"/>
                  <a:pt x="5665" y="14095"/>
                </a:cubicBezTo>
                <a:cubicBezTo>
                  <a:pt x="4948" y="14222"/>
                  <a:pt x="4230" y="14314"/>
                  <a:pt x="3505" y="14380"/>
                </a:cubicBezTo>
                <a:cubicBezTo>
                  <a:pt x="3039" y="14426"/>
                  <a:pt x="2577" y="14431"/>
                  <a:pt x="2111" y="14391"/>
                </a:cubicBezTo>
                <a:cubicBezTo>
                  <a:pt x="2021" y="14380"/>
                  <a:pt x="1996" y="14304"/>
                  <a:pt x="1971" y="14217"/>
                </a:cubicBezTo>
                <a:cubicBezTo>
                  <a:pt x="1880" y="13875"/>
                  <a:pt x="1810" y="13529"/>
                  <a:pt x="1761" y="13177"/>
                </a:cubicBezTo>
                <a:cubicBezTo>
                  <a:pt x="1753" y="13116"/>
                  <a:pt x="1748" y="13059"/>
                  <a:pt x="1740" y="12998"/>
                </a:cubicBezTo>
                <a:cubicBezTo>
                  <a:pt x="1765" y="12963"/>
                  <a:pt x="1761" y="12927"/>
                  <a:pt x="1757" y="12886"/>
                </a:cubicBezTo>
                <a:cubicBezTo>
                  <a:pt x="1707" y="12330"/>
                  <a:pt x="1707" y="11769"/>
                  <a:pt x="1695" y="11213"/>
                </a:cubicBezTo>
                <a:cubicBezTo>
                  <a:pt x="1683" y="10698"/>
                  <a:pt x="1674" y="10183"/>
                  <a:pt x="1691" y="9673"/>
                </a:cubicBezTo>
                <a:cubicBezTo>
                  <a:pt x="1720" y="9729"/>
                  <a:pt x="1740" y="9790"/>
                  <a:pt x="1773" y="9841"/>
                </a:cubicBezTo>
                <a:cubicBezTo>
                  <a:pt x="1831" y="9938"/>
                  <a:pt x="1876" y="9928"/>
                  <a:pt x="1897" y="9810"/>
                </a:cubicBezTo>
                <a:cubicBezTo>
                  <a:pt x="1909" y="9785"/>
                  <a:pt x="1926" y="9765"/>
                  <a:pt x="1938" y="9739"/>
                </a:cubicBezTo>
                <a:cubicBezTo>
                  <a:pt x="1901" y="9678"/>
                  <a:pt x="1951" y="9637"/>
                  <a:pt x="1963" y="9591"/>
                </a:cubicBezTo>
                <a:cubicBezTo>
                  <a:pt x="1988" y="9510"/>
                  <a:pt x="2029" y="9438"/>
                  <a:pt x="2029" y="9341"/>
                </a:cubicBezTo>
                <a:lnTo>
                  <a:pt x="2029" y="9331"/>
                </a:lnTo>
                <a:lnTo>
                  <a:pt x="2033" y="9326"/>
                </a:lnTo>
                <a:cubicBezTo>
                  <a:pt x="2062" y="9316"/>
                  <a:pt x="2045" y="9290"/>
                  <a:pt x="2049" y="9270"/>
                </a:cubicBezTo>
                <a:cubicBezTo>
                  <a:pt x="2058" y="9142"/>
                  <a:pt x="2136" y="9035"/>
                  <a:pt x="2120" y="8892"/>
                </a:cubicBezTo>
                <a:cubicBezTo>
                  <a:pt x="2049" y="9096"/>
                  <a:pt x="1975" y="9295"/>
                  <a:pt x="1905" y="9499"/>
                </a:cubicBezTo>
                <a:cubicBezTo>
                  <a:pt x="1864" y="9474"/>
                  <a:pt x="1823" y="9469"/>
                  <a:pt x="1786" y="9499"/>
                </a:cubicBezTo>
                <a:cubicBezTo>
                  <a:pt x="1736" y="9397"/>
                  <a:pt x="1740" y="9265"/>
                  <a:pt x="1687" y="9158"/>
                </a:cubicBezTo>
                <a:close/>
                <a:moveTo>
                  <a:pt x="4643" y="13289"/>
                </a:moveTo>
                <a:cubicBezTo>
                  <a:pt x="4655" y="13294"/>
                  <a:pt x="4672" y="13299"/>
                  <a:pt x="4684" y="13309"/>
                </a:cubicBezTo>
                <a:cubicBezTo>
                  <a:pt x="4684" y="13279"/>
                  <a:pt x="4672" y="13279"/>
                  <a:pt x="4651" y="13279"/>
                </a:cubicBezTo>
                <a:cubicBezTo>
                  <a:pt x="4651" y="13279"/>
                  <a:pt x="4647" y="13284"/>
                  <a:pt x="4643" y="13289"/>
                </a:cubicBezTo>
                <a:close/>
                <a:moveTo>
                  <a:pt x="2709" y="13921"/>
                </a:moveTo>
                <a:cubicBezTo>
                  <a:pt x="2697" y="13875"/>
                  <a:pt x="2660" y="13865"/>
                  <a:pt x="2635" y="13891"/>
                </a:cubicBezTo>
                <a:cubicBezTo>
                  <a:pt x="2585" y="13942"/>
                  <a:pt x="2532" y="13886"/>
                  <a:pt x="2482" y="13906"/>
                </a:cubicBezTo>
                <a:lnTo>
                  <a:pt x="2482" y="13906"/>
                </a:lnTo>
                <a:cubicBezTo>
                  <a:pt x="2148" y="13503"/>
                  <a:pt x="2251" y="12983"/>
                  <a:pt x="2227" y="12493"/>
                </a:cubicBezTo>
                <a:cubicBezTo>
                  <a:pt x="2161" y="12519"/>
                  <a:pt x="2177" y="12616"/>
                  <a:pt x="2136" y="12667"/>
                </a:cubicBezTo>
                <a:cubicBezTo>
                  <a:pt x="1951" y="13095"/>
                  <a:pt x="2045" y="13666"/>
                  <a:pt x="2350" y="13952"/>
                </a:cubicBezTo>
                <a:cubicBezTo>
                  <a:pt x="2445" y="14074"/>
                  <a:pt x="2573" y="14095"/>
                  <a:pt x="2668" y="14013"/>
                </a:cubicBezTo>
                <a:cubicBezTo>
                  <a:pt x="2693" y="13988"/>
                  <a:pt x="2721" y="13962"/>
                  <a:pt x="2709" y="13921"/>
                </a:cubicBezTo>
                <a:close/>
                <a:moveTo>
                  <a:pt x="1868" y="10683"/>
                </a:moveTo>
                <a:cubicBezTo>
                  <a:pt x="1988" y="10601"/>
                  <a:pt x="2891" y="8938"/>
                  <a:pt x="2911" y="8785"/>
                </a:cubicBezTo>
                <a:cubicBezTo>
                  <a:pt x="2656" y="9035"/>
                  <a:pt x="2082" y="10071"/>
                  <a:pt x="1868" y="10683"/>
                </a:cubicBezTo>
                <a:close/>
                <a:moveTo>
                  <a:pt x="14369" y="9469"/>
                </a:moveTo>
                <a:cubicBezTo>
                  <a:pt x="14464" y="9647"/>
                  <a:pt x="14583" y="9795"/>
                  <a:pt x="14715" y="9928"/>
                </a:cubicBezTo>
                <a:cubicBezTo>
                  <a:pt x="14789" y="10004"/>
                  <a:pt x="14798" y="10060"/>
                  <a:pt x="14752" y="10173"/>
                </a:cubicBezTo>
                <a:cubicBezTo>
                  <a:pt x="14241" y="11448"/>
                  <a:pt x="13713" y="12707"/>
                  <a:pt x="13260" y="14018"/>
                </a:cubicBezTo>
                <a:cubicBezTo>
                  <a:pt x="13177" y="14253"/>
                  <a:pt x="13087" y="14324"/>
                  <a:pt x="12901" y="14304"/>
                </a:cubicBezTo>
                <a:cubicBezTo>
                  <a:pt x="12744" y="14289"/>
                  <a:pt x="12740" y="14299"/>
                  <a:pt x="12781" y="14125"/>
                </a:cubicBezTo>
                <a:cubicBezTo>
                  <a:pt x="13095" y="12713"/>
                  <a:pt x="13375" y="11290"/>
                  <a:pt x="13590" y="9851"/>
                </a:cubicBezTo>
                <a:cubicBezTo>
                  <a:pt x="13668" y="9331"/>
                  <a:pt x="13796" y="8852"/>
                  <a:pt x="14006" y="8393"/>
                </a:cubicBezTo>
                <a:cubicBezTo>
                  <a:pt x="14117" y="8153"/>
                  <a:pt x="14105" y="8148"/>
                  <a:pt x="13948" y="7954"/>
                </a:cubicBezTo>
                <a:cubicBezTo>
                  <a:pt x="13911" y="7908"/>
                  <a:pt x="13870" y="7862"/>
                  <a:pt x="13895" y="7760"/>
                </a:cubicBezTo>
                <a:cubicBezTo>
                  <a:pt x="14191" y="8143"/>
                  <a:pt x="14480" y="8520"/>
                  <a:pt x="14773" y="8892"/>
                </a:cubicBezTo>
                <a:cubicBezTo>
                  <a:pt x="14822" y="8954"/>
                  <a:pt x="14793" y="8974"/>
                  <a:pt x="14748" y="9010"/>
                </a:cubicBezTo>
                <a:cubicBezTo>
                  <a:pt x="14629" y="9096"/>
                  <a:pt x="14509" y="9183"/>
                  <a:pt x="14398" y="9285"/>
                </a:cubicBezTo>
                <a:cubicBezTo>
                  <a:pt x="14328" y="9336"/>
                  <a:pt x="14323" y="9387"/>
                  <a:pt x="14369" y="9469"/>
                </a:cubicBezTo>
                <a:close/>
                <a:moveTo>
                  <a:pt x="13441" y="12294"/>
                </a:moveTo>
                <a:cubicBezTo>
                  <a:pt x="13322" y="12544"/>
                  <a:pt x="13194" y="12794"/>
                  <a:pt x="13161" y="13085"/>
                </a:cubicBezTo>
                <a:cubicBezTo>
                  <a:pt x="13289" y="12840"/>
                  <a:pt x="13371" y="12570"/>
                  <a:pt x="13441" y="12294"/>
                </a:cubicBezTo>
                <a:close/>
                <a:moveTo>
                  <a:pt x="13907" y="10678"/>
                </a:moveTo>
                <a:cubicBezTo>
                  <a:pt x="13899" y="10688"/>
                  <a:pt x="13886" y="10698"/>
                  <a:pt x="13878" y="10708"/>
                </a:cubicBezTo>
                <a:cubicBezTo>
                  <a:pt x="13870" y="10718"/>
                  <a:pt x="13862" y="10729"/>
                  <a:pt x="13849" y="10739"/>
                </a:cubicBezTo>
                <a:cubicBezTo>
                  <a:pt x="13841" y="10749"/>
                  <a:pt x="13833" y="10759"/>
                  <a:pt x="13820" y="10769"/>
                </a:cubicBezTo>
                <a:cubicBezTo>
                  <a:pt x="13726" y="10851"/>
                  <a:pt x="13647" y="10953"/>
                  <a:pt x="13577" y="11070"/>
                </a:cubicBezTo>
                <a:cubicBezTo>
                  <a:pt x="13561" y="11080"/>
                  <a:pt x="13548" y="11101"/>
                  <a:pt x="13561" y="11116"/>
                </a:cubicBezTo>
                <a:cubicBezTo>
                  <a:pt x="13577" y="11131"/>
                  <a:pt x="13585" y="11101"/>
                  <a:pt x="13594" y="11091"/>
                </a:cubicBezTo>
                <a:cubicBezTo>
                  <a:pt x="13684" y="11004"/>
                  <a:pt x="13779" y="10922"/>
                  <a:pt x="13837" y="10795"/>
                </a:cubicBezTo>
                <a:cubicBezTo>
                  <a:pt x="13845" y="10785"/>
                  <a:pt x="13853" y="10769"/>
                  <a:pt x="13866" y="10759"/>
                </a:cubicBezTo>
                <a:cubicBezTo>
                  <a:pt x="13874" y="10744"/>
                  <a:pt x="13882" y="10734"/>
                  <a:pt x="13886" y="10718"/>
                </a:cubicBezTo>
                <a:cubicBezTo>
                  <a:pt x="13907" y="10713"/>
                  <a:pt x="13915" y="10703"/>
                  <a:pt x="13907" y="10678"/>
                </a:cubicBezTo>
                <a:close/>
                <a:moveTo>
                  <a:pt x="13932" y="10647"/>
                </a:moveTo>
                <a:cubicBezTo>
                  <a:pt x="13915" y="10647"/>
                  <a:pt x="13907" y="10657"/>
                  <a:pt x="13907" y="10678"/>
                </a:cubicBezTo>
                <a:cubicBezTo>
                  <a:pt x="13928" y="10683"/>
                  <a:pt x="13936" y="10667"/>
                  <a:pt x="13932" y="10647"/>
                </a:cubicBezTo>
                <a:close/>
                <a:moveTo>
                  <a:pt x="13948" y="10621"/>
                </a:moveTo>
                <a:cubicBezTo>
                  <a:pt x="13944" y="10627"/>
                  <a:pt x="13940" y="10637"/>
                  <a:pt x="13936" y="10642"/>
                </a:cubicBezTo>
                <a:cubicBezTo>
                  <a:pt x="13948" y="10642"/>
                  <a:pt x="13961" y="10647"/>
                  <a:pt x="13948" y="10621"/>
                </a:cubicBezTo>
                <a:close/>
                <a:moveTo>
                  <a:pt x="14146" y="10264"/>
                </a:moveTo>
                <a:cubicBezTo>
                  <a:pt x="14196" y="10535"/>
                  <a:pt x="14323" y="10693"/>
                  <a:pt x="14455" y="10683"/>
                </a:cubicBezTo>
                <a:cubicBezTo>
                  <a:pt x="14361" y="10555"/>
                  <a:pt x="14266" y="10423"/>
                  <a:pt x="14146" y="10264"/>
                </a:cubicBezTo>
                <a:close/>
                <a:moveTo>
                  <a:pt x="11310" y="14212"/>
                </a:moveTo>
                <a:cubicBezTo>
                  <a:pt x="11351" y="13467"/>
                  <a:pt x="11413" y="12728"/>
                  <a:pt x="11499" y="11988"/>
                </a:cubicBezTo>
                <a:cubicBezTo>
                  <a:pt x="11557" y="11478"/>
                  <a:pt x="11573" y="10963"/>
                  <a:pt x="11652" y="10458"/>
                </a:cubicBezTo>
                <a:cubicBezTo>
                  <a:pt x="11660" y="10407"/>
                  <a:pt x="11672" y="10351"/>
                  <a:pt x="11693" y="10305"/>
                </a:cubicBezTo>
                <a:cubicBezTo>
                  <a:pt x="11714" y="10259"/>
                  <a:pt x="11755" y="10234"/>
                  <a:pt x="11796" y="10244"/>
                </a:cubicBezTo>
                <a:cubicBezTo>
                  <a:pt x="11841" y="10249"/>
                  <a:pt x="11833" y="10310"/>
                  <a:pt x="11841" y="10351"/>
                </a:cubicBezTo>
                <a:cubicBezTo>
                  <a:pt x="11977" y="11080"/>
                  <a:pt x="12060" y="11815"/>
                  <a:pt x="12097" y="12560"/>
                </a:cubicBezTo>
                <a:cubicBezTo>
                  <a:pt x="12118" y="12942"/>
                  <a:pt x="12130" y="13320"/>
                  <a:pt x="12146" y="13687"/>
                </a:cubicBezTo>
                <a:cubicBezTo>
                  <a:pt x="12146" y="13875"/>
                  <a:pt x="12142" y="14049"/>
                  <a:pt x="12146" y="14217"/>
                </a:cubicBezTo>
                <a:cubicBezTo>
                  <a:pt x="12151" y="14294"/>
                  <a:pt x="12130" y="14309"/>
                  <a:pt x="12072" y="14309"/>
                </a:cubicBezTo>
                <a:cubicBezTo>
                  <a:pt x="11846" y="14309"/>
                  <a:pt x="11615" y="14314"/>
                  <a:pt x="11388" y="14324"/>
                </a:cubicBezTo>
                <a:cubicBezTo>
                  <a:pt x="11322" y="14324"/>
                  <a:pt x="11305" y="14294"/>
                  <a:pt x="11310" y="14212"/>
                </a:cubicBezTo>
                <a:close/>
                <a:moveTo>
                  <a:pt x="11573" y="12509"/>
                </a:moveTo>
                <a:cubicBezTo>
                  <a:pt x="11578" y="12493"/>
                  <a:pt x="11590" y="12483"/>
                  <a:pt x="11590" y="12468"/>
                </a:cubicBezTo>
                <a:cubicBezTo>
                  <a:pt x="11623" y="12080"/>
                  <a:pt x="11660" y="11693"/>
                  <a:pt x="11755" y="11315"/>
                </a:cubicBezTo>
                <a:cubicBezTo>
                  <a:pt x="11788" y="11177"/>
                  <a:pt x="11784" y="11029"/>
                  <a:pt x="11689" y="10866"/>
                </a:cubicBezTo>
                <a:cubicBezTo>
                  <a:pt x="11573" y="11432"/>
                  <a:pt x="11578" y="11968"/>
                  <a:pt x="11573" y="12509"/>
                </a:cubicBezTo>
                <a:close/>
                <a:moveTo>
                  <a:pt x="13858" y="1130"/>
                </a:moveTo>
                <a:cubicBezTo>
                  <a:pt x="13886" y="1135"/>
                  <a:pt x="13919" y="1155"/>
                  <a:pt x="13948" y="1145"/>
                </a:cubicBezTo>
                <a:cubicBezTo>
                  <a:pt x="14101" y="1094"/>
                  <a:pt x="14196" y="1176"/>
                  <a:pt x="14262" y="1344"/>
                </a:cubicBezTo>
                <a:cubicBezTo>
                  <a:pt x="14323" y="1476"/>
                  <a:pt x="14410" y="1584"/>
                  <a:pt x="14468" y="1721"/>
                </a:cubicBezTo>
                <a:cubicBezTo>
                  <a:pt x="14604" y="2058"/>
                  <a:pt x="14649" y="2410"/>
                  <a:pt x="14583" y="2777"/>
                </a:cubicBezTo>
                <a:cubicBezTo>
                  <a:pt x="14571" y="2838"/>
                  <a:pt x="14550" y="2905"/>
                  <a:pt x="14587" y="2966"/>
                </a:cubicBezTo>
                <a:cubicBezTo>
                  <a:pt x="14501" y="2889"/>
                  <a:pt x="14563" y="2757"/>
                  <a:pt x="14513" y="2665"/>
                </a:cubicBezTo>
                <a:cubicBezTo>
                  <a:pt x="14476" y="2599"/>
                  <a:pt x="14468" y="2502"/>
                  <a:pt x="14443" y="2405"/>
                </a:cubicBezTo>
                <a:cubicBezTo>
                  <a:pt x="14443" y="2593"/>
                  <a:pt x="14439" y="2757"/>
                  <a:pt x="14443" y="2920"/>
                </a:cubicBezTo>
                <a:cubicBezTo>
                  <a:pt x="14447" y="2996"/>
                  <a:pt x="14431" y="3058"/>
                  <a:pt x="14389" y="3114"/>
                </a:cubicBezTo>
                <a:cubicBezTo>
                  <a:pt x="14398" y="3063"/>
                  <a:pt x="14389" y="3002"/>
                  <a:pt x="14361" y="2976"/>
                </a:cubicBezTo>
                <a:cubicBezTo>
                  <a:pt x="14224" y="2833"/>
                  <a:pt x="14167" y="2624"/>
                  <a:pt x="14047" y="2466"/>
                </a:cubicBezTo>
                <a:cubicBezTo>
                  <a:pt x="13994" y="2395"/>
                  <a:pt x="13940" y="2333"/>
                  <a:pt x="13886" y="2262"/>
                </a:cubicBezTo>
                <a:cubicBezTo>
                  <a:pt x="13878" y="2272"/>
                  <a:pt x="13866" y="2282"/>
                  <a:pt x="13858" y="2293"/>
                </a:cubicBezTo>
                <a:cubicBezTo>
                  <a:pt x="14039" y="2563"/>
                  <a:pt x="14204" y="2848"/>
                  <a:pt x="14348" y="3149"/>
                </a:cubicBezTo>
                <a:cubicBezTo>
                  <a:pt x="14352" y="3170"/>
                  <a:pt x="14369" y="3200"/>
                  <a:pt x="14365" y="3211"/>
                </a:cubicBezTo>
                <a:cubicBezTo>
                  <a:pt x="14340" y="3241"/>
                  <a:pt x="14328" y="3206"/>
                  <a:pt x="14315" y="3190"/>
                </a:cubicBezTo>
                <a:cubicBezTo>
                  <a:pt x="14158" y="3027"/>
                  <a:pt x="14031" y="2828"/>
                  <a:pt x="13907" y="2624"/>
                </a:cubicBezTo>
                <a:cubicBezTo>
                  <a:pt x="13742" y="2344"/>
                  <a:pt x="13594" y="2043"/>
                  <a:pt x="13359" y="1813"/>
                </a:cubicBezTo>
                <a:cubicBezTo>
                  <a:pt x="13544" y="1721"/>
                  <a:pt x="13730" y="1650"/>
                  <a:pt x="13816" y="1359"/>
                </a:cubicBezTo>
                <a:cubicBezTo>
                  <a:pt x="13697" y="1446"/>
                  <a:pt x="13639" y="1579"/>
                  <a:pt x="13515" y="1584"/>
                </a:cubicBezTo>
                <a:cubicBezTo>
                  <a:pt x="13651" y="1461"/>
                  <a:pt x="13754" y="1293"/>
                  <a:pt x="13858" y="1130"/>
                </a:cubicBezTo>
                <a:close/>
                <a:moveTo>
                  <a:pt x="13853" y="1308"/>
                </a:moveTo>
                <a:cubicBezTo>
                  <a:pt x="13981" y="1420"/>
                  <a:pt x="14088" y="1522"/>
                  <a:pt x="14187" y="1640"/>
                </a:cubicBezTo>
                <a:cubicBezTo>
                  <a:pt x="14109" y="1492"/>
                  <a:pt x="14051" y="1318"/>
                  <a:pt x="13853" y="1308"/>
                </a:cubicBezTo>
                <a:close/>
                <a:moveTo>
                  <a:pt x="13804" y="2196"/>
                </a:moveTo>
                <a:cubicBezTo>
                  <a:pt x="13796" y="2216"/>
                  <a:pt x="13825" y="2252"/>
                  <a:pt x="13870" y="2272"/>
                </a:cubicBezTo>
                <a:cubicBezTo>
                  <a:pt x="13862" y="2236"/>
                  <a:pt x="13862" y="2221"/>
                  <a:pt x="13853" y="2211"/>
                </a:cubicBezTo>
                <a:cubicBezTo>
                  <a:pt x="13837" y="2201"/>
                  <a:pt x="13829" y="2145"/>
                  <a:pt x="13804" y="2196"/>
                </a:cubicBezTo>
                <a:close/>
                <a:moveTo>
                  <a:pt x="6787" y="11601"/>
                </a:moveTo>
                <a:cubicBezTo>
                  <a:pt x="6902" y="11846"/>
                  <a:pt x="7001" y="12101"/>
                  <a:pt x="7108" y="12356"/>
                </a:cubicBezTo>
                <a:cubicBezTo>
                  <a:pt x="7096" y="11693"/>
                  <a:pt x="7071" y="11040"/>
                  <a:pt x="7038" y="10392"/>
                </a:cubicBezTo>
                <a:cubicBezTo>
                  <a:pt x="7030" y="10188"/>
                  <a:pt x="7046" y="9984"/>
                  <a:pt x="7005" y="9780"/>
                </a:cubicBezTo>
                <a:cubicBezTo>
                  <a:pt x="6733" y="9958"/>
                  <a:pt x="6486" y="10173"/>
                  <a:pt x="6251" y="10417"/>
                </a:cubicBezTo>
                <a:cubicBezTo>
                  <a:pt x="6177" y="10494"/>
                  <a:pt x="6251" y="10570"/>
                  <a:pt x="6280" y="10647"/>
                </a:cubicBezTo>
                <a:cubicBezTo>
                  <a:pt x="6510" y="10907"/>
                  <a:pt x="6630" y="11269"/>
                  <a:pt x="6787" y="11601"/>
                </a:cubicBezTo>
                <a:close/>
                <a:moveTo>
                  <a:pt x="16137" y="19394"/>
                </a:moveTo>
                <a:cubicBezTo>
                  <a:pt x="15944" y="18802"/>
                  <a:pt x="15808" y="18195"/>
                  <a:pt x="15680" y="17563"/>
                </a:cubicBezTo>
                <a:cubicBezTo>
                  <a:pt x="15527" y="17935"/>
                  <a:pt x="15507" y="18292"/>
                  <a:pt x="15643" y="18660"/>
                </a:cubicBezTo>
                <a:cubicBezTo>
                  <a:pt x="15659" y="18706"/>
                  <a:pt x="15663" y="18757"/>
                  <a:pt x="15667" y="18802"/>
                </a:cubicBezTo>
                <a:cubicBezTo>
                  <a:pt x="15705" y="19190"/>
                  <a:pt x="15709" y="19578"/>
                  <a:pt x="15688" y="19965"/>
                </a:cubicBezTo>
                <a:cubicBezTo>
                  <a:pt x="15684" y="20057"/>
                  <a:pt x="15700" y="20093"/>
                  <a:pt x="15779" y="20093"/>
                </a:cubicBezTo>
                <a:cubicBezTo>
                  <a:pt x="15940" y="20088"/>
                  <a:pt x="16100" y="20083"/>
                  <a:pt x="16261" y="20093"/>
                </a:cubicBezTo>
                <a:cubicBezTo>
                  <a:pt x="16368" y="20098"/>
                  <a:pt x="16356" y="20052"/>
                  <a:pt x="16323" y="19960"/>
                </a:cubicBezTo>
                <a:cubicBezTo>
                  <a:pt x="16261" y="19771"/>
                  <a:pt x="16199" y="19583"/>
                  <a:pt x="16137" y="19394"/>
                </a:cubicBezTo>
                <a:close/>
                <a:moveTo>
                  <a:pt x="11314" y="9010"/>
                </a:moveTo>
                <a:cubicBezTo>
                  <a:pt x="11421" y="9351"/>
                  <a:pt x="11528" y="9708"/>
                  <a:pt x="11615" y="10071"/>
                </a:cubicBezTo>
                <a:cubicBezTo>
                  <a:pt x="11652" y="10234"/>
                  <a:pt x="11681" y="10244"/>
                  <a:pt x="11792" y="10152"/>
                </a:cubicBezTo>
                <a:cubicBezTo>
                  <a:pt x="11837" y="10117"/>
                  <a:pt x="11858" y="10066"/>
                  <a:pt x="11874" y="10009"/>
                </a:cubicBezTo>
                <a:cubicBezTo>
                  <a:pt x="11932" y="9805"/>
                  <a:pt x="11994" y="9606"/>
                  <a:pt x="12052" y="9402"/>
                </a:cubicBezTo>
                <a:cubicBezTo>
                  <a:pt x="12097" y="9249"/>
                  <a:pt x="12138" y="9091"/>
                  <a:pt x="12184" y="8933"/>
                </a:cubicBezTo>
                <a:cubicBezTo>
                  <a:pt x="11899" y="9122"/>
                  <a:pt x="11615" y="9061"/>
                  <a:pt x="11314" y="9010"/>
                </a:cubicBezTo>
                <a:close/>
                <a:moveTo>
                  <a:pt x="18809" y="13651"/>
                </a:moveTo>
                <a:cubicBezTo>
                  <a:pt x="18805" y="13677"/>
                  <a:pt x="18822" y="13692"/>
                  <a:pt x="18838" y="13697"/>
                </a:cubicBezTo>
                <a:cubicBezTo>
                  <a:pt x="19036" y="13763"/>
                  <a:pt x="19213" y="13901"/>
                  <a:pt x="19419" y="13983"/>
                </a:cubicBezTo>
                <a:cubicBezTo>
                  <a:pt x="19399" y="13773"/>
                  <a:pt x="19382" y="13585"/>
                  <a:pt x="19366" y="13376"/>
                </a:cubicBezTo>
                <a:cubicBezTo>
                  <a:pt x="19197" y="13467"/>
                  <a:pt x="19040" y="13544"/>
                  <a:pt x="18875" y="13600"/>
                </a:cubicBezTo>
                <a:cubicBezTo>
                  <a:pt x="18850" y="13605"/>
                  <a:pt x="18817" y="13610"/>
                  <a:pt x="18809" y="13651"/>
                </a:cubicBezTo>
                <a:close/>
                <a:moveTo>
                  <a:pt x="11004" y="7786"/>
                </a:moveTo>
                <a:cubicBezTo>
                  <a:pt x="11050" y="7786"/>
                  <a:pt x="11079" y="7765"/>
                  <a:pt x="11054" y="7699"/>
                </a:cubicBezTo>
                <a:cubicBezTo>
                  <a:pt x="11033" y="7643"/>
                  <a:pt x="11004" y="7587"/>
                  <a:pt x="11009" y="7520"/>
                </a:cubicBezTo>
                <a:cubicBezTo>
                  <a:pt x="11066" y="7551"/>
                  <a:pt x="11058" y="7668"/>
                  <a:pt x="11141" y="7663"/>
                </a:cubicBezTo>
                <a:cubicBezTo>
                  <a:pt x="11165" y="7582"/>
                  <a:pt x="11099" y="7526"/>
                  <a:pt x="11103" y="7444"/>
                </a:cubicBezTo>
                <a:cubicBezTo>
                  <a:pt x="11157" y="7577"/>
                  <a:pt x="11223" y="7704"/>
                  <a:pt x="11252" y="7852"/>
                </a:cubicBezTo>
                <a:cubicBezTo>
                  <a:pt x="11272" y="7857"/>
                  <a:pt x="11277" y="7867"/>
                  <a:pt x="11256" y="7883"/>
                </a:cubicBezTo>
                <a:cubicBezTo>
                  <a:pt x="11256" y="7928"/>
                  <a:pt x="11268" y="7995"/>
                  <a:pt x="11301" y="7974"/>
                </a:cubicBezTo>
                <a:cubicBezTo>
                  <a:pt x="11347" y="7954"/>
                  <a:pt x="11408" y="7913"/>
                  <a:pt x="11384" y="7821"/>
                </a:cubicBezTo>
                <a:cubicBezTo>
                  <a:pt x="11198" y="7500"/>
                  <a:pt x="11083" y="7133"/>
                  <a:pt x="10971" y="6760"/>
                </a:cubicBezTo>
                <a:cubicBezTo>
                  <a:pt x="10951" y="6975"/>
                  <a:pt x="10947" y="7184"/>
                  <a:pt x="10955" y="7393"/>
                </a:cubicBezTo>
                <a:cubicBezTo>
                  <a:pt x="10959" y="7490"/>
                  <a:pt x="10897" y="7587"/>
                  <a:pt x="10955" y="7679"/>
                </a:cubicBezTo>
                <a:cubicBezTo>
                  <a:pt x="10959" y="7673"/>
                  <a:pt x="10963" y="7663"/>
                  <a:pt x="10971" y="7658"/>
                </a:cubicBezTo>
                <a:cubicBezTo>
                  <a:pt x="10976" y="7679"/>
                  <a:pt x="10980" y="7699"/>
                  <a:pt x="10984" y="7719"/>
                </a:cubicBezTo>
                <a:cubicBezTo>
                  <a:pt x="11000" y="7735"/>
                  <a:pt x="11009" y="7755"/>
                  <a:pt x="11004" y="7786"/>
                </a:cubicBezTo>
                <a:close/>
                <a:moveTo>
                  <a:pt x="11004" y="7791"/>
                </a:moveTo>
                <a:cubicBezTo>
                  <a:pt x="11004" y="7791"/>
                  <a:pt x="11004" y="7786"/>
                  <a:pt x="11004" y="7791"/>
                </a:cubicBezTo>
                <a:cubicBezTo>
                  <a:pt x="11004" y="7786"/>
                  <a:pt x="11000" y="7786"/>
                  <a:pt x="11004" y="7791"/>
                </a:cubicBezTo>
                <a:cubicBezTo>
                  <a:pt x="11000" y="7786"/>
                  <a:pt x="11004" y="7791"/>
                  <a:pt x="11004" y="7791"/>
                </a:cubicBezTo>
                <a:close/>
                <a:moveTo>
                  <a:pt x="10976" y="7724"/>
                </a:moveTo>
                <a:cubicBezTo>
                  <a:pt x="10976" y="7724"/>
                  <a:pt x="10976" y="7719"/>
                  <a:pt x="10976" y="7724"/>
                </a:cubicBezTo>
                <a:cubicBezTo>
                  <a:pt x="10976" y="7719"/>
                  <a:pt x="10976" y="7719"/>
                  <a:pt x="10976" y="7724"/>
                </a:cubicBezTo>
                <a:cubicBezTo>
                  <a:pt x="10976" y="7719"/>
                  <a:pt x="10976" y="7724"/>
                  <a:pt x="10976" y="7724"/>
                </a:cubicBezTo>
                <a:close/>
                <a:moveTo>
                  <a:pt x="11248" y="7857"/>
                </a:moveTo>
                <a:cubicBezTo>
                  <a:pt x="11248" y="7857"/>
                  <a:pt x="11248" y="7852"/>
                  <a:pt x="11248" y="7857"/>
                </a:cubicBezTo>
                <a:cubicBezTo>
                  <a:pt x="11244" y="7852"/>
                  <a:pt x="11244" y="7852"/>
                  <a:pt x="11248" y="7857"/>
                </a:cubicBezTo>
                <a:cubicBezTo>
                  <a:pt x="11244" y="7852"/>
                  <a:pt x="11248" y="7857"/>
                  <a:pt x="11248" y="7857"/>
                </a:cubicBezTo>
                <a:close/>
                <a:moveTo>
                  <a:pt x="10918" y="2267"/>
                </a:moveTo>
                <a:cubicBezTo>
                  <a:pt x="11058" y="1915"/>
                  <a:pt x="11314" y="1844"/>
                  <a:pt x="11598" y="1834"/>
                </a:cubicBezTo>
                <a:cubicBezTo>
                  <a:pt x="11602" y="1823"/>
                  <a:pt x="11602" y="1813"/>
                  <a:pt x="11606" y="1803"/>
                </a:cubicBezTo>
                <a:cubicBezTo>
                  <a:pt x="11615" y="1813"/>
                  <a:pt x="11623" y="1818"/>
                  <a:pt x="11631" y="1828"/>
                </a:cubicBezTo>
                <a:cubicBezTo>
                  <a:pt x="11738" y="1757"/>
                  <a:pt x="11850" y="1691"/>
                  <a:pt x="11936" y="1573"/>
                </a:cubicBezTo>
                <a:cubicBezTo>
                  <a:pt x="11627" y="1732"/>
                  <a:pt x="11322" y="1874"/>
                  <a:pt x="10980" y="1660"/>
                </a:cubicBezTo>
                <a:cubicBezTo>
                  <a:pt x="10980" y="1839"/>
                  <a:pt x="10889" y="1981"/>
                  <a:pt x="10889" y="2150"/>
                </a:cubicBezTo>
                <a:cubicBezTo>
                  <a:pt x="10897" y="2191"/>
                  <a:pt x="10885" y="2231"/>
                  <a:pt x="10918" y="2267"/>
                </a:cubicBezTo>
                <a:close/>
                <a:moveTo>
                  <a:pt x="11598" y="1834"/>
                </a:moveTo>
                <a:cubicBezTo>
                  <a:pt x="11598" y="1834"/>
                  <a:pt x="11598" y="1834"/>
                  <a:pt x="11598" y="1834"/>
                </a:cubicBezTo>
                <a:cubicBezTo>
                  <a:pt x="11598" y="1834"/>
                  <a:pt x="11598" y="1839"/>
                  <a:pt x="11598" y="1834"/>
                </a:cubicBezTo>
                <a:lnTo>
                  <a:pt x="11598" y="1834"/>
                </a:lnTo>
                <a:close/>
                <a:moveTo>
                  <a:pt x="6370" y="12860"/>
                </a:moveTo>
                <a:cubicBezTo>
                  <a:pt x="6354" y="12830"/>
                  <a:pt x="6346" y="12794"/>
                  <a:pt x="6308" y="12789"/>
                </a:cubicBezTo>
                <a:cubicBezTo>
                  <a:pt x="6304" y="12835"/>
                  <a:pt x="6325" y="12860"/>
                  <a:pt x="6354" y="12876"/>
                </a:cubicBezTo>
                <a:cubicBezTo>
                  <a:pt x="6498" y="13126"/>
                  <a:pt x="6651" y="13371"/>
                  <a:pt x="6783" y="13631"/>
                </a:cubicBezTo>
                <a:cubicBezTo>
                  <a:pt x="6927" y="13916"/>
                  <a:pt x="6943" y="13967"/>
                  <a:pt x="7248" y="14130"/>
                </a:cubicBezTo>
                <a:cubicBezTo>
                  <a:pt x="6956" y="13707"/>
                  <a:pt x="6663" y="13284"/>
                  <a:pt x="6370" y="12860"/>
                </a:cubicBezTo>
                <a:cubicBezTo>
                  <a:pt x="6370" y="12860"/>
                  <a:pt x="6370" y="12860"/>
                  <a:pt x="6370" y="12860"/>
                </a:cubicBezTo>
                <a:close/>
                <a:moveTo>
                  <a:pt x="21456" y="9000"/>
                </a:moveTo>
                <a:cubicBezTo>
                  <a:pt x="21337" y="8954"/>
                  <a:pt x="21221" y="8908"/>
                  <a:pt x="21106" y="8852"/>
                </a:cubicBezTo>
                <a:cubicBezTo>
                  <a:pt x="21011" y="8806"/>
                  <a:pt x="20953" y="8806"/>
                  <a:pt x="20899" y="8913"/>
                </a:cubicBezTo>
                <a:cubicBezTo>
                  <a:pt x="21069" y="9071"/>
                  <a:pt x="21266" y="9147"/>
                  <a:pt x="21456" y="9295"/>
                </a:cubicBezTo>
                <a:cubicBezTo>
                  <a:pt x="21456" y="9178"/>
                  <a:pt x="21456" y="9091"/>
                  <a:pt x="21456" y="9000"/>
                </a:cubicBezTo>
                <a:close/>
                <a:moveTo>
                  <a:pt x="10514" y="9586"/>
                </a:moveTo>
                <a:cubicBezTo>
                  <a:pt x="10448" y="9326"/>
                  <a:pt x="10386" y="9066"/>
                  <a:pt x="10287" y="8816"/>
                </a:cubicBezTo>
                <a:cubicBezTo>
                  <a:pt x="10287" y="9096"/>
                  <a:pt x="10287" y="9372"/>
                  <a:pt x="10332" y="9647"/>
                </a:cubicBezTo>
                <a:cubicBezTo>
                  <a:pt x="10440" y="9816"/>
                  <a:pt x="10464" y="9647"/>
                  <a:pt x="10514" y="9586"/>
                </a:cubicBezTo>
                <a:close/>
                <a:moveTo>
                  <a:pt x="19634" y="6827"/>
                </a:moveTo>
                <a:cubicBezTo>
                  <a:pt x="19634" y="6822"/>
                  <a:pt x="19634" y="6822"/>
                  <a:pt x="19634" y="6827"/>
                </a:cubicBezTo>
                <a:cubicBezTo>
                  <a:pt x="19630" y="6822"/>
                  <a:pt x="19630" y="6822"/>
                  <a:pt x="19634" y="6827"/>
                </a:cubicBezTo>
                <a:lnTo>
                  <a:pt x="19634" y="6827"/>
                </a:lnTo>
                <a:close/>
                <a:moveTo>
                  <a:pt x="19634" y="6822"/>
                </a:moveTo>
                <a:cubicBezTo>
                  <a:pt x="19658" y="6811"/>
                  <a:pt x="19671" y="6832"/>
                  <a:pt x="19687" y="6847"/>
                </a:cubicBezTo>
                <a:cubicBezTo>
                  <a:pt x="19687" y="6847"/>
                  <a:pt x="19691" y="6857"/>
                  <a:pt x="19691" y="6857"/>
                </a:cubicBezTo>
                <a:cubicBezTo>
                  <a:pt x="19691" y="6857"/>
                  <a:pt x="19700" y="6852"/>
                  <a:pt x="19700" y="6852"/>
                </a:cubicBezTo>
                <a:cubicBezTo>
                  <a:pt x="19708" y="6832"/>
                  <a:pt x="19720" y="6806"/>
                  <a:pt x="19729" y="6786"/>
                </a:cubicBezTo>
                <a:cubicBezTo>
                  <a:pt x="19667" y="6643"/>
                  <a:pt x="19687" y="6485"/>
                  <a:pt x="19675" y="6337"/>
                </a:cubicBezTo>
                <a:cubicBezTo>
                  <a:pt x="19588" y="6358"/>
                  <a:pt x="19510" y="6373"/>
                  <a:pt x="19436" y="6393"/>
                </a:cubicBezTo>
                <a:cubicBezTo>
                  <a:pt x="19370" y="6454"/>
                  <a:pt x="19428" y="6490"/>
                  <a:pt x="19452" y="6531"/>
                </a:cubicBezTo>
                <a:cubicBezTo>
                  <a:pt x="19514" y="6633"/>
                  <a:pt x="19625" y="6679"/>
                  <a:pt x="19634" y="6822"/>
                </a:cubicBezTo>
                <a:close/>
                <a:moveTo>
                  <a:pt x="10592" y="7464"/>
                </a:moveTo>
                <a:cubicBezTo>
                  <a:pt x="10638" y="7449"/>
                  <a:pt x="10642" y="7526"/>
                  <a:pt x="10666" y="7561"/>
                </a:cubicBezTo>
                <a:cubicBezTo>
                  <a:pt x="10728" y="7648"/>
                  <a:pt x="10745" y="7796"/>
                  <a:pt x="10864" y="7816"/>
                </a:cubicBezTo>
                <a:cubicBezTo>
                  <a:pt x="10745" y="7577"/>
                  <a:pt x="10650" y="7311"/>
                  <a:pt x="10489" y="7087"/>
                </a:cubicBezTo>
                <a:cubicBezTo>
                  <a:pt x="10423" y="7286"/>
                  <a:pt x="10501" y="7434"/>
                  <a:pt x="10572" y="7592"/>
                </a:cubicBezTo>
                <a:cubicBezTo>
                  <a:pt x="10580" y="7551"/>
                  <a:pt x="10543" y="7480"/>
                  <a:pt x="10592" y="7464"/>
                </a:cubicBezTo>
                <a:close/>
                <a:moveTo>
                  <a:pt x="2317" y="7699"/>
                </a:moveTo>
                <a:cubicBezTo>
                  <a:pt x="2338" y="7694"/>
                  <a:pt x="2359" y="7684"/>
                  <a:pt x="2379" y="7673"/>
                </a:cubicBezTo>
                <a:cubicBezTo>
                  <a:pt x="2375" y="7454"/>
                  <a:pt x="2375" y="7454"/>
                  <a:pt x="2190" y="7475"/>
                </a:cubicBezTo>
                <a:cubicBezTo>
                  <a:pt x="2165" y="7480"/>
                  <a:pt x="2136" y="7480"/>
                  <a:pt x="2111" y="7480"/>
                </a:cubicBezTo>
                <a:cubicBezTo>
                  <a:pt x="2099" y="7765"/>
                  <a:pt x="2099" y="7765"/>
                  <a:pt x="2317" y="7699"/>
                </a:cubicBezTo>
                <a:close/>
                <a:moveTo>
                  <a:pt x="19254" y="6271"/>
                </a:moveTo>
                <a:cubicBezTo>
                  <a:pt x="19184" y="6184"/>
                  <a:pt x="19160" y="6026"/>
                  <a:pt x="19040" y="6011"/>
                </a:cubicBezTo>
                <a:cubicBezTo>
                  <a:pt x="18970" y="6001"/>
                  <a:pt x="18916" y="5970"/>
                  <a:pt x="18859" y="5934"/>
                </a:cubicBezTo>
                <a:cubicBezTo>
                  <a:pt x="18850" y="5944"/>
                  <a:pt x="18842" y="5955"/>
                  <a:pt x="18834" y="5965"/>
                </a:cubicBezTo>
                <a:cubicBezTo>
                  <a:pt x="18958" y="6103"/>
                  <a:pt x="19081" y="6245"/>
                  <a:pt x="19201" y="6383"/>
                </a:cubicBezTo>
                <a:cubicBezTo>
                  <a:pt x="19221" y="6342"/>
                  <a:pt x="19238" y="6307"/>
                  <a:pt x="19254" y="6271"/>
                </a:cubicBezTo>
                <a:close/>
                <a:moveTo>
                  <a:pt x="13280" y="1543"/>
                </a:moveTo>
                <a:cubicBezTo>
                  <a:pt x="13462" y="1497"/>
                  <a:pt x="13594" y="1374"/>
                  <a:pt x="13684" y="1181"/>
                </a:cubicBezTo>
                <a:cubicBezTo>
                  <a:pt x="13697" y="1155"/>
                  <a:pt x="13750" y="1114"/>
                  <a:pt x="13688" y="1079"/>
                </a:cubicBezTo>
                <a:cubicBezTo>
                  <a:pt x="13655" y="1058"/>
                  <a:pt x="13618" y="1063"/>
                  <a:pt x="13598" y="1109"/>
                </a:cubicBezTo>
                <a:cubicBezTo>
                  <a:pt x="13524" y="1288"/>
                  <a:pt x="13404" y="1415"/>
                  <a:pt x="13280" y="1543"/>
                </a:cubicBezTo>
                <a:close/>
                <a:moveTo>
                  <a:pt x="11165" y="10264"/>
                </a:moveTo>
                <a:cubicBezTo>
                  <a:pt x="11244" y="10219"/>
                  <a:pt x="11215" y="10106"/>
                  <a:pt x="11252" y="10035"/>
                </a:cubicBezTo>
                <a:cubicBezTo>
                  <a:pt x="11182" y="9928"/>
                  <a:pt x="11108" y="9821"/>
                  <a:pt x="11037" y="9708"/>
                </a:cubicBezTo>
                <a:cubicBezTo>
                  <a:pt x="10951" y="9856"/>
                  <a:pt x="11021" y="9953"/>
                  <a:pt x="11087" y="10055"/>
                </a:cubicBezTo>
                <a:cubicBezTo>
                  <a:pt x="11103" y="10081"/>
                  <a:pt x="11157" y="10081"/>
                  <a:pt x="11124" y="10142"/>
                </a:cubicBezTo>
                <a:cubicBezTo>
                  <a:pt x="11141" y="10183"/>
                  <a:pt x="11153" y="10224"/>
                  <a:pt x="11165" y="10264"/>
                </a:cubicBezTo>
                <a:close/>
                <a:moveTo>
                  <a:pt x="13243" y="344"/>
                </a:moveTo>
                <a:cubicBezTo>
                  <a:pt x="13396" y="533"/>
                  <a:pt x="13499" y="742"/>
                  <a:pt x="13540" y="997"/>
                </a:cubicBezTo>
                <a:cubicBezTo>
                  <a:pt x="13668" y="793"/>
                  <a:pt x="13503" y="446"/>
                  <a:pt x="13243" y="344"/>
                </a:cubicBezTo>
                <a:close/>
                <a:moveTo>
                  <a:pt x="20194" y="7622"/>
                </a:moveTo>
                <a:cubicBezTo>
                  <a:pt x="20190" y="7857"/>
                  <a:pt x="20141" y="8087"/>
                  <a:pt x="20112" y="8321"/>
                </a:cubicBezTo>
                <a:cubicBezTo>
                  <a:pt x="20124" y="8331"/>
                  <a:pt x="20133" y="8347"/>
                  <a:pt x="20145" y="8357"/>
                </a:cubicBezTo>
                <a:cubicBezTo>
                  <a:pt x="20199" y="8168"/>
                  <a:pt x="20207" y="7974"/>
                  <a:pt x="20232" y="7781"/>
                </a:cubicBezTo>
                <a:cubicBezTo>
                  <a:pt x="20236" y="7735"/>
                  <a:pt x="20207" y="7663"/>
                  <a:pt x="20277" y="7653"/>
                </a:cubicBezTo>
                <a:cubicBezTo>
                  <a:pt x="20256" y="7617"/>
                  <a:pt x="20227" y="7617"/>
                  <a:pt x="20194" y="7622"/>
                </a:cubicBezTo>
                <a:cubicBezTo>
                  <a:pt x="20265" y="7367"/>
                  <a:pt x="20310" y="7281"/>
                  <a:pt x="20046" y="7230"/>
                </a:cubicBezTo>
                <a:cubicBezTo>
                  <a:pt x="20067" y="7357"/>
                  <a:pt x="20133" y="7485"/>
                  <a:pt x="20038" y="7602"/>
                </a:cubicBezTo>
                <a:cubicBezTo>
                  <a:pt x="20096" y="7561"/>
                  <a:pt x="20141" y="7628"/>
                  <a:pt x="20194" y="7622"/>
                </a:cubicBezTo>
                <a:close/>
                <a:moveTo>
                  <a:pt x="10440" y="8255"/>
                </a:moveTo>
                <a:cubicBezTo>
                  <a:pt x="10477" y="8173"/>
                  <a:pt x="10510" y="8097"/>
                  <a:pt x="10547" y="8015"/>
                </a:cubicBezTo>
                <a:cubicBezTo>
                  <a:pt x="10530" y="7872"/>
                  <a:pt x="10460" y="7765"/>
                  <a:pt x="10398" y="7643"/>
                </a:cubicBezTo>
                <a:cubicBezTo>
                  <a:pt x="10394" y="7852"/>
                  <a:pt x="10398" y="8056"/>
                  <a:pt x="10440" y="8255"/>
                </a:cubicBezTo>
                <a:close/>
                <a:moveTo>
                  <a:pt x="10761" y="2354"/>
                </a:moveTo>
                <a:cubicBezTo>
                  <a:pt x="10712" y="2364"/>
                  <a:pt x="10687" y="2400"/>
                  <a:pt x="10646" y="2389"/>
                </a:cubicBezTo>
                <a:cubicBezTo>
                  <a:pt x="10563" y="2359"/>
                  <a:pt x="10567" y="2440"/>
                  <a:pt x="10580" y="2497"/>
                </a:cubicBezTo>
                <a:cubicBezTo>
                  <a:pt x="10609" y="2614"/>
                  <a:pt x="10646" y="2726"/>
                  <a:pt x="10679" y="2843"/>
                </a:cubicBezTo>
                <a:cubicBezTo>
                  <a:pt x="10712" y="2675"/>
                  <a:pt x="10765" y="2532"/>
                  <a:pt x="10761" y="2354"/>
                </a:cubicBezTo>
                <a:close/>
                <a:moveTo>
                  <a:pt x="10765" y="8694"/>
                </a:moveTo>
                <a:cubicBezTo>
                  <a:pt x="10703" y="8663"/>
                  <a:pt x="10712" y="8571"/>
                  <a:pt x="10658" y="8515"/>
                </a:cubicBezTo>
                <a:cubicBezTo>
                  <a:pt x="10683" y="8627"/>
                  <a:pt x="10683" y="8734"/>
                  <a:pt x="10691" y="8836"/>
                </a:cubicBezTo>
                <a:cubicBezTo>
                  <a:pt x="10703" y="8994"/>
                  <a:pt x="10662" y="9153"/>
                  <a:pt x="10708" y="9306"/>
                </a:cubicBezTo>
                <a:cubicBezTo>
                  <a:pt x="10699" y="9102"/>
                  <a:pt x="10790" y="8903"/>
                  <a:pt x="10765" y="8694"/>
                </a:cubicBezTo>
                <a:close/>
                <a:moveTo>
                  <a:pt x="12303" y="8643"/>
                </a:moveTo>
                <a:cubicBezTo>
                  <a:pt x="12394" y="8546"/>
                  <a:pt x="12509" y="8479"/>
                  <a:pt x="12555" y="8331"/>
                </a:cubicBezTo>
                <a:cubicBezTo>
                  <a:pt x="12534" y="8321"/>
                  <a:pt x="12513" y="8306"/>
                  <a:pt x="12493" y="8296"/>
                </a:cubicBezTo>
                <a:cubicBezTo>
                  <a:pt x="12439" y="8326"/>
                  <a:pt x="12390" y="8362"/>
                  <a:pt x="12349" y="8418"/>
                </a:cubicBezTo>
                <a:cubicBezTo>
                  <a:pt x="12369" y="8469"/>
                  <a:pt x="12332" y="8449"/>
                  <a:pt x="12320" y="8454"/>
                </a:cubicBezTo>
                <a:cubicBezTo>
                  <a:pt x="12353" y="8520"/>
                  <a:pt x="12237" y="8571"/>
                  <a:pt x="12303" y="8643"/>
                </a:cubicBezTo>
                <a:close/>
                <a:moveTo>
                  <a:pt x="12320" y="8454"/>
                </a:moveTo>
                <a:cubicBezTo>
                  <a:pt x="12320" y="8454"/>
                  <a:pt x="12320" y="8454"/>
                  <a:pt x="12320" y="8454"/>
                </a:cubicBezTo>
                <a:cubicBezTo>
                  <a:pt x="12324" y="8449"/>
                  <a:pt x="12324" y="8449"/>
                  <a:pt x="12320" y="8454"/>
                </a:cubicBezTo>
                <a:cubicBezTo>
                  <a:pt x="12324" y="8449"/>
                  <a:pt x="12320" y="8454"/>
                  <a:pt x="12320" y="8454"/>
                </a:cubicBezTo>
                <a:close/>
                <a:moveTo>
                  <a:pt x="11050" y="14324"/>
                </a:moveTo>
                <a:cubicBezTo>
                  <a:pt x="11075" y="14324"/>
                  <a:pt x="11095" y="14324"/>
                  <a:pt x="11120" y="14324"/>
                </a:cubicBezTo>
                <a:cubicBezTo>
                  <a:pt x="11120" y="13957"/>
                  <a:pt x="11120" y="13590"/>
                  <a:pt x="11120" y="13223"/>
                </a:cubicBezTo>
                <a:cubicBezTo>
                  <a:pt x="11108" y="13223"/>
                  <a:pt x="11095" y="13223"/>
                  <a:pt x="11083" y="13223"/>
                </a:cubicBezTo>
                <a:cubicBezTo>
                  <a:pt x="11070" y="13590"/>
                  <a:pt x="11062" y="13957"/>
                  <a:pt x="11050" y="14324"/>
                </a:cubicBezTo>
                <a:close/>
                <a:moveTo>
                  <a:pt x="3777" y="6388"/>
                </a:moveTo>
                <a:cubicBezTo>
                  <a:pt x="3777" y="6388"/>
                  <a:pt x="3777" y="6388"/>
                  <a:pt x="3777" y="6388"/>
                </a:cubicBezTo>
                <a:cubicBezTo>
                  <a:pt x="3773" y="6393"/>
                  <a:pt x="3773" y="6393"/>
                  <a:pt x="3777" y="6388"/>
                </a:cubicBezTo>
                <a:cubicBezTo>
                  <a:pt x="3773" y="6393"/>
                  <a:pt x="3777" y="6388"/>
                  <a:pt x="3777" y="6388"/>
                </a:cubicBezTo>
                <a:close/>
                <a:moveTo>
                  <a:pt x="3546" y="6562"/>
                </a:moveTo>
                <a:cubicBezTo>
                  <a:pt x="3604" y="6500"/>
                  <a:pt x="3666" y="6434"/>
                  <a:pt x="3748" y="6424"/>
                </a:cubicBezTo>
                <a:cubicBezTo>
                  <a:pt x="3748" y="6398"/>
                  <a:pt x="3756" y="6388"/>
                  <a:pt x="3777" y="6388"/>
                </a:cubicBezTo>
                <a:cubicBezTo>
                  <a:pt x="3785" y="6342"/>
                  <a:pt x="3789" y="6291"/>
                  <a:pt x="3732" y="6342"/>
                </a:cubicBezTo>
                <a:cubicBezTo>
                  <a:pt x="3641" y="6424"/>
                  <a:pt x="3534" y="6460"/>
                  <a:pt x="3435" y="6521"/>
                </a:cubicBezTo>
                <a:cubicBezTo>
                  <a:pt x="3435" y="6536"/>
                  <a:pt x="3431" y="6556"/>
                  <a:pt x="3431" y="6572"/>
                </a:cubicBezTo>
                <a:cubicBezTo>
                  <a:pt x="3468" y="6618"/>
                  <a:pt x="3505" y="6613"/>
                  <a:pt x="3546" y="6562"/>
                </a:cubicBezTo>
                <a:close/>
                <a:moveTo>
                  <a:pt x="3752" y="6424"/>
                </a:moveTo>
                <a:cubicBezTo>
                  <a:pt x="3752" y="6424"/>
                  <a:pt x="3748" y="6424"/>
                  <a:pt x="3752" y="6424"/>
                </a:cubicBezTo>
                <a:cubicBezTo>
                  <a:pt x="3748" y="6424"/>
                  <a:pt x="3748" y="6424"/>
                  <a:pt x="3752" y="6424"/>
                </a:cubicBezTo>
                <a:cubicBezTo>
                  <a:pt x="3748" y="6429"/>
                  <a:pt x="3752" y="6424"/>
                  <a:pt x="3752" y="6424"/>
                </a:cubicBezTo>
                <a:close/>
                <a:moveTo>
                  <a:pt x="13660" y="3129"/>
                </a:moveTo>
                <a:cubicBezTo>
                  <a:pt x="13688" y="3129"/>
                  <a:pt x="13701" y="3104"/>
                  <a:pt x="13697" y="3073"/>
                </a:cubicBezTo>
                <a:cubicBezTo>
                  <a:pt x="13684" y="2945"/>
                  <a:pt x="13709" y="2813"/>
                  <a:pt x="13618" y="2655"/>
                </a:cubicBezTo>
                <a:cubicBezTo>
                  <a:pt x="13618" y="2823"/>
                  <a:pt x="13618" y="2950"/>
                  <a:pt x="13618" y="3073"/>
                </a:cubicBezTo>
                <a:cubicBezTo>
                  <a:pt x="13618" y="3104"/>
                  <a:pt x="13631" y="3129"/>
                  <a:pt x="13660" y="3129"/>
                </a:cubicBezTo>
                <a:close/>
                <a:moveTo>
                  <a:pt x="12633" y="9525"/>
                </a:moveTo>
                <a:cubicBezTo>
                  <a:pt x="12645" y="9479"/>
                  <a:pt x="12654" y="9433"/>
                  <a:pt x="12662" y="9387"/>
                </a:cubicBezTo>
                <a:cubicBezTo>
                  <a:pt x="12654" y="9331"/>
                  <a:pt x="12645" y="9270"/>
                  <a:pt x="12629" y="9219"/>
                </a:cubicBezTo>
                <a:cubicBezTo>
                  <a:pt x="12612" y="9163"/>
                  <a:pt x="12584" y="9178"/>
                  <a:pt x="12563" y="9219"/>
                </a:cubicBezTo>
                <a:cubicBezTo>
                  <a:pt x="12571" y="9234"/>
                  <a:pt x="12579" y="9249"/>
                  <a:pt x="12555" y="9249"/>
                </a:cubicBezTo>
                <a:cubicBezTo>
                  <a:pt x="12555" y="9249"/>
                  <a:pt x="12555" y="9244"/>
                  <a:pt x="12555" y="9244"/>
                </a:cubicBezTo>
                <a:cubicBezTo>
                  <a:pt x="12513" y="9362"/>
                  <a:pt x="12555" y="9448"/>
                  <a:pt x="12633" y="9525"/>
                </a:cubicBezTo>
                <a:close/>
                <a:moveTo>
                  <a:pt x="10877" y="8209"/>
                </a:moveTo>
                <a:cubicBezTo>
                  <a:pt x="10802" y="8076"/>
                  <a:pt x="10741" y="7959"/>
                  <a:pt x="10675" y="7842"/>
                </a:cubicBezTo>
                <a:cubicBezTo>
                  <a:pt x="10691" y="7913"/>
                  <a:pt x="10629" y="7979"/>
                  <a:pt x="10675" y="8051"/>
                </a:cubicBezTo>
                <a:cubicBezTo>
                  <a:pt x="10757" y="8066"/>
                  <a:pt x="10769" y="8204"/>
                  <a:pt x="10877" y="8209"/>
                </a:cubicBezTo>
                <a:close/>
                <a:moveTo>
                  <a:pt x="11425" y="10290"/>
                </a:moveTo>
                <a:cubicBezTo>
                  <a:pt x="11388" y="10101"/>
                  <a:pt x="11305" y="9943"/>
                  <a:pt x="11219" y="9749"/>
                </a:cubicBezTo>
                <a:cubicBezTo>
                  <a:pt x="11206" y="9851"/>
                  <a:pt x="11264" y="9882"/>
                  <a:pt x="11272" y="9938"/>
                </a:cubicBezTo>
                <a:cubicBezTo>
                  <a:pt x="11281" y="9994"/>
                  <a:pt x="11343" y="10035"/>
                  <a:pt x="11297" y="10101"/>
                </a:cubicBezTo>
                <a:cubicBezTo>
                  <a:pt x="11334" y="10173"/>
                  <a:pt x="11347" y="10264"/>
                  <a:pt x="11425" y="10290"/>
                </a:cubicBezTo>
                <a:close/>
                <a:moveTo>
                  <a:pt x="19502" y="5955"/>
                </a:moveTo>
                <a:cubicBezTo>
                  <a:pt x="19564" y="5899"/>
                  <a:pt x="19456" y="5786"/>
                  <a:pt x="19551" y="5745"/>
                </a:cubicBezTo>
                <a:cubicBezTo>
                  <a:pt x="19518" y="5664"/>
                  <a:pt x="19469" y="5715"/>
                  <a:pt x="19423" y="5715"/>
                </a:cubicBezTo>
                <a:cubicBezTo>
                  <a:pt x="19428" y="5730"/>
                  <a:pt x="19432" y="5740"/>
                  <a:pt x="19436" y="5756"/>
                </a:cubicBezTo>
                <a:cubicBezTo>
                  <a:pt x="19428" y="5756"/>
                  <a:pt x="19423" y="5756"/>
                  <a:pt x="19415" y="5761"/>
                </a:cubicBezTo>
                <a:cubicBezTo>
                  <a:pt x="19415" y="5761"/>
                  <a:pt x="19411" y="5756"/>
                  <a:pt x="19411" y="5756"/>
                </a:cubicBezTo>
                <a:cubicBezTo>
                  <a:pt x="19456" y="5807"/>
                  <a:pt x="19432" y="5914"/>
                  <a:pt x="19502" y="5955"/>
                </a:cubicBezTo>
                <a:close/>
                <a:moveTo>
                  <a:pt x="20277" y="8005"/>
                </a:moveTo>
                <a:cubicBezTo>
                  <a:pt x="20248" y="8132"/>
                  <a:pt x="20223" y="8260"/>
                  <a:pt x="20194" y="8387"/>
                </a:cubicBezTo>
                <a:cubicBezTo>
                  <a:pt x="20203" y="8423"/>
                  <a:pt x="20232" y="8428"/>
                  <a:pt x="20252" y="8438"/>
                </a:cubicBezTo>
                <a:cubicBezTo>
                  <a:pt x="20269" y="8265"/>
                  <a:pt x="20335" y="8097"/>
                  <a:pt x="20331" y="7918"/>
                </a:cubicBezTo>
                <a:cubicBezTo>
                  <a:pt x="20396" y="7913"/>
                  <a:pt x="20359" y="7791"/>
                  <a:pt x="20429" y="7791"/>
                </a:cubicBezTo>
                <a:cubicBezTo>
                  <a:pt x="20425" y="7760"/>
                  <a:pt x="20475" y="7735"/>
                  <a:pt x="20438" y="7699"/>
                </a:cubicBezTo>
                <a:cubicBezTo>
                  <a:pt x="20355" y="7740"/>
                  <a:pt x="20310" y="7806"/>
                  <a:pt x="20331" y="7918"/>
                </a:cubicBezTo>
                <a:cubicBezTo>
                  <a:pt x="20281" y="7913"/>
                  <a:pt x="20285" y="7969"/>
                  <a:pt x="20277" y="8005"/>
                </a:cubicBezTo>
                <a:close/>
                <a:moveTo>
                  <a:pt x="4973" y="14482"/>
                </a:moveTo>
                <a:cubicBezTo>
                  <a:pt x="4968" y="14472"/>
                  <a:pt x="4968" y="14457"/>
                  <a:pt x="4964" y="14447"/>
                </a:cubicBezTo>
                <a:cubicBezTo>
                  <a:pt x="4857" y="14482"/>
                  <a:pt x="4742" y="14447"/>
                  <a:pt x="4639" y="14503"/>
                </a:cubicBezTo>
                <a:cubicBezTo>
                  <a:pt x="4750" y="14493"/>
                  <a:pt x="4861" y="14528"/>
                  <a:pt x="4973" y="14482"/>
                </a:cubicBezTo>
                <a:close/>
                <a:moveTo>
                  <a:pt x="4635" y="14503"/>
                </a:moveTo>
                <a:cubicBezTo>
                  <a:pt x="4635" y="14503"/>
                  <a:pt x="4635" y="14503"/>
                  <a:pt x="4635" y="14503"/>
                </a:cubicBezTo>
                <a:cubicBezTo>
                  <a:pt x="4635" y="14503"/>
                  <a:pt x="4635" y="14503"/>
                  <a:pt x="4635" y="14503"/>
                </a:cubicBezTo>
                <a:cubicBezTo>
                  <a:pt x="4635" y="14503"/>
                  <a:pt x="4635" y="14503"/>
                  <a:pt x="4635" y="14503"/>
                </a:cubicBezTo>
                <a:close/>
                <a:moveTo>
                  <a:pt x="11194" y="6985"/>
                </a:moveTo>
                <a:cubicBezTo>
                  <a:pt x="11190" y="6990"/>
                  <a:pt x="11186" y="6995"/>
                  <a:pt x="11178" y="7000"/>
                </a:cubicBezTo>
                <a:cubicBezTo>
                  <a:pt x="11215" y="7066"/>
                  <a:pt x="11252" y="7128"/>
                  <a:pt x="11289" y="7194"/>
                </a:cubicBezTo>
                <a:lnTo>
                  <a:pt x="11297" y="7184"/>
                </a:lnTo>
                <a:cubicBezTo>
                  <a:pt x="11281" y="7107"/>
                  <a:pt x="11248" y="7041"/>
                  <a:pt x="11194" y="6985"/>
                </a:cubicBezTo>
                <a:close/>
                <a:moveTo>
                  <a:pt x="10683" y="1471"/>
                </a:moveTo>
                <a:cubicBezTo>
                  <a:pt x="10683" y="1466"/>
                  <a:pt x="10683" y="1466"/>
                  <a:pt x="10683" y="1471"/>
                </a:cubicBezTo>
                <a:cubicBezTo>
                  <a:pt x="10683" y="1466"/>
                  <a:pt x="10683" y="1466"/>
                  <a:pt x="10683" y="1471"/>
                </a:cubicBezTo>
                <a:cubicBezTo>
                  <a:pt x="10679" y="1471"/>
                  <a:pt x="10679" y="1471"/>
                  <a:pt x="10683" y="1471"/>
                </a:cubicBezTo>
                <a:cubicBezTo>
                  <a:pt x="10683" y="1471"/>
                  <a:pt x="10683" y="1471"/>
                  <a:pt x="10683" y="1471"/>
                </a:cubicBezTo>
                <a:close/>
                <a:moveTo>
                  <a:pt x="10708" y="1538"/>
                </a:moveTo>
                <a:lnTo>
                  <a:pt x="10708" y="1538"/>
                </a:lnTo>
                <a:cubicBezTo>
                  <a:pt x="10708" y="1533"/>
                  <a:pt x="10708" y="1538"/>
                  <a:pt x="10708" y="1538"/>
                </a:cubicBezTo>
                <a:cubicBezTo>
                  <a:pt x="10708" y="1538"/>
                  <a:pt x="10708" y="1538"/>
                  <a:pt x="10708" y="1538"/>
                </a:cubicBezTo>
                <a:lnTo>
                  <a:pt x="10708" y="1538"/>
                </a:lnTo>
                <a:lnTo>
                  <a:pt x="10708" y="1538"/>
                </a:lnTo>
                <a:lnTo>
                  <a:pt x="10708" y="1538"/>
                </a:lnTo>
                <a:lnTo>
                  <a:pt x="10708" y="1538"/>
                </a:lnTo>
                <a:cubicBezTo>
                  <a:pt x="10712" y="1533"/>
                  <a:pt x="10708" y="1533"/>
                  <a:pt x="10708" y="1538"/>
                </a:cubicBezTo>
                <a:cubicBezTo>
                  <a:pt x="10708" y="1533"/>
                  <a:pt x="10708" y="1533"/>
                  <a:pt x="10708" y="1538"/>
                </a:cubicBezTo>
                <a:cubicBezTo>
                  <a:pt x="10708" y="1533"/>
                  <a:pt x="10708" y="1533"/>
                  <a:pt x="10708" y="1538"/>
                </a:cubicBezTo>
                <a:close/>
                <a:moveTo>
                  <a:pt x="10757" y="1512"/>
                </a:moveTo>
                <a:cubicBezTo>
                  <a:pt x="10749" y="1482"/>
                  <a:pt x="10716" y="1466"/>
                  <a:pt x="10683" y="1466"/>
                </a:cubicBezTo>
                <a:cubicBezTo>
                  <a:pt x="10691" y="1487"/>
                  <a:pt x="10699" y="1507"/>
                  <a:pt x="10708" y="1533"/>
                </a:cubicBezTo>
                <a:cubicBezTo>
                  <a:pt x="10724" y="1522"/>
                  <a:pt x="10765" y="1538"/>
                  <a:pt x="10757" y="1512"/>
                </a:cubicBezTo>
                <a:close/>
                <a:moveTo>
                  <a:pt x="11429" y="7485"/>
                </a:moveTo>
                <a:cubicBezTo>
                  <a:pt x="11421" y="7475"/>
                  <a:pt x="11413" y="7464"/>
                  <a:pt x="11408" y="7459"/>
                </a:cubicBezTo>
                <a:lnTo>
                  <a:pt x="11404" y="7459"/>
                </a:lnTo>
                <a:cubicBezTo>
                  <a:pt x="11413" y="7464"/>
                  <a:pt x="11421" y="7475"/>
                  <a:pt x="11429" y="7485"/>
                </a:cubicBezTo>
                <a:close/>
                <a:moveTo>
                  <a:pt x="11169" y="6954"/>
                </a:moveTo>
                <a:cubicBezTo>
                  <a:pt x="11157" y="6964"/>
                  <a:pt x="11165" y="6990"/>
                  <a:pt x="11182" y="7005"/>
                </a:cubicBezTo>
                <a:cubicBezTo>
                  <a:pt x="11186" y="7000"/>
                  <a:pt x="11190" y="6995"/>
                  <a:pt x="11198" y="6990"/>
                </a:cubicBezTo>
                <a:cubicBezTo>
                  <a:pt x="11190" y="6964"/>
                  <a:pt x="11190" y="6939"/>
                  <a:pt x="11169" y="6954"/>
                </a:cubicBezTo>
                <a:close/>
                <a:moveTo>
                  <a:pt x="12728" y="411"/>
                </a:moveTo>
                <a:cubicBezTo>
                  <a:pt x="12724" y="416"/>
                  <a:pt x="12720" y="421"/>
                  <a:pt x="12715" y="426"/>
                </a:cubicBezTo>
                <a:cubicBezTo>
                  <a:pt x="12728" y="431"/>
                  <a:pt x="12736" y="431"/>
                  <a:pt x="12748" y="436"/>
                </a:cubicBezTo>
                <a:cubicBezTo>
                  <a:pt x="12748" y="436"/>
                  <a:pt x="12748" y="436"/>
                  <a:pt x="12748" y="436"/>
                </a:cubicBezTo>
                <a:cubicBezTo>
                  <a:pt x="12744" y="431"/>
                  <a:pt x="12736" y="421"/>
                  <a:pt x="12728" y="411"/>
                </a:cubicBezTo>
                <a:close/>
                <a:moveTo>
                  <a:pt x="11404" y="7459"/>
                </a:moveTo>
                <a:cubicBezTo>
                  <a:pt x="11404" y="7459"/>
                  <a:pt x="11408" y="7454"/>
                  <a:pt x="11404" y="7459"/>
                </a:cubicBezTo>
                <a:cubicBezTo>
                  <a:pt x="11404" y="7454"/>
                  <a:pt x="11404" y="7454"/>
                  <a:pt x="11404" y="7449"/>
                </a:cubicBezTo>
                <a:cubicBezTo>
                  <a:pt x="11404" y="7449"/>
                  <a:pt x="11404" y="7454"/>
                  <a:pt x="11404" y="7459"/>
                </a:cubicBezTo>
                <a:close/>
                <a:moveTo>
                  <a:pt x="11388" y="7408"/>
                </a:moveTo>
                <a:cubicBezTo>
                  <a:pt x="11392" y="7424"/>
                  <a:pt x="11396" y="7434"/>
                  <a:pt x="11404" y="7449"/>
                </a:cubicBezTo>
                <a:cubicBezTo>
                  <a:pt x="11404" y="7434"/>
                  <a:pt x="11400" y="7418"/>
                  <a:pt x="11400" y="7403"/>
                </a:cubicBezTo>
                <a:cubicBezTo>
                  <a:pt x="11396" y="7403"/>
                  <a:pt x="11392" y="7403"/>
                  <a:pt x="11388" y="7408"/>
                </a:cubicBezTo>
                <a:close/>
                <a:moveTo>
                  <a:pt x="10052" y="8107"/>
                </a:moveTo>
                <a:cubicBezTo>
                  <a:pt x="10048" y="8102"/>
                  <a:pt x="10044" y="8097"/>
                  <a:pt x="10040" y="8092"/>
                </a:cubicBezTo>
                <a:cubicBezTo>
                  <a:pt x="10044" y="8102"/>
                  <a:pt x="10044" y="8107"/>
                  <a:pt x="10048" y="8117"/>
                </a:cubicBezTo>
                <a:cubicBezTo>
                  <a:pt x="10048" y="8112"/>
                  <a:pt x="10052" y="8107"/>
                  <a:pt x="10052" y="8107"/>
                </a:cubicBezTo>
                <a:close/>
                <a:moveTo>
                  <a:pt x="10040" y="8081"/>
                </a:moveTo>
                <a:cubicBezTo>
                  <a:pt x="10040" y="8081"/>
                  <a:pt x="10036" y="8087"/>
                  <a:pt x="10040" y="8081"/>
                </a:cubicBezTo>
                <a:cubicBezTo>
                  <a:pt x="10040" y="8087"/>
                  <a:pt x="10040" y="8087"/>
                  <a:pt x="10044" y="8092"/>
                </a:cubicBezTo>
                <a:cubicBezTo>
                  <a:pt x="10040" y="8087"/>
                  <a:pt x="10040" y="8087"/>
                  <a:pt x="10040" y="8081"/>
                </a:cubicBezTo>
                <a:close/>
                <a:moveTo>
                  <a:pt x="9471" y="8163"/>
                </a:moveTo>
                <a:cubicBezTo>
                  <a:pt x="9458" y="8163"/>
                  <a:pt x="9450" y="8168"/>
                  <a:pt x="9438" y="8168"/>
                </a:cubicBezTo>
                <a:cubicBezTo>
                  <a:pt x="9442" y="8178"/>
                  <a:pt x="9450" y="8189"/>
                  <a:pt x="9454" y="8199"/>
                </a:cubicBezTo>
                <a:cubicBezTo>
                  <a:pt x="9458" y="8183"/>
                  <a:pt x="9462" y="8173"/>
                  <a:pt x="9471" y="8163"/>
                </a:cubicBezTo>
                <a:close/>
                <a:moveTo>
                  <a:pt x="10728" y="1293"/>
                </a:moveTo>
                <a:cubicBezTo>
                  <a:pt x="10741" y="1278"/>
                  <a:pt x="10724" y="1267"/>
                  <a:pt x="10712" y="1267"/>
                </a:cubicBezTo>
                <a:cubicBezTo>
                  <a:pt x="10708" y="1272"/>
                  <a:pt x="10703" y="1278"/>
                  <a:pt x="10703" y="1278"/>
                </a:cubicBezTo>
                <a:cubicBezTo>
                  <a:pt x="10708" y="1293"/>
                  <a:pt x="10716" y="1308"/>
                  <a:pt x="10728" y="1293"/>
                </a:cubicBezTo>
                <a:close/>
                <a:moveTo>
                  <a:pt x="11363" y="7347"/>
                </a:moveTo>
                <a:cubicBezTo>
                  <a:pt x="11367" y="7342"/>
                  <a:pt x="11371" y="7337"/>
                  <a:pt x="11371" y="7332"/>
                </a:cubicBezTo>
                <a:cubicBezTo>
                  <a:pt x="11363" y="7327"/>
                  <a:pt x="11359" y="7327"/>
                  <a:pt x="11351" y="7322"/>
                </a:cubicBezTo>
                <a:cubicBezTo>
                  <a:pt x="11351" y="7265"/>
                  <a:pt x="11330" y="7225"/>
                  <a:pt x="11297" y="7189"/>
                </a:cubicBezTo>
                <a:cubicBezTo>
                  <a:pt x="11297" y="7189"/>
                  <a:pt x="11289" y="7199"/>
                  <a:pt x="11289" y="7199"/>
                </a:cubicBezTo>
                <a:cubicBezTo>
                  <a:pt x="11301" y="7245"/>
                  <a:pt x="11310" y="7296"/>
                  <a:pt x="11351" y="7327"/>
                </a:cubicBezTo>
                <a:lnTo>
                  <a:pt x="11351" y="7327"/>
                </a:lnTo>
                <a:cubicBezTo>
                  <a:pt x="11359" y="7332"/>
                  <a:pt x="11359" y="7337"/>
                  <a:pt x="11363" y="7347"/>
                </a:cubicBezTo>
                <a:close/>
                <a:moveTo>
                  <a:pt x="3876" y="6266"/>
                </a:moveTo>
                <a:cubicBezTo>
                  <a:pt x="4057" y="6174"/>
                  <a:pt x="4214" y="6036"/>
                  <a:pt x="4325" y="5832"/>
                </a:cubicBezTo>
                <a:cubicBezTo>
                  <a:pt x="4222" y="5832"/>
                  <a:pt x="4111" y="5848"/>
                  <a:pt x="4020" y="5730"/>
                </a:cubicBezTo>
                <a:cubicBezTo>
                  <a:pt x="4012" y="5924"/>
                  <a:pt x="3958" y="6077"/>
                  <a:pt x="3859" y="6210"/>
                </a:cubicBezTo>
                <a:cubicBezTo>
                  <a:pt x="3843" y="6230"/>
                  <a:pt x="3802" y="6276"/>
                  <a:pt x="3876" y="6266"/>
                </a:cubicBezTo>
                <a:close/>
                <a:moveTo>
                  <a:pt x="4218" y="5450"/>
                </a:moveTo>
                <a:cubicBezTo>
                  <a:pt x="4263" y="5383"/>
                  <a:pt x="4371" y="5394"/>
                  <a:pt x="4383" y="5266"/>
                </a:cubicBezTo>
                <a:cubicBezTo>
                  <a:pt x="4342" y="5241"/>
                  <a:pt x="4259" y="5394"/>
                  <a:pt x="4255" y="5220"/>
                </a:cubicBezTo>
                <a:cubicBezTo>
                  <a:pt x="4251" y="5195"/>
                  <a:pt x="4239" y="5184"/>
                  <a:pt x="4218" y="5195"/>
                </a:cubicBezTo>
                <a:cubicBezTo>
                  <a:pt x="4243" y="5276"/>
                  <a:pt x="4140" y="5358"/>
                  <a:pt x="4218" y="5450"/>
                </a:cubicBezTo>
                <a:close/>
                <a:moveTo>
                  <a:pt x="3913" y="5383"/>
                </a:moveTo>
                <a:cubicBezTo>
                  <a:pt x="3934" y="5363"/>
                  <a:pt x="3938" y="5332"/>
                  <a:pt x="3938" y="5302"/>
                </a:cubicBezTo>
                <a:cubicBezTo>
                  <a:pt x="3950" y="5174"/>
                  <a:pt x="3880" y="5133"/>
                  <a:pt x="3806" y="5098"/>
                </a:cubicBezTo>
                <a:cubicBezTo>
                  <a:pt x="3793" y="5215"/>
                  <a:pt x="3888" y="5276"/>
                  <a:pt x="3913" y="5383"/>
                </a:cubicBezTo>
                <a:close/>
                <a:moveTo>
                  <a:pt x="3802" y="5093"/>
                </a:moveTo>
                <a:cubicBezTo>
                  <a:pt x="3802" y="5093"/>
                  <a:pt x="3802" y="5093"/>
                  <a:pt x="3802" y="5093"/>
                </a:cubicBezTo>
                <a:cubicBezTo>
                  <a:pt x="3802" y="5093"/>
                  <a:pt x="3802" y="5093"/>
                  <a:pt x="3802" y="5093"/>
                </a:cubicBezTo>
                <a:cubicBezTo>
                  <a:pt x="3802" y="5093"/>
                  <a:pt x="3802" y="5093"/>
                  <a:pt x="3802" y="5093"/>
                </a:cubicBezTo>
                <a:cubicBezTo>
                  <a:pt x="3802" y="5093"/>
                  <a:pt x="3802" y="5093"/>
                  <a:pt x="3802" y="5093"/>
                </a:cubicBezTo>
                <a:close/>
                <a:moveTo>
                  <a:pt x="3476" y="4909"/>
                </a:moveTo>
                <a:cubicBezTo>
                  <a:pt x="3472" y="4904"/>
                  <a:pt x="3472" y="4899"/>
                  <a:pt x="3468" y="4894"/>
                </a:cubicBezTo>
                <a:cubicBezTo>
                  <a:pt x="3464" y="4899"/>
                  <a:pt x="3460" y="4904"/>
                  <a:pt x="3460" y="4904"/>
                </a:cubicBezTo>
                <a:cubicBezTo>
                  <a:pt x="3460" y="4904"/>
                  <a:pt x="3464" y="4914"/>
                  <a:pt x="3468" y="4919"/>
                </a:cubicBezTo>
                <a:cubicBezTo>
                  <a:pt x="3468" y="4919"/>
                  <a:pt x="3472" y="4914"/>
                  <a:pt x="3476" y="4909"/>
                </a:cubicBezTo>
                <a:close/>
                <a:moveTo>
                  <a:pt x="3439" y="4965"/>
                </a:moveTo>
                <a:lnTo>
                  <a:pt x="3435" y="4975"/>
                </a:lnTo>
                <a:lnTo>
                  <a:pt x="3443" y="4975"/>
                </a:lnTo>
                <a:lnTo>
                  <a:pt x="3439" y="4965"/>
                </a:lnTo>
                <a:close/>
                <a:moveTo>
                  <a:pt x="3798" y="5082"/>
                </a:moveTo>
                <a:cubicBezTo>
                  <a:pt x="3798" y="5082"/>
                  <a:pt x="3793" y="5082"/>
                  <a:pt x="3789" y="5082"/>
                </a:cubicBezTo>
                <a:cubicBezTo>
                  <a:pt x="3793" y="5088"/>
                  <a:pt x="3798" y="5088"/>
                  <a:pt x="3802" y="5093"/>
                </a:cubicBezTo>
                <a:cubicBezTo>
                  <a:pt x="3798" y="5088"/>
                  <a:pt x="3798" y="5082"/>
                  <a:pt x="3798" y="5082"/>
                </a:cubicBezTo>
                <a:close/>
                <a:moveTo>
                  <a:pt x="10885" y="8275"/>
                </a:moveTo>
                <a:cubicBezTo>
                  <a:pt x="10889" y="8280"/>
                  <a:pt x="10889" y="8285"/>
                  <a:pt x="10893" y="8291"/>
                </a:cubicBezTo>
                <a:lnTo>
                  <a:pt x="10893" y="8291"/>
                </a:lnTo>
                <a:cubicBezTo>
                  <a:pt x="10893" y="8280"/>
                  <a:pt x="10889" y="8275"/>
                  <a:pt x="10885" y="8275"/>
                </a:cubicBezTo>
                <a:close/>
                <a:moveTo>
                  <a:pt x="10897" y="8285"/>
                </a:moveTo>
                <a:cubicBezTo>
                  <a:pt x="10897" y="8285"/>
                  <a:pt x="10893" y="8285"/>
                  <a:pt x="10897" y="8285"/>
                </a:cubicBezTo>
                <a:cubicBezTo>
                  <a:pt x="10901" y="8291"/>
                  <a:pt x="10901" y="8291"/>
                  <a:pt x="10905" y="8291"/>
                </a:cubicBezTo>
                <a:cubicBezTo>
                  <a:pt x="10901" y="8291"/>
                  <a:pt x="10901" y="8285"/>
                  <a:pt x="10897" y="8285"/>
                </a:cubicBezTo>
                <a:close/>
                <a:moveTo>
                  <a:pt x="18149" y="19822"/>
                </a:moveTo>
                <a:cubicBezTo>
                  <a:pt x="17494" y="19144"/>
                  <a:pt x="16768" y="18583"/>
                  <a:pt x="16055" y="18007"/>
                </a:cubicBezTo>
                <a:cubicBezTo>
                  <a:pt x="16014" y="17971"/>
                  <a:pt x="15968" y="17930"/>
                  <a:pt x="15894" y="17925"/>
                </a:cubicBezTo>
                <a:cubicBezTo>
                  <a:pt x="15915" y="17956"/>
                  <a:pt x="15919" y="17971"/>
                  <a:pt x="15931" y="17981"/>
                </a:cubicBezTo>
                <a:cubicBezTo>
                  <a:pt x="16608" y="18685"/>
                  <a:pt x="17317" y="19343"/>
                  <a:pt x="18067" y="19930"/>
                </a:cubicBezTo>
                <a:cubicBezTo>
                  <a:pt x="18096" y="19955"/>
                  <a:pt x="18129" y="19970"/>
                  <a:pt x="18166" y="19981"/>
                </a:cubicBezTo>
                <a:cubicBezTo>
                  <a:pt x="18191" y="19991"/>
                  <a:pt x="18220" y="19996"/>
                  <a:pt x="18236" y="19955"/>
                </a:cubicBezTo>
                <a:cubicBezTo>
                  <a:pt x="18248" y="19924"/>
                  <a:pt x="18236" y="19899"/>
                  <a:pt x="18215" y="19879"/>
                </a:cubicBezTo>
                <a:cubicBezTo>
                  <a:pt x="18191" y="19868"/>
                  <a:pt x="18170" y="19848"/>
                  <a:pt x="18149" y="19822"/>
                </a:cubicBezTo>
                <a:close/>
                <a:moveTo>
                  <a:pt x="8259" y="8632"/>
                </a:moveTo>
                <a:cubicBezTo>
                  <a:pt x="8234" y="8602"/>
                  <a:pt x="8213" y="8612"/>
                  <a:pt x="8193" y="8632"/>
                </a:cubicBezTo>
                <a:cubicBezTo>
                  <a:pt x="8213" y="8668"/>
                  <a:pt x="8234" y="8658"/>
                  <a:pt x="8259" y="863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5989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D35EA-8DCE-E0C1-B148-643F8FFAB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Группа 140">
            <a:extLst>
              <a:ext uri="{FF2B5EF4-FFF2-40B4-BE49-F238E27FC236}">
                <a16:creationId xmlns:a16="http://schemas.microsoft.com/office/drawing/2014/main" id="{4BAA011A-712F-6860-DF36-7B38D7E8634E}"/>
              </a:ext>
            </a:extLst>
          </p:cNvPr>
          <p:cNvGrpSpPr/>
          <p:nvPr/>
        </p:nvGrpSpPr>
        <p:grpSpPr>
          <a:xfrm>
            <a:off x="6211567" y="-18085155"/>
            <a:ext cx="2340000" cy="27943387"/>
            <a:chOff x="6211567" y="-6606620"/>
            <a:chExt cx="2340000" cy="27943387"/>
          </a:xfrm>
        </p:grpSpPr>
        <p:sp>
          <p:nvSpPr>
            <p:cNvPr id="50" name="Прямоугольник: скругленные углы 49">
              <a:extLst>
                <a:ext uri="{FF2B5EF4-FFF2-40B4-BE49-F238E27FC236}">
                  <a16:creationId xmlns:a16="http://schemas.microsoft.com/office/drawing/2014/main" id="{35B8C400-0B2E-C1F9-6773-F0541C509183}"/>
                </a:ext>
              </a:extLst>
            </p:cNvPr>
            <p:cNvSpPr/>
            <p:nvPr/>
          </p:nvSpPr>
          <p:spPr>
            <a:xfrm>
              <a:off x="6211567" y="-6606620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52" name="Прямоугольник: скругленные углы 51">
              <a:extLst>
                <a:ext uri="{FF2B5EF4-FFF2-40B4-BE49-F238E27FC236}">
                  <a16:creationId xmlns:a16="http://schemas.microsoft.com/office/drawing/2014/main" id="{C9EEF1EF-8378-0038-BFE7-5F0C1D4C1605}"/>
                </a:ext>
              </a:extLst>
            </p:cNvPr>
            <p:cNvSpPr/>
            <p:nvPr/>
          </p:nvSpPr>
          <p:spPr>
            <a:xfrm>
              <a:off x="6211567" y="16836767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3" name="Прямоугольник: скругленные углы 52">
              <a:extLst>
                <a:ext uri="{FF2B5EF4-FFF2-40B4-BE49-F238E27FC236}">
                  <a16:creationId xmlns:a16="http://schemas.microsoft.com/office/drawing/2014/main" id="{4EC2324A-D687-3201-170F-D9D7DD6CF868}"/>
                </a:ext>
              </a:extLst>
            </p:cNvPr>
            <p:cNvSpPr/>
            <p:nvPr/>
          </p:nvSpPr>
          <p:spPr>
            <a:xfrm>
              <a:off x="6211567" y="12146318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4" name="Прямоугольник: скругленные углы 53">
              <a:extLst>
                <a:ext uri="{FF2B5EF4-FFF2-40B4-BE49-F238E27FC236}">
                  <a16:creationId xmlns:a16="http://schemas.microsoft.com/office/drawing/2014/main" id="{96D10507-9C04-52CC-CCE4-A6CBB902BCD4}"/>
                </a:ext>
              </a:extLst>
            </p:cNvPr>
            <p:cNvSpPr/>
            <p:nvPr/>
          </p:nvSpPr>
          <p:spPr>
            <a:xfrm>
              <a:off x="6211567" y="7464727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55" name="Прямоугольник: скругленные углы 54">
              <a:extLst>
                <a:ext uri="{FF2B5EF4-FFF2-40B4-BE49-F238E27FC236}">
                  <a16:creationId xmlns:a16="http://schemas.microsoft.com/office/drawing/2014/main" id="{92C1C6B6-EE31-7FCE-5DF5-0104F97C422C}"/>
                </a:ext>
              </a:extLst>
            </p:cNvPr>
            <p:cNvSpPr/>
            <p:nvPr/>
          </p:nvSpPr>
          <p:spPr>
            <a:xfrm>
              <a:off x="6211567" y="2774278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6" name="Прямоугольник: скругленные углы 55">
              <a:extLst>
                <a:ext uri="{FF2B5EF4-FFF2-40B4-BE49-F238E27FC236}">
                  <a16:creationId xmlns:a16="http://schemas.microsoft.com/office/drawing/2014/main" id="{385F1E6C-6C7A-2B0B-E43F-A061CAAFE719}"/>
                </a:ext>
              </a:extLst>
            </p:cNvPr>
            <p:cNvSpPr/>
            <p:nvPr/>
          </p:nvSpPr>
          <p:spPr>
            <a:xfrm>
              <a:off x="6211567" y="-1916171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</p:grpSp>
      <p:grpSp>
        <p:nvGrpSpPr>
          <p:cNvPr id="140" name="Группа 139">
            <a:extLst>
              <a:ext uri="{FF2B5EF4-FFF2-40B4-BE49-F238E27FC236}">
                <a16:creationId xmlns:a16="http://schemas.microsoft.com/office/drawing/2014/main" id="{681CCA56-D4C9-79A9-F700-9E36EEAB035D}"/>
              </a:ext>
            </a:extLst>
          </p:cNvPr>
          <p:cNvGrpSpPr/>
          <p:nvPr/>
        </p:nvGrpSpPr>
        <p:grpSpPr>
          <a:xfrm>
            <a:off x="3640432" y="-8259729"/>
            <a:ext cx="2340000" cy="32624978"/>
            <a:chOff x="3640432" y="-9390071"/>
            <a:chExt cx="2340000" cy="32624978"/>
          </a:xfrm>
        </p:grpSpPr>
        <p:sp>
          <p:nvSpPr>
            <p:cNvPr id="68" name="Прямоугольник: скругленные углы 67">
              <a:extLst>
                <a:ext uri="{FF2B5EF4-FFF2-40B4-BE49-F238E27FC236}">
                  <a16:creationId xmlns:a16="http://schemas.microsoft.com/office/drawing/2014/main" id="{4B4CF85B-53AD-B041-64F1-3B898F0A99CD}"/>
                </a:ext>
              </a:extLst>
            </p:cNvPr>
            <p:cNvSpPr/>
            <p:nvPr/>
          </p:nvSpPr>
          <p:spPr>
            <a:xfrm>
              <a:off x="3640432" y="18734907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69" name="Прямоугольник: скругленные углы 68">
              <a:extLst>
                <a:ext uri="{FF2B5EF4-FFF2-40B4-BE49-F238E27FC236}">
                  <a16:creationId xmlns:a16="http://schemas.microsoft.com/office/drawing/2014/main" id="{7087308A-C6A7-6B6D-9A8F-3D4CDECC45DD}"/>
                </a:ext>
              </a:extLst>
            </p:cNvPr>
            <p:cNvSpPr/>
            <p:nvPr/>
          </p:nvSpPr>
          <p:spPr>
            <a:xfrm>
              <a:off x="3640432" y="14044458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70" name="Прямоугольник: скругленные углы 69">
              <a:extLst>
                <a:ext uri="{FF2B5EF4-FFF2-40B4-BE49-F238E27FC236}">
                  <a16:creationId xmlns:a16="http://schemas.microsoft.com/office/drawing/2014/main" id="{2A484400-3222-ECF6-40D0-63F5D9FF7D53}"/>
                </a:ext>
              </a:extLst>
            </p:cNvPr>
            <p:cNvSpPr/>
            <p:nvPr/>
          </p:nvSpPr>
          <p:spPr>
            <a:xfrm>
              <a:off x="3640432" y="9354009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71" name="Прямоугольник: скругленные углы 70">
              <a:extLst>
                <a:ext uri="{FF2B5EF4-FFF2-40B4-BE49-F238E27FC236}">
                  <a16:creationId xmlns:a16="http://schemas.microsoft.com/office/drawing/2014/main" id="{06BDDF63-C857-9937-499B-61A658A2001F}"/>
                </a:ext>
              </a:extLst>
            </p:cNvPr>
            <p:cNvSpPr/>
            <p:nvPr/>
          </p:nvSpPr>
          <p:spPr>
            <a:xfrm>
              <a:off x="3640432" y="4672418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73" name="Прямоугольник: скругленные углы 72">
              <a:extLst>
                <a:ext uri="{FF2B5EF4-FFF2-40B4-BE49-F238E27FC236}">
                  <a16:creationId xmlns:a16="http://schemas.microsoft.com/office/drawing/2014/main" id="{4BACE66D-29CF-9FE3-B83C-6162ECC57A13}"/>
                </a:ext>
              </a:extLst>
            </p:cNvPr>
            <p:cNvSpPr/>
            <p:nvPr/>
          </p:nvSpPr>
          <p:spPr>
            <a:xfrm>
              <a:off x="3640432" y="-18031"/>
              <a:ext cx="2340000" cy="4500000"/>
            </a:xfrm>
            <a:prstGeom prst="roundRect">
              <a:avLst/>
            </a:prstGeom>
            <a:solidFill>
              <a:srgbClr val="91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74" name="Прямоугольник: скругленные углы 73">
              <a:extLst>
                <a:ext uri="{FF2B5EF4-FFF2-40B4-BE49-F238E27FC236}">
                  <a16:creationId xmlns:a16="http://schemas.microsoft.com/office/drawing/2014/main" id="{E7C1C86E-1078-47B8-24CD-7910FB855343}"/>
                </a:ext>
              </a:extLst>
            </p:cNvPr>
            <p:cNvSpPr/>
            <p:nvPr/>
          </p:nvSpPr>
          <p:spPr>
            <a:xfrm>
              <a:off x="3640432" y="-4708480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75" name="Прямоугольник: скругленные углы 74">
              <a:extLst>
                <a:ext uri="{FF2B5EF4-FFF2-40B4-BE49-F238E27FC236}">
                  <a16:creationId xmlns:a16="http://schemas.microsoft.com/office/drawing/2014/main" id="{7C23E4F1-21EE-28EA-4B21-7398688E346D}"/>
                </a:ext>
              </a:extLst>
            </p:cNvPr>
            <p:cNvSpPr/>
            <p:nvPr/>
          </p:nvSpPr>
          <p:spPr>
            <a:xfrm>
              <a:off x="3640432" y="-9390071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9" name="Группа 138">
            <a:extLst>
              <a:ext uri="{FF2B5EF4-FFF2-40B4-BE49-F238E27FC236}">
                <a16:creationId xmlns:a16="http://schemas.microsoft.com/office/drawing/2014/main" id="{28DFA35F-0039-6D0E-6EBF-165EAA005FF6}"/>
              </a:ext>
            </a:extLst>
          </p:cNvPr>
          <p:cNvGrpSpPr/>
          <p:nvPr/>
        </p:nvGrpSpPr>
        <p:grpSpPr>
          <a:xfrm>
            <a:off x="1069297" y="-21696447"/>
            <a:ext cx="2340000" cy="32642434"/>
            <a:chOff x="1069297" y="-16933229"/>
            <a:chExt cx="2340000" cy="32642434"/>
          </a:xfrm>
        </p:grpSpPr>
        <p:sp>
          <p:nvSpPr>
            <p:cNvPr id="77" name="Прямоугольник: скругленные углы 76">
              <a:extLst>
                <a:ext uri="{FF2B5EF4-FFF2-40B4-BE49-F238E27FC236}">
                  <a16:creationId xmlns:a16="http://schemas.microsoft.com/office/drawing/2014/main" id="{D2200B27-6F78-BAA9-51CB-DAB4A73CEE82}"/>
                </a:ext>
              </a:extLst>
            </p:cNvPr>
            <p:cNvSpPr/>
            <p:nvPr/>
          </p:nvSpPr>
          <p:spPr>
            <a:xfrm>
              <a:off x="1069297" y="6514587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80" name="Прямоугольник: скругленные углы 79">
              <a:extLst>
                <a:ext uri="{FF2B5EF4-FFF2-40B4-BE49-F238E27FC236}">
                  <a16:creationId xmlns:a16="http://schemas.microsoft.com/office/drawing/2014/main" id="{C7DB671C-6D89-2823-0455-88032D99C385}"/>
                </a:ext>
              </a:extLst>
            </p:cNvPr>
            <p:cNvSpPr/>
            <p:nvPr/>
          </p:nvSpPr>
          <p:spPr>
            <a:xfrm>
              <a:off x="1069297" y="182413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Singl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84" name="Прямоугольник: скругленные углы 83">
              <a:extLst>
                <a:ext uri="{FF2B5EF4-FFF2-40B4-BE49-F238E27FC236}">
                  <a16:creationId xmlns:a16="http://schemas.microsoft.com/office/drawing/2014/main" id="{517DDD69-FE5E-AA57-EDEA-790415BD0868}"/>
                </a:ext>
              </a:extLst>
            </p:cNvPr>
            <p:cNvSpPr/>
            <p:nvPr/>
          </p:nvSpPr>
          <p:spPr>
            <a:xfrm>
              <a:off x="1069297" y="-2866311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86" name="Прямоугольник: скругленные углы 85">
              <a:extLst>
                <a:ext uri="{FF2B5EF4-FFF2-40B4-BE49-F238E27FC236}">
                  <a16:creationId xmlns:a16="http://schemas.microsoft.com/office/drawing/2014/main" id="{296D6360-FD00-5DE5-B518-EA1CEAD1035B}"/>
                </a:ext>
              </a:extLst>
            </p:cNvPr>
            <p:cNvSpPr/>
            <p:nvPr/>
          </p:nvSpPr>
          <p:spPr>
            <a:xfrm>
              <a:off x="1069297" y="-12242780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87" name="Прямоугольник: скругленные углы 86">
              <a:extLst>
                <a:ext uri="{FF2B5EF4-FFF2-40B4-BE49-F238E27FC236}">
                  <a16:creationId xmlns:a16="http://schemas.microsoft.com/office/drawing/2014/main" id="{AAB2346B-B280-D97E-C32C-E457801B334F}"/>
                </a:ext>
              </a:extLst>
            </p:cNvPr>
            <p:cNvSpPr/>
            <p:nvPr/>
          </p:nvSpPr>
          <p:spPr>
            <a:xfrm>
              <a:off x="1069297" y="-16933229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88" name="Прямоугольник: скругленные углы 87">
              <a:extLst>
                <a:ext uri="{FF2B5EF4-FFF2-40B4-BE49-F238E27FC236}">
                  <a16:creationId xmlns:a16="http://schemas.microsoft.com/office/drawing/2014/main" id="{E4D5A603-3A5F-EC3B-D85D-0AF8456C956A}"/>
                </a:ext>
              </a:extLst>
            </p:cNvPr>
            <p:cNvSpPr/>
            <p:nvPr/>
          </p:nvSpPr>
          <p:spPr>
            <a:xfrm>
              <a:off x="1069297" y="-7552331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89" name="Прямоугольник: скругленные углы 88">
              <a:extLst>
                <a:ext uri="{FF2B5EF4-FFF2-40B4-BE49-F238E27FC236}">
                  <a16:creationId xmlns:a16="http://schemas.microsoft.com/office/drawing/2014/main" id="{7E2F8AE6-5B14-B43F-E7DF-C7BEF437EE91}"/>
                </a:ext>
              </a:extLst>
            </p:cNvPr>
            <p:cNvSpPr/>
            <p:nvPr/>
          </p:nvSpPr>
          <p:spPr>
            <a:xfrm>
              <a:off x="1069297" y="11209205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Группа 141">
            <a:extLst>
              <a:ext uri="{FF2B5EF4-FFF2-40B4-BE49-F238E27FC236}">
                <a16:creationId xmlns:a16="http://schemas.microsoft.com/office/drawing/2014/main" id="{8940942A-33A6-54FD-3C6B-97C8E45772F1}"/>
              </a:ext>
            </a:extLst>
          </p:cNvPr>
          <p:cNvGrpSpPr/>
          <p:nvPr/>
        </p:nvGrpSpPr>
        <p:grpSpPr>
          <a:xfrm>
            <a:off x="8782702" y="-21696447"/>
            <a:ext cx="2340000" cy="32624978"/>
            <a:chOff x="8782702" y="-18770969"/>
            <a:chExt cx="2340000" cy="32624978"/>
          </a:xfrm>
        </p:grpSpPr>
        <p:sp>
          <p:nvSpPr>
            <p:cNvPr id="91" name="Прямоугольник: скругленные углы 90">
              <a:extLst>
                <a:ext uri="{FF2B5EF4-FFF2-40B4-BE49-F238E27FC236}">
                  <a16:creationId xmlns:a16="http://schemas.microsoft.com/office/drawing/2014/main" id="{D8D08242-D9A0-B280-A3F0-840C5806B723}"/>
                </a:ext>
              </a:extLst>
            </p:cNvPr>
            <p:cNvSpPr/>
            <p:nvPr/>
          </p:nvSpPr>
          <p:spPr>
            <a:xfrm>
              <a:off x="8782702" y="4672418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94" name="Прямоугольник: скругленные углы 93">
              <a:extLst>
                <a:ext uri="{FF2B5EF4-FFF2-40B4-BE49-F238E27FC236}">
                  <a16:creationId xmlns:a16="http://schemas.microsoft.com/office/drawing/2014/main" id="{E2EC4988-FF8F-FAB7-A5C9-FC2255328E36}"/>
                </a:ext>
              </a:extLst>
            </p:cNvPr>
            <p:cNvSpPr/>
            <p:nvPr/>
          </p:nvSpPr>
          <p:spPr>
            <a:xfrm>
              <a:off x="8782702" y="-18031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98" name="Прямоугольник: скругленные углы 97">
              <a:extLst>
                <a:ext uri="{FF2B5EF4-FFF2-40B4-BE49-F238E27FC236}">
                  <a16:creationId xmlns:a16="http://schemas.microsoft.com/office/drawing/2014/main" id="{9ABCE2B8-FF3D-E70E-91FE-E79555BDBCCE}"/>
                </a:ext>
              </a:extLst>
            </p:cNvPr>
            <p:cNvSpPr/>
            <p:nvPr/>
          </p:nvSpPr>
          <p:spPr>
            <a:xfrm>
              <a:off x="8782702" y="-4708480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99" name="Прямоугольник: скругленные углы 98">
              <a:extLst>
                <a:ext uri="{FF2B5EF4-FFF2-40B4-BE49-F238E27FC236}">
                  <a16:creationId xmlns:a16="http://schemas.microsoft.com/office/drawing/2014/main" id="{4122A302-D113-9CCB-2E2A-84113580C665}"/>
                </a:ext>
              </a:extLst>
            </p:cNvPr>
            <p:cNvSpPr/>
            <p:nvPr/>
          </p:nvSpPr>
          <p:spPr>
            <a:xfrm>
              <a:off x="8782702" y="-9390071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00" name="Прямоугольник: скругленные углы 99">
              <a:extLst>
                <a:ext uri="{FF2B5EF4-FFF2-40B4-BE49-F238E27FC236}">
                  <a16:creationId xmlns:a16="http://schemas.microsoft.com/office/drawing/2014/main" id="{A087AAA3-959D-0961-B47E-6B92EB5132BF}"/>
                </a:ext>
              </a:extLst>
            </p:cNvPr>
            <p:cNvSpPr/>
            <p:nvPr/>
          </p:nvSpPr>
          <p:spPr>
            <a:xfrm>
              <a:off x="8782702" y="-14080520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01" name="Прямоугольник: скругленные углы 100">
              <a:extLst>
                <a:ext uri="{FF2B5EF4-FFF2-40B4-BE49-F238E27FC236}">
                  <a16:creationId xmlns:a16="http://schemas.microsoft.com/office/drawing/2014/main" id="{C8AE38E4-E62E-0200-BEF7-AC52685B22FD}"/>
                </a:ext>
              </a:extLst>
            </p:cNvPr>
            <p:cNvSpPr/>
            <p:nvPr/>
          </p:nvSpPr>
          <p:spPr>
            <a:xfrm>
              <a:off x="8782702" y="-18770969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02" name="Прямоугольник: скругленные углы 101">
              <a:extLst>
                <a:ext uri="{FF2B5EF4-FFF2-40B4-BE49-F238E27FC236}">
                  <a16:creationId xmlns:a16="http://schemas.microsoft.com/office/drawing/2014/main" id="{C8877059-A85D-A124-A672-C120E2455045}"/>
                </a:ext>
              </a:extLst>
            </p:cNvPr>
            <p:cNvSpPr/>
            <p:nvPr/>
          </p:nvSpPr>
          <p:spPr>
            <a:xfrm>
              <a:off x="8782702" y="9354009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3" name="Группа 142">
            <a:extLst>
              <a:ext uri="{FF2B5EF4-FFF2-40B4-BE49-F238E27FC236}">
                <a16:creationId xmlns:a16="http://schemas.microsoft.com/office/drawing/2014/main" id="{78B9A777-73E3-4D03-920B-4B68AAC3223D}"/>
              </a:ext>
            </a:extLst>
          </p:cNvPr>
          <p:cNvGrpSpPr/>
          <p:nvPr/>
        </p:nvGrpSpPr>
        <p:grpSpPr>
          <a:xfrm>
            <a:off x="11353837" y="-13303910"/>
            <a:ext cx="2340000" cy="32633836"/>
            <a:chOff x="11353837" y="-19885705"/>
            <a:chExt cx="2340000" cy="32633836"/>
          </a:xfrm>
        </p:grpSpPr>
        <p:sp>
          <p:nvSpPr>
            <p:cNvPr id="107" name="Прямоугольник: скругленные углы 106">
              <a:extLst>
                <a:ext uri="{FF2B5EF4-FFF2-40B4-BE49-F238E27FC236}">
                  <a16:creationId xmlns:a16="http://schemas.microsoft.com/office/drawing/2014/main" id="{CC1EA02D-9C07-EA8A-04D0-1D53450A9CEB}"/>
                </a:ext>
              </a:extLst>
            </p:cNvPr>
            <p:cNvSpPr/>
            <p:nvPr/>
          </p:nvSpPr>
          <p:spPr>
            <a:xfrm>
              <a:off x="11353837" y="8248131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14" name="Прямоугольник: скругленные углы 113">
              <a:extLst>
                <a:ext uri="{FF2B5EF4-FFF2-40B4-BE49-F238E27FC236}">
                  <a16:creationId xmlns:a16="http://schemas.microsoft.com/office/drawing/2014/main" id="{213940A4-57CC-797F-24FD-4872B13CB0BA}"/>
                </a:ext>
              </a:extLst>
            </p:cNvPr>
            <p:cNvSpPr/>
            <p:nvPr/>
          </p:nvSpPr>
          <p:spPr>
            <a:xfrm>
              <a:off x="11353837" y="3557682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21" name="Прямоугольник: скругленные углы 120">
              <a:extLst>
                <a:ext uri="{FF2B5EF4-FFF2-40B4-BE49-F238E27FC236}">
                  <a16:creationId xmlns:a16="http://schemas.microsoft.com/office/drawing/2014/main" id="{99962459-B4C3-18D4-482B-E071BDCC6FC6}"/>
                </a:ext>
              </a:extLst>
            </p:cNvPr>
            <p:cNvSpPr/>
            <p:nvPr/>
          </p:nvSpPr>
          <p:spPr>
            <a:xfrm>
              <a:off x="11353837" y="-1132767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34" name="Прямоугольник: скругленные углы 133">
              <a:extLst>
                <a:ext uri="{FF2B5EF4-FFF2-40B4-BE49-F238E27FC236}">
                  <a16:creationId xmlns:a16="http://schemas.microsoft.com/office/drawing/2014/main" id="{4A1F1A28-177C-8C89-6193-2F89B5637A9A}"/>
                </a:ext>
              </a:extLst>
            </p:cNvPr>
            <p:cNvSpPr/>
            <p:nvPr/>
          </p:nvSpPr>
          <p:spPr>
            <a:xfrm>
              <a:off x="11353837" y="-581435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35" name="Прямоугольник: скругленные углы 134">
              <a:extLst>
                <a:ext uri="{FF2B5EF4-FFF2-40B4-BE49-F238E27FC236}">
                  <a16:creationId xmlns:a16="http://schemas.microsoft.com/office/drawing/2014/main" id="{904B7597-A807-416D-01CE-2D5276C5F4BB}"/>
                </a:ext>
              </a:extLst>
            </p:cNvPr>
            <p:cNvSpPr/>
            <p:nvPr/>
          </p:nvSpPr>
          <p:spPr>
            <a:xfrm>
              <a:off x="11353837" y="-10504807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36" name="Прямоугольник: скругленные углы 135">
              <a:extLst>
                <a:ext uri="{FF2B5EF4-FFF2-40B4-BE49-F238E27FC236}">
                  <a16:creationId xmlns:a16="http://schemas.microsoft.com/office/drawing/2014/main" id="{A731BA5D-62CC-0DAE-76F0-2D356A8B0A1B}"/>
                </a:ext>
              </a:extLst>
            </p:cNvPr>
            <p:cNvSpPr/>
            <p:nvPr/>
          </p:nvSpPr>
          <p:spPr>
            <a:xfrm>
              <a:off x="11353837" y="-15195256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37" name="Прямоугольник: скругленные углы 136">
              <a:extLst>
                <a:ext uri="{FF2B5EF4-FFF2-40B4-BE49-F238E27FC236}">
                  <a16:creationId xmlns:a16="http://schemas.microsoft.com/office/drawing/2014/main" id="{406E3C01-1255-AF44-7A50-D85E9B1522B1}"/>
                </a:ext>
              </a:extLst>
            </p:cNvPr>
            <p:cNvSpPr/>
            <p:nvPr/>
          </p:nvSpPr>
          <p:spPr>
            <a:xfrm>
              <a:off x="11353837" y="-19885705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1" name="Группа 160">
            <a:extLst>
              <a:ext uri="{FF2B5EF4-FFF2-40B4-BE49-F238E27FC236}">
                <a16:creationId xmlns:a16="http://schemas.microsoft.com/office/drawing/2014/main" id="{F7BF69B0-AFD4-6C1C-987F-A83A74D90ABF}"/>
              </a:ext>
            </a:extLst>
          </p:cNvPr>
          <p:cNvGrpSpPr/>
          <p:nvPr/>
        </p:nvGrpSpPr>
        <p:grpSpPr>
          <a:xfrm>
            <a:off x="-1501838" y="-15540623"/>
            <a:ext cx="2340000" cy="32616120"/>
            <a:chOff x="-1501838" y="-8238213"/>
            <a:chExt cx="2340000" cy="32616120"/>
          </a:xfrm>
        </p:grpSpPr>
        <p:sp>
          <p:nvSpPr>
            <p:cNvPr id="154" name="Прямоугольник: скругленные углы 153">
              <a:extLst>
                <a:ext uri="{FF2B5EF4-FFF2-40B4-BE49-F238E27FC236}">
                  <a16:creationId xmlns:a16="http://schemas.microsoft.com/office/drawing/2014/main" id="{36A8E54B-F3D6-891C-EE57-1756DC6AD2E3}"/>
                </a:ext>
              </a:extLst>
            </p:cNvPr>
            <p:cNvSpPr/>
            <p:nvPr/>
          </p:nvSpPr>
          <p:spPr>
            <a:xfrm>
              <a:off x="-1501838" y="19877907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55" name="Прямоугольник: скругленные углы 154">
              <a:extLst>
                <a:ext uri="{FF2B5EF4-FFF2-40B4-BE49-F238E27FC236}">
                  <a16:creationId xmlns:a16="http://schemas.microsoft.com/office/drawing/2014/main" id="{44020621-A8B3-F792-0496-32C1C8F06EBA}"/>
                </a:ext>
              </a:extLst>
            </p:cNvPr>
            <p:cNvSpPr/>
            <p:nvPr/>
          </p:nvSpPr>
          <p:spPr>
            <a:xfrm>
              <a:off x="-1501838" y="15187458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56" name="Прямоугольник: скругленные углы 155">
              <a:extLst>
                <a:ext uri="{FF2B5EF4-FFF2-40B4-BE49-F238E27FC236}">
                  <a16:creationId xmlns:a16="http://schemas.microsoft.com/office/drawing/2014/main" id="{E25D5218-F31A-43C1-ACC9-774127362957}"/>
                </a:ext>
              </a:extLst>
            </p:cNvPr>
            <p:cNvSpPr/>
            <p:nvPr/>
          </p:nvSpPr>
          <p:spPr>
            <a:xfrm>
              <a:off x="-1501838" y="10497009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57" name="Прямоугольник: скругленные углы 156">
              <a:extLst>
                <a:ext uri="{FF2B5EF4-FFF2-40B4-BE49-F238E27FC236}">
                  <a16:creationId xmlns:a16="http://schemas.microsoft.com/office/drawing/2014/main" id="{BCA5C49E-CF90-ED41-8C08-2BA0A24BC504}"/>
                </a:ext>
              </a:extLst>
            </p:cNvPr>
            <p:cNvSpPr/>
            <p:nvPr/>
          </p:nvSpPr>
          <p:spPr>
            <a:xfrm>
              <a:off x="-1501838" y="5815418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8" name="Прямоугольник: скругленные углы 157">
              <a:extLst>
                <a:ext uri="{FF2B5EF4-FFF2-40B4-BE49-F238E27FC236}">
                  <a16:creationId xmlns:a16="http://schemas.microsoft.com/office/drawing/2014/main" id="{65B1E4AC-0756-B2C0-DD27-8AF455108C02}"/>
                </a:ext>
              </a:extLst>
            </p:cNvPr>
            <p:cNvSpPr/>
            <p:nvPr/>
          </p:nvSpPr>
          <p:spPr>
            <a:xfrm>
              <a:off x="-1501838" y="1133827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59" name="Прямоугольник: скругленные углы 158">
              <a:extLst>
                <a:ext uri="{FF2B5EF4-FFF2-40B4-BE49-F238E27FC236}">
                  <a16:creationId xmlns:a16="http://schemas.microsoft.com/office/drawing/2014/main" id="{F97BB463-A800-0B5B-139A-34FDE970B244}"/>
                </a:ext>
              </a:extLst>
            </p:cNvPr>
            <p:cNvSpPr/>
            <p:nvPr/>
          </p:nvSpPr>
          <p:spPr>
            <a:xfrm>
              <a:off x="-1501838" y="-3547764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60" name="Прямоугольник: скругленные углы 159">
              <a:extLst>
                <a:ext uri="{FF2B5EF4-FFF2-40B4-BE49-F238E27FC236}">
                  <a16:creationId xmlns:a16="http://schemas.microsoft.com/office/drawing/2014/main" id="{55383CF8-B84C-A080-0754-CFCDC1985ED0}"/>
                </a:ext>
              </a:extLst>
            </p:cNvPr>
            <p:cNvSpPr/>
            <p:nvPr/>
          </p:nvSpPr>
          <p:spPr>
            <a:xfrm>
              <a:off x="-1501838" y="-8238213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4808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0C1F1-B194-95D9-42D3-EBDF71B53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F3A46BE-357C-BA75-D94B-56406444F85F}"/>
              </a:ext>
            </a:extLst>
          </p:cNvPr>
          <p:cNvGrpSpPr/>
          <p:nvPr/>
        </p:nvGrpSpPr>
        <p:grpSpPr>
          <a:xfrm>
            <a:off x="6211567" y="-15644706"/>
            <a:ext cx="2340000" cy="27943387"/>
            <a:chOff x="6211567" y="-6606620"/>
            <a:chExt cx="2340000" cy="27943387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34ED9C51-2666-29C0-5BFC-1894CD12DB98}"/>
                </a:ext>
              </a:extLst>
            </p:cNvPr>
            <p:cNvSpPr/>
            <p:nvPr/>
          </p:nvSpPr>
          <p:spPr>
            <a:xfrm>
              <a:off x="6211567" y="-6606620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D9B0D4F8-0C6E-7072-477A-E220592C72E3}"/>
                </a:ext>
              </a:extLst>
            </p:cNvPr>
            <p:cNvSpPr/>
            <p:nvPr/>
          </p:nvSpPr>
          <p:spPr>
            <a:xfrm>
              <a:off x="6211567" y="16836767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8C93CA1E-8415-A05C-50D2-EF53841F1454}"/>
                </a:ext>
              </a:extLst>
            </p:cNvPr>
            <p:cNvSpPr/>
            <p:nvPr/>
          </p:nvSpPr>
          <p:spPr>
            <a:xfrm>
              <a:off x="6211567" y="12146318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7AF60F2C-FA34-FF2C-C48E-0C45E5FABB14}"/>
                </a:ext>
              </a:extLst>
            </p:cNvPr>
            <p:cNvSpPr/>
            <p:nvPr/>
          </p:nvSpPr>
          <p:spPr>
            <a:xfrm>
              <a:off x="6211567" y="7464727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37" name="Прямоугольник: скругленные углы 36">
              <a:extLst>
                <a:ext uri="{FF2B5EF4-FFF2-40B4-BE49-F238E27FC236}">
                  <a16:creationId xmlns:a16="http://schemas.microsoft.com/office/drawing/2014/main" id="{86C43FF9-7C7E-5D91-6074-B5D1E6D1B006}"/>
                </a:ext>
              </a:extLst>
            </p:cNvPr>
            <p:cNvSpPr/>
            <p:nvPr/>
          </p:nvSpPr>
          <p:spPr>
            <a:xfrm>
              <a:off x="6211567" y="2774278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45" name="Прямоугольник: скругленные углы 44">
              <a:extLst>
                <a:ext uri="{FF2B5EF4-FFF2-40B4-BE49-F238E27FC236}">
                  <a16:creationId xmlns:a16="http://schemas.microsoft.com/office/drawing/2014/main" id="{AE068192-36EE-269F-E35F-773C3A6B2DD6}"/>
                </a:ext>
              </a:extLst>
            </p:cNvPr>
            <p:cNvSpPr/>
            <p:nvPr/>
          </p:nvSpPr>
          <p:spPr>
            <a:xfrm>
              <a:off x="6211567" y="-1916171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</p:grp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09EE9678-3943-948F-5F66-7CDBDC9ED610}"/>
              </a:ext>
            </a:extLst>
          </p:cNvPr>
          <p:cNvGrpSpPr/>
          <p:nvPr/>
        </p:nvGrpSpPr>
        <p:grpSpPr>
          <a:xfrm>
            <a:off x="1069297" y="-16669310"/>
            <a:ext cx="2340000" cy="32642434"/>
            <a:chOff x="1069297" y="-16933229"/>
            <a:chExt cx="2340000" cy="32642434"/>
          </a:xfrm>
        </p:grpSpPr>
        <p:sp>
          <p:nvSpPr>
            <p:cNvPr id="56" name="Прямоугольник: скругленные углы 55">
              <a:extLst>
                <a:ext uri="{FF2B5EF4-FFF2-40B4-BE49-F238E27FC236}">
                  <a16:creationId xmlns:a16="http://schemas.microsoft.com/office/drawing/2014/main" id="{8489661D-2663-F063-2B5F-2BAE78A20ADC}"/>
                </a:ext>
              </a:extLst>
            </p:cNvPr>
            <p:cNvSpPr/>
            <p:nvPr/>
          </p:nvSpPr>
          <p:spPr>
            <a:xfrm>
              <a:off x="1069297" y="6514587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изайн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7" name="Прямоугольник: скругленные углы 56">
              <a:extLst>
                <a:ext uri="{FF2B5EF4-FFF2-40B4-BE49-F238E27FC236}">
                  <a16:creationId xmlns:a16="http://schemas.microsoft.com/office/drawing/2014/main" id="{669A3F87-AECF-6E89-1C82-680D0A6A2315}"/>
                </a:ext>
              </a:extLst>
            </p:cNvPr>
            <p:cNvSpPr/>
            <p:nvPr/>
          </p:nvSpPr>
          <p:spPr>
            <a:xfrm>
              <a:off x="1069297" y="182413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</a:t>
              </a:r>
              <a:r>
                <a:rPr lang="fr-FR" sz="2000" dirty="0">
                  <a:ln w="0"/>
                  <a:solidFill>
                    <a:schemeClr val="tx1"/>
                  </a:solidFill>
                  <a:latin typeface="Arial Black" panose="020B0A04020102020204" pitchFamily="34" charset="0"/>
                </a:rPr>
                <a:t>Application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59" name="Прямоугольник: скругленные углы 58">
              <a:extLst>
                <a:ext uri="{FF2B5EF4-FFF2-40B4-BE49-F238E27FC236}">
                  <a16:creationId xmlns:a16="http://schemas.microsoft.com/office/drawing/2014/main" id="{19402578-A548-D47B-7E15-BAB20A3B22BF}"/>
                </a:ext>
              </a:extLst>
            </p:cNvPr>
            <p:cNvSpPr/>
            <p:nvPr/>
          </p:nvSpPr>
          <p:spPr>
            <a:xfrm>
              <a:off x="1069297" y="-2866311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0" name="Прямоугольник: скругленные углы 59">
              <a:extLst>
                <a:ext uri="{FF2B5EF4-FFF2-40B4-BE49-F238E27FC236}">
                  <a16:creationId xmlns:a16="http://schemas.microsoft.com/office/drawing/2014/main" id="{EB3EDC92-90FD-33CB-53F8-5C5A1C42196E}"/>
                </a:ext>
              </a:extLst>
            </p:cNvPr>
            <p:cNvSpPr/>
            <p:nvPr/>
          </p:nvSpPr>
          <p:spPr>
            <a:xfrm>
              <a:off x="1069297" y="-12242780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61" name="Прямоугольник: скругленные углы 60">
              <a:extLst>
                <a:ext uri="{FF2B5EF4-FFF2-40B4-BE49-F238E27FC236}">
                  <a16:creationId xmlns:a16="http://schemas.microsoft.com/office/drawing/2014/main" id="{FDFA7171-12A0-8327-071B-8EE2F56BA8D4}"/>
                </a:ext>
              </a:extLst>
            </p:cNvPr>
            <p:cNvSpPr/>
            <p:nvPr/>
          </p:nvSpPr>
          <p:spPr>
            <a:xfrm>
              <a:off x="1069297" y="-16933229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62" name="Прямоугольник: скругленные углы 61">
              <a:extLst>
                <a:ext uri="{FF2B5EF4-FFF2-40B4-BE49-F238E27FC236}">
                  <a16:creationId xmlns:a16="http://schemas.microsoft.com/office/drawing/2014/main" id="{6DED55AB-C095-E9CB-619B-2A98B4F97438}"/>
                </a:ext>
              </a:extLst>
            </p:cNvPr>
            <p:cNvSpPr/>
            <p:nvPr/>
          </p:nvSpPr>
          <p:spPr>
            <a:xfrm>
              <a:off x="1069297" y="-7552331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63" name="Прямоугольник: скругленные углы 62">
              <a:extLst>
                <a:ext uri="{FF2B5EF4-FFF2-40B4-BE49-F238E27FC236}">
                  <a16:creationId xmlns:a16="http://schemas.microsoft.com/office/drawing/2014/main" id="{8E838360-18F6-5791-3A10-E65F7E9FC8F2}"/>
                </a:ext>
              </a:extLst>
            </p:cNvPr>
            <p:cNvSpPr/>
            <p:nvPr/>
          </p:nvSpPr>
          <p:spPr>
            <a:xfrm>
              <a:off x="1069297" y="11209205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6AF8D52D-F1DB-E110-11D1-693D1D1D14F4}"/>
              </a:ext>
            </a:extLst>
          </p:cNvPr>
          <p:cNvGrpSpPr/>
          <p:nvPr/>
        </p:nvGrpSpPr>
        <p:grpSpPr>
          <a:xfrm>
            <a:off x="8782702" y="-21696447"/>
            <a:ext cx="2340000" cy="32624978"/>
            <a:chOff x="8782702" y="-18770969"/>
            <a:chExt cx="2340000" cy="32624978"/>
          </a:xfrm>
        </p:grpSpPr>
        <p:sp>
          <p:nvSpPr>
            <p:cNvPr id="66" name="Прямоугольник: скругленные углы 65">
              <a:extLst>
                <a:ext uri="{FF2B5EF4-FFF2-40B4-BE49-F238E27FC236}">
                  <a16:creationId xmlns:a16="http://schemas.microsoft.com/office/drawing/2014/main" id="{6CCAF780-3838-D2B7-6CA8-6E1FA6D5D760}"/>
                </a:ext>
              </a:extLst>
            </p:cNvPr>
            <p:cNvSpPr/>
            <p:nvPr/>
          </p:nvSpPr>
          <p:spPr>
            <a:xfrm>
              <a:off x="8782702" y="4672418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67" name="Прямоугольник: скругленные углы 66">
              <a:extLst>
                <a:ext uri="{FF2B5EF4-FFF2-40B4-BE49-F238E27FC236}">
                  <a16:creationId xmlns:a16="http://schemas.microsoft.com/office/drawing/2014/main" id="{1AC48DC8-D074-8155-2DC5-DA5136B8F6B6}"/>
                </a:ext>
              </a:extLst>
            </p:cNvPr>
            <p:cNvSpPr/>
            <p:nvPr/>
          </p:nvSpPr>
          <p:spPr>
            <a:xfrm>
              <a:off x="8782702" y="-18031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68" name="Прямоугольник: скругленные углы 67">
              <a:extLst>
                <a:ext uri="{FF2B5EF4-FFF2-40B4-BE49-F238E27FC236}">
                  <a16:creationId xmlns:a16="http://schemas.microsoft.com/office/drawing/2014/main" id="{7ACA7494-9C7D-A601-A0EE-0BF9973201E0}"/>
                </a:ext>
              </a:extLst>
            </p:cNvPr>
            <p:cNvSpPr/>
            <p:nvPr/>
          </p:nvSpPr>
          <p:spPr>
            <a:xfrm>
              <a:off x="8782702" y="-4708480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69" name="Прямоугольник: скругленные углы 68">
              <a:extLst>
                <a:ext uri="{FF2B5EF4-FFF2-40B4-BE49-F238E27FC236}">
                  <a16:creationId xmlns:a16="http://schemas.microsoft.com/office/drawing/2014/main" id="{70AA92A1-9AD1-B62E-75AC-C792B42BA9EE}"/>
                </a:ext>
              </a:extLst>
            </p:cNvPr>
            <p:cNvSpPr/>
            <p:nvPr/>
          </p:nvSpPr>
          <p:spPr>
            <a:xfrm>
              <a:off x="8782702" y="-9390071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70" name="Прямоугольник: скругленные углы 69">
              <a:extLst>
                <a:ext uri="{FF2B5EF4-FFF2-40B4-BE49-F238E27FC236}">
                  <a16:creationId xmlns:a16="http://schemas.microsoft.com/office/drawing/2014/main" id="{5C46F251-33B5-5B1A-F6E9-2843243C0134}"/>
                </a:ext>
              </a:extLst>
            </p:cNvPr>
            <p:cNvSpPr/>
            <p:nvPr/>
          </p:nvSpPr>
          <p:spPr>
            <a:xfrm>
              <a:off x="8782702" y="-14080520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71" name="Прямоугольник: скругленные углы 70">
              <a:extLst>
                <a:ext uri="{FF2B5EF4-FFF2-40B4-BE49-F238E27FC236}">
                  <a16:creationId xmlns:a16="http://schemas.microsoft.com/office/drawing/2014/main" id="{8FE5A99C-DB3E-20A9-E782-4C2907E663C7}"/>
                </a:ext>
              </a:extLst>
            </p:cNvPr>
            <p:cNvSpPr/>
            <p:nvPr/>
          </p:nvSpPr>
          <p:spPr>
            <a:xfrm>
              <a:off x="8782702" y="-18770969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73" name="Прямоугольник: скругленные углы 72">
              <a:extLst>
                <a:ext uri="{FF2B5EF4-FFF2-40B4-BE49-F238E27FC236}">
                  <a16:creationId xmlns:a16="http://schemas.microsoft.com/office/drawing/2014/main" id="{79BFB043-B309-D309-82FD-5E603D36E1B2}"/>
                </a:ext>
              </a:extLst>
            </p:cNvPr>
            <p:cNvSpPr/>
            <p:nvPr/>
          </p:nvSpPr>
          <p:spPr>
            <a:xfrm>
              <a:off x="8782702" y="9354009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427545AD-1F45-82B8-1F53-7299909DCC3E}"/>
              </a:ext>
            </a:extLst>
          </p:cNvPr>
          <p:cNvGrpSpPr/>
          <p:nvPr/>
        </p:nvGrpSpPr>
        <p:grpSpPr>
          <a:xfrm>
            <a:off x="11353837" y="-8739506"/>
            <a:ext cx="2340000" cy="32633836"/>
            <a:chOff x="11353837" y="-19885705"/>
            <a:chExt cx="2340000" cy="32633836"/>
          </a:xfrm>
        </p:grpSpPr>
        <p:sp>
          <p:nvSpPr>
            <p:cNvPr id="75" name="Прямоугольник: скругленные углы 74">
              <a:extLst>
                <a:ext uri="{FF2B5EF4-FFF2-40B4-BE49-F238E27FC236}">
                  <a16:creationId xmlns:a16="http://schemas.microsoft.com/office/drawing/2014/main" id="{E49965C0-6BE4-9866-653B-849608B27AA0}"/>
                </a:ext>
              </a:extLst>
            </p:cNvPr>
            <p:cNvSpPr/>
            <p:nvPr/>
          </p:nvSpPr>
          <p:spPr>
            <a:xfrm>
              <a:off x="11353837" y="8248131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76" name="Прямоугольник: скругленные углы 75">
              <a:extLst>
                <a:ext uri="{FF2B5EF4-FFF2-40B4-BE49-F238E27FC236}">
                  <a16:creationId xmlns:a16="http://schemas.microsoft.com/office/drawing/2014/main" id="{C97A7B8F-7B28-294F-5D65-BEF2B4BAF45F}"/>
                </a:ext>
              </a:extLst>
            </p:cNvPr>
            <p:cNvSpPr/>
            <p:nvPr/>
          </p:nvSpPr>
          <p:spPr>
            <a:xfrm>
              <a:off x="11353837" y="3557682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77" name="Прямоугольник: скругленные углы 76">
              <a:extLst>
                <a:ext uri="{FF2B5EF4-FFF2-40B4-BE49-F238E27FC236}">
                  <a16:creationId xmlns:a16="http://schemas.microsoft.com/office/drawing/2014/main" id="{1072478B-3E46-1230-7529-D93D65EF0859}"/>
                </a:ext>
              </a:extLst>
            </p:cNvPr>
            <p:cNvSpPr/>
            <p:nvPr/>
          </p:nvSpPr>
          <p:spPr>
            <a:xfrm>
              <a:off x="11353837" y="-1132767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79" name="Прямоугольник: скругленные углы 78">
              <a:extLst>
                <a:ext uri="{FF2B5EF4-FFF2-40B4-BE49-F238E27FC236}">
                  <a16:creationId xmlns:a16="http://schemas.microsoft.com/office/drawing/2014/main" id="{5835636A-1687-D17B-E5AA-037E67C03550}"/>
                </a:ext>
              </a:extLst>
            </p:cNvPr>
            <p:cNvSpPr/>
            <p:nvPr/>
          </p:nvSpPr>
          <p:spPr>
            <a:xfrm>
              <a:off x="11353837" y="-581435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80" name="Прямоугольник: скругленные углы 79">
              <a:extLst>
                <a:ext uri="{FF2B5EF4-FFF2-40B4-BE49-F238E27FC236}">
                  <a16:creationId xmlns:a16="http://schemas.microsoft.com/office/drawing/2014/main" id="{258EE054-7A2F-8167-163F-845AD0F16F6A}"/>
                </a:ext>
              </a:extLst>
            </p:cNvPr>
            <p:cNvSpPr/>
            <p:nvPr/>
          </p:nvSpPr>
          <p:spPr>
            <a:xfrm>
              <a:off x="11353837" y="-10504807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81" name="Прямоугольник: скругленные углы 80">
              <a:extLst>
                <a:ext uri="{FF2B5EF4-FFF2-40B4-BE49-F238E27FC236}">
                  <a16:creationId xmlns:a16="http://schemas.microsoft.com/office/drawing/2014/main" id="{0D5F0F93-C47A-E142-0399-4F80693E83F9}"/>
                </a:ext>
              </a:extLst>
            </p:cNvPr>
            <p:cNvSpPr/>
            <p:nvPr/>
          </p:nvSpPr>
          <p:spPr>
            <a:xfrm>
              <a:off x="11353837" y="-15195256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82" name="Прямоугольник: скругленные углы 81">
              <a:extLst>
                <a:ext uri="{FF2B5EF4-FFF2-40B4-BE49-F238E27FC236}">
                  <a16:creationId xmlns:a16="http://schemas.microsoft.com/office/drawing/2014/main" id="{8E53157B-2439-4642-67AF-846F59DD9963}"/>
                </a:ext>
              </a:extLst>
            </p:cNvPr>
            <p:cNvSpPr/>
            <p:nvPr/>
          </p:nvSpPr>
          <p:spPr>
            <a:xfrm>
              <a:off x="11353837" y="-19885705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3" name="Группа 82">
            <a:extLst>
              <a:ext uri="{FF2B5EF4-FFF2-40B4-BE49-F238E27FC236}">
                <a16:creationId xmlns:a16="http://schemas.microsoft.com/office/drawing/2014/main" id="{E1BC28EA-0565-FA4A-DDC0-932FF2E2AA8E}"/>
              </a:ext>
            </a:extLst>
          </p:cNvPr>
          <p:cNvGrpSpPr/>
          <p:nvPr/>
        </p:nvGrpSpPr>
        <p:grpSpPr>
          <a:xfrm>
            <a:off x="-1501838" y="-24678455"/>
            <a:ext cx="2340000" cy="32616120"/>
            <a:chOff x="-1501838" y="-8238213"/>
            <a:chExt cx="2340000" cy="32616120"/>
          </a:xfrm>
        </p:grpSpPr>
        <p:sp>
          <p:nvSpPr>
            <p:cNvPr id="84" name="Прямоугольник: скругленные углы 83">
              <a:extLst>
                <a:ext uri="{FF2B5EF4-FFF2-40B4-BE49-F238E27FC236}">
                  <a16:creationId xmlns:a16="http://schemas.microsoft.com/office/drawing/2014/main" id="{495BCD3F-9136-EDF8-A785-26AFF496CAE1}"/>
                </a:ext>
              </a:extLst>
            </p:cNvPr>
            <p:cNvSpPr/>
            <p:nvPr/>
          </p:nvSpPr>
          <p:spPr>
            <a:xfrm>
              <a:off x="-1501838" y="19877907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85" name="Прямоугольник: скругленные углы 84">
              <a:extLst>
                <a:ext uri="{FF2B5EF4-FFF2-40B4-BE49-F238E27FC236}">
                  <a16:creationId xmlns:a16="http://schemas.microsoft.com/office/drawing/2014/main" id="{2A33CC2E-5EB3-D43C-FB9D-AE8B0377CD75}"/>
                </a:ext>
              </a:extLst>
            </p:cNvPr>
            <p:cNvSpPr/>
            <p:nvPr/>
          </p:nvSpPr>
          <p:spPr>
            <a:xfrm>
              <a:off x="-1501838" y="15187458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86" name="Прямоугольник: скругленные углы 85">
              <a:extLst>
                <a:ext uri="{FF2B5EF4-FFF2-40B4-BE49-F238E27FC236}">
                  <a16:creationId xmlns:a16="http://schemas.microsoft.com/office/drawing/2014/main" id="{28A52D8B-DF0B-25D7-E0A2-33B1DF29C419}"/>
                </a:ext>
              </a:extLst>
            </p:cNvPr>
            <p:cNvSpPr/>
            <p:nvPr/>
          </p:nvSpPr>
          <p:spPr>
            <a:xfrm>
              <a:off x="-1501838" y="10497009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87" name="Прямоугольник: скругленные углы 86">
              <a:extLst>
                <a:ext uri="{FF2B5EF4-FFF2-40B4-BE49-F238E27FC236}">
                  <a16:creationId xmlns:a16="http://schemas.microsoft.com/office/drawing/2014/main" id="{EA3FF8B4-22CA-DF5D-F417-56A7448FADEB}"/>
                </a:ext>
              </a:extLst>
            </p:cNvPr>
            <p:cNvSpPr/>
            <p:nvPr/>
          </p:nvSpPr>
          <p:spPr>
            <a:xfrm>
              <a:off x="-1501838" y="5815418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88" name="Прямоугольник: скругленные углы 87">
              <a:extLst>
                <a:ext uri="{FF2B5EF4-FFF2-40B4-BE49-F238E27FC236}">
                  <a16:creationId xmlns:a16="http://schemas.microsoft.com/office/drawing/2014/main" id="{84EDC9D1-6590-3730-175C-54696C09E670}"/>
                </a:ext>
              </a:extLst>
            </p:cNvPr>
            <p:cNvSpPr/>
            <p:nvPr/>
          </p:nvSpPr>
          <p:spPr>
            <a:xfrm>
              <a:off x="-1501838" y="1133827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89" name="Прямоугольник: скругленные углы 88">
              <a:extLst>
                <a:ext uri="{FF2B5EF4-FFF2-40B4-BE49-F238E27FC236}">
                  <a16:creationId xmlns:a16="http://schemas.microsoft.com/office/drawing/2014/main" id="{7A0A85BC-E9E6-B6EA-77AF-73929D69582E}"/>
                </a:ext>
              </a:extLst>
            </p:cNvPr>
            <p:cNvSpPr/>
            <p:nvPr/>
          </p:nvSpPr>
          <p:spPr>
            <a:xfrm>
              <a:off x="-1501838" y="-3547764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90" name="Прямоугольник: скругленные углы 89">
              <a:extLst>
                <a:ext uri="{FF2B5EF4-FFF2-40B4-BE49-F238E27FC236}">
                  <a16:creationId xmlns:a16="http://schemas.microsoft.com/office/drawing/2014/main" id="{0E718963-2AD8-5D8B-BD49-5595661017B5}"/>
                </a:ext>
              </a:extLst>
            </p:cNvPr>
            <p:cNvSpPr/>
            <p:nvPr/>
          </p:nvSpPr>
          <p:spPr>
            <a:xfrm>
              <a:off x="-1501838" y="-8238213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9" name="Группа 138">
            <a:extLst>
              <a:ext uri="{FF2B5EF4-FFF2-40B4-BE49-F238E27FC236}">
                <a16:creationId xmlns:a16="http://schemas.microsoft.com/office/drawing/2014/main" id="{4862F448-9D1C-AC3E-4EBD-8A02041C84EF}"/>
              </a:ext>
            </a:extLst>
          </p:cNvPr>
          <p:cNvGrpSpPr/>
          <p:nvPr/>
        </p:nvGrpSpPr>
        <p:grpSpPr>
          <a:xfrm>
            <a:off x="3640432" y="-3631669"/>
            <a:ext cx="2340000" cy="32624978"/>
            <a:chOff x="3640432" y="-9390071"/>
            <a:chExt cx="2340000" cy="32624978"/>
          </a:xfrm>
        </p:grpSpPr>
        <p:sp>
          <p:nvSpPr>
            <p:cNvPr id="140" name="Прямоугольник: скругленные углы 139">
              <a:extLst>
                <a:ext uri="{FF2B5EF4-FFF2-40B4-BE49-F238E27FC236}">
                  <a16:creationId xmlns:a16="http://schemas.microsoft.com/office/drawing/2014/main" id="{86A5BFCA-79BF-EABD-86CC-22D46A5DFD62}"/>
                </a:ext>
              </a:extLst>
            </p:cNvPr>
            <p:cNvSpPr/>
            <p:nvPr/>
          </p:nvSpPr>
          <p:spPr>
            <a:xfrm>
              <a:off x="3640432" y="18734907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41" name="Прямоугольник: скругленные углы 140">
              <a:extLst>
                <a:ext uri="{FF2B5EF4-FFF2-40B4-BE49-F238E27FC236}">
                  <a16:creationId xmlns:a16="http://schemas.microsoft.com/office/drawing/2014/main" id="{E0C49A2A-78EA-E975-5833-7E57A7121400}"/>
                </a:ext>
              </a:extLst>
            </p:cNvPr>
            <p:cNvSpPr/>
            <p:nvPr/>
          </p:nvSpPr>
          <p:spPr>
            <a:xfrm>
              <a:off x="3640432" y="14044458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2" name="Прямоугольник: скругленные углы 141">
              <a:extLst>
                <a:ext uri="{FF2B5EF4-FFF2-40B4-BE49-F238E27FC236}">
                  <a16:creationId xmlns:a16="http://schemas.microsoft.com/office/drawing/2014/main" id="{EC8CBA60-C02B-E390-064C-284ED4DDFD36}"/>
                </a:ext>
              </a:extLst>
            </p:cNvPr>
            <p:cNvSpPr/>
            <p:nvPr/>
          </p:nvSpPr>
          <p:spPr>
            <a:xfrm>
              <a:off x="3640432" y="9354009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43" name="Прямоугольник: скругленные углы 142">
              <a:extLst>
                <a:ext uri="{FF2B5EF4-FFF2-40B4-BE49-F238E27FC236}">
                  <a16:creationId xmlns:a16="http://schemas.microsoft.com/office/drawing/2014/main" id="{108C6961-C866-5E2F-F358-E4EBF8E57B6A}"/>
                </a:ext>
              </a:extLst>
            </p:cNvPr>
            <p:cNvSpPr/>
            <p:nvPr/>
          </p:nvSpPr>
          <p:spPr>
            <a:xfrm>
              <a:off x="3640432" y="4672418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44" name="Прямоугольник: скругленные углы 143">
              <a:extLst>
                <a:ext uri="{FF2B5EF4-FFF2-40B4-BE49-F238E27FC236}">
                  <a16:creationId xmlns:a16="http://schemas.microsoft.com/office/drawing/2014/main" id="{FB3C3EE6-95C5-97B4-75A2-701B796AC78B}"/>
                </a:ext>
              </a:extLst>
            </p:cNvPr>
            <p:cNvSpPr/>
            <p:nvPr/>
          </p:nvSpPr>
          <p:spPr>
            <a:xfrm>
              <a:off x="3640432" y="-18031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45" name="Прямоугольник: скругленные углы 144">
              <a:extLst>
                <a:ext uri="{FF2B5EF4-FFF2-40B4-BE49-F238E27FC236}">
                  <a16:creationId xmlns:a16="http://schemas.microsoft.com/office/drawing/2014/main" id="{598DE373-4360-0411-2EFC-0339305C1E63}"/>
                </a:ext>
              </a:extLst>
            </p:cNvPr>
            <p:cNvSpPr/>
            <p:nvPr/>
          </p:nvSpPr>
          <p:spPr>
            <a:xfrm>
              <a:off x="3640432" y="-4708480"/>
              <a:ext cx="2340000" cy="4500000"/>
            </a:xfrm>
            <a:prstGeom prst="roundRect">
              <a:avLst/>
            </a:prstGeom>
            <a:solidFill>
              <a:srgbClr val="EA62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46" name="Прямоугольник: скругленные углы 145">
              <a:extLst>
                <a:ext uri="{FF2B5EF4-FFF2-40B4-BE49-F238E27FC236}">
                  <a16:creationId xmlns:a16="http://schemas.microsoft.com/office/drawing/2014/main" id="{847B4495-38A0-4DF8-6C55-4C1A7A5AE99C}"/>
                </a:ext>
              </a:extLst>
            </p:cNvPr>
            <p:cNvSpPr/>
            <p:nvPr/>
          </p:nvSpPr>
          <p:spPr>
            <a:xfrm>
              <a:off x="3640432" y="-9390071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0962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094032-5C59-A8BF-A4A9-D9D099200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49E1EC6E-FCC1-A144-E4E2-54D48DC718DF}"/>
              </a:ext>
            </a:extLst>
          </p:cNvPr>
          <p:cNvGrpSpPr/>
          <p:nvPr/>
        </p:nvGrpSpPr>
        <p:grpSpPr>
          <a:xfrm>
            <a:off x="6211567" y="-3958262"/>
            <a:ext cx="2340000" cy="27943387"/>
            <a:chOff x="6211567" y="-6606620"/>
            <a:chExt cx="2340000" cy="27943387"/>
          </a:xfrm>
        </p:grpSpPr>
        <p:sp>
          <p:nvSpPr>
            <p:cNvPr id="92" name="Прямоугольник: скругленные углы 91">
              <a:extLst>
                <a:ext uri="{FF2B5EF4-FFF2-40B4-BE49-F238E27FC236}">
                  <a16:creationId xmlns:a16="http://schemas.microsoft.com/office/drawing/2014/main" id="{7D5170F8-62A9-A2F1-76C1-C639A11645A9}"/>
                </a:ext>
              </a:extLst>
            </p:cNvPr>
            <p:cNvSpPr/>
            <p:nvPr/>
          </p:nvSpPr>
          <p:spPr>
            <a:xfrm>
              <a:off x="6211567" y="-6606620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93" name="Прямоугольник: скругленные углы 92">
              <a:extLst>
                <a:ext uri="{FF2B5EF4-FFF2-40B4-BE49-F238E27FC236}">
                  <a16:creationId xmlns:a16="http://schemas.microsoft.com/office/drawing/2014/main" id="{65E5713C-2D55-ED38-1384-096D8A538E0A}"/>
                </a:ext>
              </a:extLst>
            </p:cNvPr>
            <p:cNvSpPr/>
            <p:nvPr/>
          </p:nvSpPr>
          <p:spPr>
            <a:xfrm>
              <a:off x="6211567" y="16836767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94" name="Прямоугольник: скругленные углы 93">
              <a:extLst>
                <a:ext uri="{FF2B5EF4-FFF2-40B4-BE49-F238E27FC236}">
                  <a16:creationId xmlns:a16="http://schemas.microsoft.com/office/drawing/2014/main" id="{BB7B1687-961B-F032-D5D7-C79C0FA5494D}"/>
                </a:ext>
              </a:extLst>
            </p:cNvPr>
            <p:cNvSpPr/>
            <p:nvPr/>
          </p:nvSpPr>
          <p:spPr>
            <a:xfrm>
              <a:off x="6211567" y="12146318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95" name="Прямоугольник: скругленные углы 94">
              <a:extLst>
                <a:ext uri="{FF2B5EF4-FFF2-40B4-BE49-F238E27FC236}">
                  <a16:creationId xmlns:a16="http://schemas.microsoft.com/office/drawing/2014/main" id="{4771CE3C-C082-C240-6DB1-3A4A431044F2}"/>
                </a:ext>
              </a:extLst>
            </p:cNvPr>
            <p:cNvSpPr/>
            <p:nvPr/>
          </p:nvSpPr>
          <p:spPr>
            <a:xfrm>
              <a:off x="6211567" y="7464727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96" name="Прямоугольник: скругленные углы 95">
              <a:extLst>
                <a:ext uri="{FF2B5EF4-FFF2-40B4-BE49-F238E27FC236}">
                  <a16:creationId xmlns:a16="http://schemas.microsoft.com/office/drawing/2014/main" id="{BF3C0362-FD8A-3D47-DF37-A77DEFFBEF75}"/>
                </a:ext>
              </a:extLst>
            </p:cNvPr>
            <p:cNvSpPr/>
            <p:nvPr/>
          </p:nvSpPr>
          <p:spPr>
            <a:xfrm>
              <a:off x="6211567" y="2774278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97" name="Прямоугольник: скругленные углы 96">
              <a:extLst>
                <a:ext uri="{FF2B5EF4-FFF2-40B4-BE49-F238E27FC236}">
                  <a16:creationId xmlns:a16="http://schemas.microsoft.com/office/drawing/2014/main" id="{1D938F1D-16C9-5BF3-0C47-7B320BD05C30}"/>
                </a:ext>
              </a:extLst>
            </p:cNvPr>
            <p:cNvSpPr/>
            <p:nvPr/>
          </p:nvSpPr>
          <p:spPr>
            <a:xfrm>
              <a:off x="6211567" y="-1916171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19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19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19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1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19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19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</p:grpSp>
      <p:grpSp>
        <p:nvGrpSpPr>
          <p:cNvPr id="98" name="Группа 97">
            <a:extLst>
              <a:ext uri="{FF2B5EF4-FFF2-40B4-BE49-F238E27FC236}">
                <a16:creationId xmlns:a16="http://schemas.microsoft.com/office/drawing/2014/main" id="{F4CF387A-E862-8580-B29B-F6AC4F83B3AD}"/>
              </a:ext>
            </a:extLst>
          </p:cNvPr>
          <p:cNvGrpSpPr/>
          <p:nvPr/>
        </p:nvGrpSpPr>
        <p:grpSpPr>
          <a:xfrm>
            <a:off x="1069297" y="-2959537"/>
            <a:ext cx="2340000" cy="32642434"/>
            <a:chOff x="1069297" y="-16933229"/>
            <a:chExt cx="2340000" cy="32642434"/>
          </a:xfrm>
        </p:grpSpPr>
        <p:sp>
          <p:nvSpPr>
            <p:cNvPr id="99" name="Прямоугольник: скругленные углы 98">
              <a:extLst>
                <a:ext uri="{FF2B5EF4-FFF2-40B4-BE49-F238E27FC236}">
                  <a16:creationId xmlns:a16="http://schemas.microsoft.com/office/drawing/2014/main" id="{F9A950EA-ACC9-28A2-16C3-6D03B9C3944B}"/>
                </a:ext>
              </a:extLst>
            </p:cNvPr>
            <p:cNvSpPr/>
            <p:nvPr/>
          </p:nvSpPr>
          <p:spPr>
            <a:xfrm>
              <a:off x="1069297" y="6514587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изайн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00" name="Прямоугольник: скругленные углы 99">
              <a:extLst>
                <a:ext uri="{FF2B5EF4-FFF2-40B4-BE49-F238E27FC236}">
                  <a16:creationId xmlns:a16="http://schemas.microsoft.com/office/drawing/2014/main" id="{C02CA034-A831-2919-DEB2-1D478D9A8893}"/>
                </a:ext>
              </a:extLst>
            </p:cNvPr>
            <p:cNvSpPr/>
            <p:nvPr/>
          </p:nvSpPr>
          <p:spPr>
            <a:xfrm>
              <a:off x="1069297" y="182413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</a:t>
              </a:r>
              <a:r>
                <a:rPr lang="fr-FR" sz="2000" dirty="0">
                  <a:ln w="0"/>
                  <a:solidFill>
                    <a:schemeClr val="tx1"/>
                  </a:solidFill>
                  <a:latin typeface="Arial Black" panose="020B0A04020102020204" pitchFamily="34" charset="0"/>
                </a:rPr>
                <a:t>Application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01" name="Прямоугольник: скругленные углы 100">
              <a:extLst>
                <a:ext uri="{FF2B5EF4-FFF2-40B4-BE49-F238E27FC236}">
                  <a16:creationId xmlns:a16="http://schemas.microsoft.com/office/drawing/2014/main" id="{DD3DE827-A5A9-3DB5-4E38-945AE3E449DD}"/>
                </a:ext>
              </a:extLst>
            </p:cNvPr>
            <p:cNvSpPr/>
            <p:nvPr/>
          </p:nvSpPr>
          <p:spPr>
            <a:xfrm>
              <a:off x="1069297" y="-2866311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02" name="Прямоугольник: скругленные углы 101">
              <a:extLst>
                <a:ext uri="{FF2B5EF4-FFF2-40B4-BE49-F238E27FC236}">
                  <a16:creationId xmlns:a16="http://schemas.microsoft.com/office/drawing/2014/main" id="{7AD9F8AB-FEDE-D35B-4F19-60537B8DC90E}"/>
                </a:ext>
              </a:extLst>
            </p:cNvPr>
            <p:cNvSpPr/>
            <p:nvPr/>
          </p:nvSpPr>
          <p:spPr>
            <a:xfrm>
              <a:off x="1069297" y="-12242780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03" name="Прямоугольник: скругленные углы 102">
              <a:extLst>
                <a:ext uri="{FF2B5EF4-FFF2-40B4-BE49-F238E27FC236}">
                  <a16:creationId xmlns:a16="http://schemas.microsoft.com/office/drawing/2014/main" id="{5231A77D-6C01-3506-627C-CBA5EE37DD60}"/>
                </a:ext>
              </a:extLst>
            </p:cNvPr>
            <p:cNvSpPr/>
            <p:nvPr/>
          </p:nvSpPr>
          <p:spPr>
            <a:xfrm>
              <a:off x="1069297" y="-16933229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04" name="Прямоугольник: скругленные углы 103">
              <a:extLst>
                <a:ext uri="{FF2B5EF4-FFF2-40B4-BE49-F238E27FC236}">
                  <a16:creationId xmlns:a16="http://schemas.microsoft.com/office/drawing/2014/main" id="{23714D37-0585-2E57-D00A-1852A91AF3D2}"/>
                </a:ext>
              </a:extLst>
            </p:cNvPr>
            <p:cNvSpPr/>
            <p:nvPr/>
          </p:nvSpPr>
          <p:spPr>
            <a:xfrm>
              <a:off x="1069297" y="-7552331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05" name="Прямоугольник: скругленные углы 104">
              <a:extLst>
                <a:ext uri="{FF2B5EF4-FFF2-40B4-BE49-F238E27FC236}">
                  <a16:creationId xmlns:a16="http://schemas.microsoft.com/office/drawing/2014/main" id="{D69BC9A4-A3C9-F4F8-A1DF-9F1326688AC2}"/>
                </a:ext>
              </a:extLst>
            </p:cNvPr>
            <p:cNvSpPr/>
            <p:nvPr/>
          </p:nvSpPr>
          <p:spPr>
            <a:xfrm>
              <a:off x="1069297" y="11209205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6" name="Группа 105">
            <a:extLst>
              <a:ext uri="{FF2B5EF4-FFF2-40B4-BE49-F238E27FC236}">
                <a16:creationId xmlns:a16="http://schemas.microsoft.com/office/drawing/2014/main" id="{E7C4754E-9220-D122-10A0-A7E2FA747C29}"/>
              </a:ext>
            </a:extLst>
          </p:cNvPr>
          <p:cNvGrpSpPr/>
          <p:nvPr/>
        </p:nvGrpSpPr>
        <p:grpSpPr>
          <a:xfrm>
            <a:off x="8782702" y="-17203747"/>
            <a:ext cx="2340000" cy="32624978"/>
            <a:chOff x="8782702" y="-18770969"/>
            <a:chExt cx="2340000" cy="32624978"/>
          </a:xfrm>
        </p:grpSpPr>
        <p:sp>
          <p:nvSpPr>
            <p:cNvPr id="107" name="Прямоугольник: скругленные углы 106">
              <a:extLst>
                <a:ext uri="{FF2B5EF4-FFF2-40B4-BE49-F238E27FC236}">
                  <a16:creationId xmlns:a16="http://schemas.microsoft.com/office/drawing/2014/main" id="{C811A2C7-3A24-8F4D-E56F-D66A8E0B511C}"/>
                </a:ext>
              </a:extLst>
            </p:cNvPr>
            <p:cNvSpPr/>
            <p:nvPr/>
          </p:nvSpPr>
          <p:spPr>
            <a:xfrm>
              <a:off x="8782702" y="4672418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08" name="Прямоугольник: скругленные углы 107">
              <a:extLst>
                <a:ext uri="{FF2B5EF4-FFF2-40B4-BE49-F238E27FC236}">
                  <a16:creationId xmlns:a16="http://schemas.microsoft.com/office/drawing/2014/main" id="{B1754857-9719-5DD6-89CA-D258E73AA496}"/>
                </a:ext>
              </a:extLst>
            </p:cNvPr>
            <p:cNvSpPr/>
            <p:nvPr/>
          </p:nvSpPr>
          <p:spPr>
            <a:xfrm>
              <a:off x="8782702" y="-18031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09" name="Прямоугольник: скругленные углы 108">
              <a:extLst>
                <a:ext uri="{FF2B5EF4-FFF2-40B4-BE49-F238E27FC236}">
                  <a16:creationId xmlns:a16="http://schemas.microsoft.com/office/drawing/2014/main" id="{7A2E6A7A-2841-9B98-4723-D74F9E5B8FAE}"/>
                </a:ext>
              </a:extLst>
            </p:cNvPr>
            <p:cNvSpPr/>
            <p:nvPr/>
          </p:nvSpPr>
          <p:spPr>
            <a:xfrm>
              <a:off x="8782702" y="-4708480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10" name="Прямоугольник: скругленные углы 109">
              <a:extLst>
                <a:ext uri="{FF2B5EF4-FFF2-40B4-BE49-F238E27FC236}">
                  <a16:creationId xmlns:a16="http://schemas.microsoft.com/office/drawing/2014/main" id="{C6C5644A-9FA1-F6BC-758F-A64C99D891D0}"/>
                </a:ext>
              </a:extLst>
            </p:cNvPr>
            <p:cNvSpPr/>
            <p:nvPr/>
          </p:nvSpPr>
          <p:spPr>
            <a:xfrm>
              <a:off x="8782702" y="-9390071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11" name="Прямоугольник: скругленные углы 110">
              <a:extLst>
                <a:ext uri="{FF2B5EF4-FFF2-40B4-BE49-F238E27FC236}">
                  <a16:creationId xmlns:a16="http://schemas.microsoft.com/office/drawing/2014/main" id="{DBFB7387-BAA6-1527-CBA9-7D21A36CB0FB}"/>
                </a:ext>
              </a:extLst>
            </p:cNvPr>
            <p:cNvSpPr/>
            <p:nvPr/>
          </p:nvSpPr>
          <p:spPr>
            <a:xfrm>
              <a:off x="8782702" y="-14080520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12" name="Прямоугольник: скругленные углы 111">
              <a:extLst>
                <a:ext uri="{FF2B5EF4-FFF2-40B4-BE49-F238E27FC236}">
                  <a16:creationId xmlns:a16="http://schemas.microsoft.com/office/drawing/2014/main" id="{02F8EE8C-3ACD-B808-80BC-0E27241DA23F}"/>
                </a:ext>
              </a:extLst>
            </p:cNvPr>
            <p:cNvSpPr/>
            <p:nvPr/>
          </p:nvSpPr>
          <p:spPr>
            <a:xfrm>
              <a:off x="8782702" y="-18770969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13" name="Прямоугольник: скругленные углы 112">
              <a:extLst>
                <a:ext uri="{FF2B5EF4-FFF2-40B4-BE49-F238E27FC236}">
                  <a16:creationId xmlns:a16="http://schemas.microsoft.com/office/drawing/2014/main" id="{22D90E48-EA04-6B0F-FE35-1FF3A5E24300}"/>
                </a:ext>
              </a:extLst>
            </p:cNvPr>
            <p:cNvSpPr/>
            <p:nvPr/>
          </p:nvSpPr>
          <p:spPr>
            <a:xfrm>
              <a:off x="8782702" y="9354009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Группа 113">
            <a:extLst>
              <a:ext uri="{FF2B5EF4-FFF2-40B4-BE49-F238E27FC236}">
                <a16:creationId xmlns:a16="http://schemas.microsoft.com/office/drawing/2014/main" id="{A29DA26E-C730-4CF4-B585-C8EA029700CC}"/>
              </a:ext>
            </a:extLst>
          </p:cNvPr>
          <p:cNvGrpSpPr/>
          <p:nvPr/>
        </p:nvGrpSpPr>
        <p:grpSpPr>
          <a:xfrm>
            <a:off x="11353837" y="-15584731"/>
            <a:ext cx="2340000" cy="32633836"/>
            <a:chOff x="11353837" y="-19885705"/>
            <a:chExt cx="2340000" cy="32633836"/>
          </a:xfrm>
        </p:grpSpPr>
        <p:sp>
          <p:nvSpPr>
            <p:cNvPr id="115" name="Прямоугольник: скругленные углы 114">
              <a:extLst>
                <a:ext uri="{FF2B5EF4-FFF2-40B4-BE49-F238E27FC236}">
                  <a16:creationId xmlns:a16="http://schemas.microsoft.com/office/drawing/2014/main" id="{B01BB3BD-86F7-A7B5-FDDA-C73B45509556}"/>
                </a:ext>
              </a:extLst>
            </p:cNvPr>
            <p:cNvSpPr/>
            <p:nvPr/>
          </p:nvSpPr>
          <p:spPr>
            <a:xfrm>
              <a:off x="11353837" y="8248131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16" name="Прямоугольник: скругленные углы 115">
              <a:extLst>
                <a:ext uri="{FF2B5EF4-FFF2-40B4-BE49-F238E27FC236}">
                  <a16:creationId xmlns:a16="http://schemas.microsoft.com/office/drawing/2014/main" id="{9C7B1FF0-490D-7CF0-0A6C-977056E47B36}"/>
                </a:ext>
              </a:extLst>
            </p:cNvPr>
            <p:cNvSpPr/>
            <p:nvPr/>
          </p:nvSpPr>
          <p:spPr>
            <a:xfrm>
              <a:off x="11353837" y="3557682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17" name="Прямоугольник: скругленные углы 116">
              <a:extLst>
                <a:ext uri="{FF2B5EF4-FFF2-40B4-BE49-F238E27FC236}">
                  <a16:creationId xmlns:a16="http://schemas.microsoft.com/office/drawing/2014/main" id="{5B118634-7DBB-5577-695B-6E71B76F8613}"/>
                </a:ext>
              </a:extLst>
            </p:cNvPr>
            <p:cNvSpPr/>
            <p:nvPr/>
          </p:nvSpPr>
          <p:spPr>
            <a:xfrm>
              <a:off x="11353837" y="-1132767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18" name="Прямоугольник: скругленные углы 117">
              <a:extLst>
                <a:ext uri="{FF2B5EF4-FFF2-40B4-BE49-F238E27FC236}">
                  <a16:creationId xmlns:a16="http://schemas.microsoft.com/office/drawing/2014/main" id="{0517C1B9-62A7-5F04-22A4-1CD4DFA53269}"/>
                </a:ext>
              </a:extLst>
            </p:cNvPr>
            <p:cNvSpPr/>
            <p:nvPr/>
          </p:nvSpPr>
          <p:spPr>
            <a:xfrm>
              <a:off x="11353837" y="-581435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19" name="Прямоугольник: скругленные углы 118">
              <a:extLst>
                <a:ext uri="{FF2B5EF4-FFF2-40B4-BE49-F238E27FC236}">
                  <a16:creationId xmlns:a16="http://schemas.microsoft.com/office/drawing/2014/main" id="{F4D8986B-5983-6546-F803-F156622899BC}"/>
                </a:ext>
              </a:extLst>
            </p:cNvPr>
            <p:cNvSpPr/>
            <p:nvPr/>
          </p:nvSpPr>
          <p:spPr>
            <a:xfrm>
              <a:off x="11353837" y="-10504807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20" name="Прямоугольник: скругленные углы 119">
              <a:extLst>
                <a:ext uri="{FF2B5EF4-FFF2-40B4-BE49-F238E27FC236}">
                  <a16:creationId xmlns:a16="http://schemas.microsoft.com/office/drawing/2014/main" id="{B7BF1AA5-0F1C-070C-740C-4B025F7D3D99}"/>
                </a:ext>
              </a:extLst>
            </p:cNvPr>
            <p:cNvSpPr/>
            <p:nvPr/>
          </p:nvSpPr>
          <p:spPr>
            <a:xfrm>
              <a:off x="11353837" y="-15195256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21" name="Прямоугольник: скругленные углы 120">
              <a:extLst>
                <a:ext uri="{FF2B5EF4-FFF2-40B4-BE49-F238E27FC236}">
                  <a16:creationId xmlns:a16="http://schemas.microsoft.com/office/drawing/2014/main" id="{09F8E926-A47D-C779-FECB-21AB9B083A3F}"/>
                </a:ext>
              </a:extLst>
            </p:cNvPr>
            <p:cNvSpPr/>
            <p:nvPr/>
          </p:nvSpPr>
          <p:spPr>
            <a:xfrm>
              <a:off x="11353837" y="-19885705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782348BC-9AB8-C4C1-3BE4-1541A48C1DE4}"/>
              </a:ext>
            </a:extLst>
          </p:cNvPr>
          <p:cNvGrpSpPr/>
          <p:nvPr/>
        </p:nvGrpSpPr>
        <p:grpSpPr>
          <a:xfrm>
            <a:off x="-1501838" y="-709537"/>
            <a:ext cx="2340000" cy="32616120"/>
            <a:chOff x="-1501838" y="-8238213"/>
            <a:chExt cx="2340000" cy="32616120"/>
          </a:xfrm>
        </p:grpSpPr>
        <p:sp>
          <p:nvSpPr>
            <p:cNvPr id="123" name="Прямоугольник: скругленные углы 122">
              <a:extLst>
                <a:ext uri="{FF2B5EF4-FFF2-40B4-BE49-F238E27FC236}">
                  <a16:creationId xmlns:a16="http://schemas.microsoft.com/office/drawing/2014/main" id="{F16AE6F4-E07E-9028-C4EB-8B2E87320161}"/>
                </a:ext>
              </a:extLst>
            </p:cNvPr>
            <p:cNvSpPr/>
            <p:nvPr/>
          </p:nvSpPr>
          <p:spPr>
            <a:xfrm>
              <a:off x="-1501838" y="19877907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24" name="Прямоугольник: скругленные углы 123">
              <a:extLst>
                <a:ext uri="{FF2B5EF4-FFF2-40B4-BE49-F238E27FC236}">
                  <a16:creationId xmlns:a16="http://schemas.microsoft.com/office/drawing/2014/main" id="{0FC9B86B-EE7A-5E79-7A69-8ECE7CE586A8}"/>
                </a:ext>
              </a:extLst>
            </p:cNvPr>
            <p:cNvSpPr/>
            <p:nvPr/>
          </p:nvSpPr>
          <p:spPr>
            <a:xfrm>
              <a:off x="-1501838" y="15187458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25" name="Прямоугольник: скругленные углы 124">
              <a:extLst>
                <a:ext uri="{FF2B5EF4-FFF2-40B4-BE49-F238E27FC236}">
                  <a16:creationId xmlns:a16="http://schemas.microsoft.com/office/drawing/2014/main" id="{CEFDBD65-B5BD-DCAC-26C3-922CA0533296}"/>
                </a:ext>
              </a:extLst>
            </p:cNvPr>
            <p:cNvSpPr/>
            <p:nvPr/>
          </p:nvSpPr>
          <p:spPr>
            <a:xfrm>
              <a:off x="-1501838" y="10497009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26" name="Прямоугольник: скругленные углы 125">
              <a:extLst>
                <a:ext uri="{FF2B5EF4-FFF2-40B4-BE49-F238E27FC236}">
                  <a16:creationId xmlns:a16="http://schemas.microsoft.com/office/drawing/2014/main" id="{674C0A1E-7853-1DD1-7D55-0594EBCFD67D}"/>
                </a:ext>
              </a:extLst>
            </p:cNvPr>
            <p:cNvSpPr/>
            <p:nvPr/>
          </p:nvSpPr>
          <p:spPr>
            <a:xfrm>
              <a:off x="-1501838" y="5815418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27" name="Прямоугольник: скругленные углы 126">
              <a:extLst>
                <a:ext uri="{FF2B5EF4-FFF2-40B4-BE49-F238E27FC236}">
                  <a16:creationId xmlns:a16="http://schemas.microsoft.com/office/drawing/2014/main" id="{CBE90592-A2FA-D741-207B-CC70434B74FC}"/>
                </a:ext>
              </a:extLst>
            </p:cNvPr>
            <p:cNvSpPr/>
            <p:nvPr/>
          </p:nvSpPr>
          <p:spPr>
            <a:xfrm>
              <a:off x="-1501838" y="1133827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28" name="Прямоугольник: скругленные углы 127">
              <a:extLst>
                <a:ext uri="{FF2B5EF4-FFF2-40B4-BE49-F238E27FC236}">
                  <a16:creationId xmlns:a16="http://schemas.microsoft.com/office/drawing/2014/main" id="{35DD3150-5B3F-F3BF-7AFD-46F124EA906D}"/>
                </a:ext>
              </a:extLst>
            </p:cNvPr>
            <p:cNvSpPr/>
            <p:nvPr/>
          </p:nvSpPr>
          <p:spPr>
            <a:xfrm>
              <a:off x="-1501838" y="-3547764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29" name="Прямоугольник: скругленные углы 128">
              <a:extLst>
                <a:ext uri="{FF2B5EF4-FFF2-40B4-BE49-F238E27FC236}">
                  <a16:creationId xmlns:a16="http://schemas.microsoft.com/office/drawing/2014/main" id="{1A8D1EDB-D154-E957-D3FA-352B4A105120}"/>
                </a:ext>
              </a:extLst>
            </p:cNvPr>
            <p:cNvSpPr/>
            <p:nvPr/>
          </p:nvSpPr>
          <p:spPr>
            <a:xfrm>
              <a:off x="-1501838" y="-8238213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Группа 129">
            <a:extLst>
              <a:ext uri="{FF2B5EF4-FFF2-40B4-BE49-F238E27FC236}">
                <a16:creationId xmlns:a16="http://schemas.microsoft.com/office/drawing/2014/main" id="{13321840-D24D-0583-A5A2-2E113C33B148}"/>
              </a:ext>
            </a:extLst>
          </p:cNvPr>
          <p:cNvGrpSpPr/>
          <p:nvPr/>
        </p:nvGrpSpPr>
        <p:grpSpPr>
          <a:xfrm>
            <a:off x="3640432" y="-10072849"/>
            <a:ext cx="2340000" cy="32624978"/>
            <a:chOff x="3640432" y="-9390071"/>
            <a:chExt cx="2340000" cy="32624978"/>
          </a:xfrm>
        </p:grpSpPr>
        <p:sp>
          <p:nvSpPr>
            <p:cNvPr id="131" name="Прямоугольник: скругленные углы 130">
              <a:extLst>
                <a:ext uri="{FF2B5EF4-FFF2-40B4-BE49-F238E27FC236}">
                  <a16:creationId xmlns:a16="http://schemas.microsoft.com/office/drawing/2014/main" id="{4AF6D92C-28B2-4C3F-7115-C6BC5A2CFB78}"/>
                </a:ext>
              </a:extLst>
            </p:cNvPr>
            <p:cNvSpPr/>
            <p:nvPr/>
          </p:nvSpPr>
          <p:spPr>
            <a:xfrm>
              <a:off x="3640432" y="18734907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32" name="Прямоугольник: скругленные углы 131">
              <a:extLst>
                <a:ext uri="{FF2B5EF4-FFF2-40B4-BE49-F238E27FC236}">
                  <a16:creationId xmlns:a16="http://schemas.microsoft.com/office/drawing/2014/main" id="{9B7392F2-08B6-17D9-43FE-A184AC75B0F2}"/>
                </a:ext>
              </a:extLst>
            </p:cNvPr>
            <p:cNvSpPr/>
            <p:nvPr/>
          </p:nvSpPr>
          <p:spPr>
            <a:xfrm>
              <a:off x="3640432" y="14044458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33" name="Прямоугольник: скругленные углы 132">
              <a:extLst>
                <a:ext uri="{FF2B5EF4-FFF2-40B4-BE49-F238E27FC236}">
                  <a16:creationId xmlns:a16="http://schemas.microsoft.com/office/drawing/2014/main" id="{DD181062-2BF4-8127-319F-E2CBA683D437}"/>
                </a:ext>
              </a:extLst>
            </p:cNvPr>
            <p:cNvSpPr/>
            <p:nvPr/>
          </p:nvSpPr>
          <p:spPr>
            <a:xfrm>
              <a:off x="3640432" y="9354009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34" name="Прямоугольник: скругленные углы 133">
              <a:extLst>
                <a:ext uri="{FF2B5EF4-FFF2-40B4-BE49-F238E27FC236}">
                  <a16:creationId xmlns:a16="http://schemas.microsoft.com/office/drawing/2014/main" id="{83EDF7A1-D8E8-32D1-745E-6230670EE4D5}"/>
                </a:ext>
              </a:extLst>
            </p:cNvPr>
            <p:cNvSpPr/>
            <p:nvPr/>
          </p:nvSpPr>
          <p:spPr>
            <a:xfrm>
              <a:off x="3640432" y="4672418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35" name="Прямоугольник: скругленные углы 134">
              <a:extLst>
                <a:ext uri="{FF2B5EF4-FFF2-40B4-BE49-F238E27FC236}">
                  <a16:creationId xmlns:a16="http://schemas.microsoft.com/office/drawing/2014/main" id="{5DF890B4-D59E-4A80-9264-4D0332515928}"/>
                </a:ext>
              </a:extLst>
            </p:cNvPr>
            <p:cNvSpPr/>
            <p:nvPr/>
          </p:nvSpPr>
          <p:spPr>
            <a:xfrm>
              <a:off x="3640432" y="-18031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36" name="Прямоугольник: скругленные углы 135">
              <a:extLst>
                <a:ext uri="{FF2B5EF4-FFF2-40B4-BE49-F238E27FC236}">
                  <a16:creationId xmlns:a16="http://schemas.microsoft.com/office/drawing/2014/main" id="{0F4AD254-4AAD-DFB6-3D5E-6E109454940D}"/>
                </a:ext>
              </a:extLst>
            </p:cNvPr>
            <p:cNvSpPr/>
            <p:nvPr/>
          </p:nvSpPr>
          <p:spPr>
            <a:xfrm>
              <a:off x="3640432" y="-4708480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37" name="Прямоугольник: скругленные углы 136">
              <a:extLst>
                <a:ext uri="{FF2B5EF4-FFF2-40B4-BE49-F238E27FC236}">
                  <a16:creationId xmlns:a16="http://schemas.microsoft.com/office/drawing/2014/main" id="{93DA2050-753A-C386-28DB-D1C2C53AF890}"/>
                </a:ext>
              </a:extLst>
            </p:cNvPr>
            <p:cNvSpPr/>
            <p:nvPr/>
          </p:nvSpPr>
          <p:spPr>
            <a:xfrm>
              <a:off x="3640432" y="-9390071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Группа 141">
            <a:extLst>
              <a:ext uri="{FF2B5EF4-FFF2-40B4-BE49-F238E27FC236}">
                <a16:creationId xmlns:a16="http://schemas.microsoft.com/office/drawing/2014/main" id="{561BFC97-3CFF-660B-D226-88FFEA81815A}"/>
              </a:ext>
            </a:extLst>
          </p:cNvPr>
          <p:cNvGrpSpPr/>
          <p:nvPr/>
        </p:nvGrpSpPr>
        <p:grpSpPr>
          <a:xfrm>
            <a:off x="331837" y="-26445056"/>
            <a:ext cx="11582400" cy="6096000"/>
            <a:chOff x="941437" y="-24826040"/>
            <a:chExt cx="11582400" cy="6096000"/>
          </a:xfrm>
        </p:grpSpPr>
        <p:sp>
          <p:nvSpPr>
            <p:cNvPr id="143" name="Прямоугольник: скругленные углы 142">
              <a:extLst>
                <a:ext uri="{FF2B5EF4-FFF2-40B4-BE49-F238E27FC236}">
                  <a16:creationId xmlns:a16="http://schemas.microsoft.com/office/drawing/2014/main" id="{1F70953A-D4BC-8246-1B17-E1F7EACF9AA3}"/>
                </a:ext>
              </a:extLst>
            </p:cNvPr>
            <p:cNvSpPr/>
            <p:nvPr/>
          </p:nvSpPr>
          <p:spPr>
            <a:xfrm>
              <a:off x="941437" y="-24826040"/>
              <a:ext cx="11582400" cy="6096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					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pic>
          <p:nvPicPr>
            <p:cNvPr id="144" name="Рисунок 143">
              <a:extLst>
                <a:ext uri="{FF2B5EF4-FFF2-40B4-BE49-F238E27FC236}">
                  <a16:creationId xmlns:a16="http://schemas.microsoft.com/office/drawing/2014/main" id="{E6141A31-1BC4-1D89-FAA0-FCF8B9EFE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689" y="-24686340"/>
              <a:ext cx="11395960" cy="5743130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4677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88C5C5DE-FD26-D621-BDB2-E40163F274E3}"/>
              </a:ext>
            </a:extLst>
          </p:cNvPr>
          <p:cNvGrpSpPr/>
          <p:nvPr/>
        </p:nvGrpSpPr>
        <p:grpSpPr>
          <a:xfrm>
            <a:off x="6211567" y="26216938"/>
            <a:ext cx="2340000" cy="27943387"/>
            <a:chOff x="6211567" y="-6606620"/>
            <a:chExt cx="2340000" cy="27943387"/>
          </a:xfrm>
        </p:grpSpPr>
        <p:sp>
          <p:nvSpPr>
            <p:cNvPr id="74" name="Прямоугольник: скругленные углы 73">
              <a:extLst>
                <a:ext uri="{FF2B5EF4-FFF2-40B4-BE49-F238E27FC236}">
                  <a16:creationId xmlns:a16="http://schemas.microsoft.com/office/drawing/2014/main" id="{EC364818-F75A-2A3F-DA91-E6D149DDD262}"/>
                </a:ext>
              </a:extLst>
            </p:cNvPr>
            <p:cNvSpPr/>
            <p:nvPr/>
          </p:nvSpPr>
          <p:spPr>
            <a:xfrm>
              <a:off x="6211567" y="-6606620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75" name="Прямоугольник: скругленные углы 74">
              <a:extLst>
                <a:ext uri="{FF2B5EF4-FFF2-40B4-BE49-F238E27FC236}">
                  <a16:creationId xmlns:a16="http://schemas.microsoft.com/office/drawing/2014/main" id="{838A5057-0187-DA9E-7499-A1EC2D5834C3}"/>
                </a:ext>
              </a:extLst>
            </p:cNvPr>
            <p:cNvSpPr/>
            <p:nvPr/>
          </p:nvSpPr>
          <p:spPr>
            <a:xfrm>
              <a:off x="6211567" y="16836767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76" name="Прямоугольник: скругленные углы 75">
              <a:extLst>
                <a:ext uri="{FF2B5EF4-FFF2-40B4-BE49-F238E27FC236}">
                  <a16:creationId xmlns:a16="http://schemas.microsoft.com/office/drawing/2014/main" id="{C413E9A4-B8AA-2781-67D2-92FE15FA1DA1}"/>
                </a:ext>
              </a:extLst>
            </p:cNvPr>
            <p:cNvSpPr/>
            <p:nvPr/>
          </p:nvSpPr>
          <p:spPr>
            <a:xfrm>
              <a:off x="6211567" y="12146318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77" name="Прямоугольник: скругленные углы 76">
              <a:extLst>
                <a:ext uri="{FF2B5EF4-FFF2-40B4-BE49-F238E27FC236}">
                  <a16:creationId xmlns:a16="http://schemas.microsoft.com/office/drawing/2014/main" id="{9E706349-924F-8774-D169-8F97822A6CE8}"/>
                </a:ext>
              </a:extLst>
            </p:cNvPr>
            <p:cNvSpPr/>
            <p:nvPr/>
          </p:nvSpPr>
          <p:spPr>
            <a:xfrm>
              <a:off x="6211567" y="7464727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78" name="Прямоугольник: скругленные углы 77">
              <a:extLst>
                <a:ext uri="{FF2B5EF4-FFF2-40B4-BE49-F238E27FC236}">
                  <a16:creationId xmlns:a16="http://schemas.microsoft.com/office/drawing/2014/main" id="{A8563961-406D-6877-F335-8A674F5597D8}"/>
                </a:ext>
              </a:extLst>
            </p:cNvPr>
            <p:cNvSpPr/>
            <p:nvPr/>
          </p:nvSpPr>
          <p:spPr>
            <a:xfrm>
              <a:off x="6211567" y="2774278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79" name="Прямоугольник: скругленные углы 78">
              <a:extLst>
                <a:ext uri="{FF2B5EF4-FFF2-40B4-BE49-F238E27FC236}">
                  <a16:creationId xmlns:a16="http://schemas.microsoft.com/office/drawing/2014/main" id="{14993FD6-7B86-A0A9-F2A6-AD94D84DB64E}"/>
                </a:ext>
              </a:extLst>
            </p:cNvPr>
            <p:cNvSpPr/>
            <p:nvPr/>
          </p:nvSpPr>
          <p:spPr>
            <a:xfrm>
              <a:off x="6211567" y="-1916171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A159E043-7142-DBC8-A5D8-C6B0198DB056}"/>
              </a:ext>
            </a:extLst>
          </p:cNvPr>
          <p:cNvGrpSpPr/>
          <p:nvPr/>
        </p:nvGrpSpPr>
        <p:grpSpPr>
          <a:xfrm>
            <a:off x="1069297" y="27215663"/>
            <a:ext cx="2340000" cy="32642434"/>
            <a:chOff x="1069297" y="-16933229"/>
            <a:chExt cx="2340000" cy="32642434"/>
          </a:xfrm>
        </p:grpSpPr>
        <p:sp>
          <p:nvSpPr>
            <p:cNvPr id="81" name="Прямоугольник: скругленные углы 80">
              <a:extLst>
                <a:ext uri="{FF2B5EF4-FFF2-40B4-BE49-F238E27FC236}">
                  <a16:creationId xmlns:a16="http://schemas.microsoft.com/office/drawing/2014/main" id="{8A71B755-4520-78E3-D683-1C49CBE107B8}"/>
                </a:ext>
              </a:extLst>
            </p:cNvPr>
            <p:cNvSpPr/>
            <p:nvPr/>
          </p:nvSpPr>
          <p:spPr>
            <a:xfrm>
              <a:off x="1069297" y="6514587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изайн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82" name="Прямоугольник: скругленные углы 81">
              <a:extLst>
                <a:ext uri="{FF2B5EF4-FFF2-40B4-BE49-F238E27FC236}">
                  <a16:creationId xmlns:a16="http://schemas.microsoft.com/office/drawing/2014/main" id="{E6804CE4-83B1-BDCA-E599-301A63AC3101}"/>
                </a:ext>
              </a:extLst>
            </p:cNvPr>
            <p:cNvSpPr/>
            <p:nvPr/>
          </p:nvSpPr>
          <p:spPr>
            <a:xfrm>
              <a:off x="1069297" y="182413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</a:t>
              </a:r>
              <a:r>
                <a:rPr lang="fr-FR" sz="2000" dirty="0">
                  <a:ln w="0"/>
                  <a:solidFill>
                    <a:schemeClr val="tx1"/>
                  </a:solidFill>
                  <a:latin typeface="Arial Black" panose="020B0A04020102020204" pitchFamily="34" charset="0"/>
                </a:rPr>
                <a:t>Application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83" name="Прямоугольник: скругленные углы 82">
              <a:extLst>
                <a:ext uri="{FF2B5EF4-FFF2-40B4-BE49-F238E27FC236}">
                  <a16:creationId xmlns:a16="http://schemas.microsoft.com/office/drawing/2014/main" id="{934580CA-6272-9F0E-6251-62331CA15932}"/>
                </a:ext>
              </a:extLst>
            </p:cNvPr>
            <p:cNvSpPr/>
            <p:nvPr/>
          </p:nvSpPr>
          <p:spPr>
            <a:xfrm>
              <a:off x="1069297" y="-2866311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84" name="Прямоугольник: скругленные углы 83">
              <a:extLst>
                <a:ext uri="{FF2B5EF4-FFF2-40B4-BE49-F238E27FC236}">
                  <a16:creationId xmlns:a16="http://schemas.microsoft.com/office/drawing/2014/main" id="{74F19577-A5F7-D3B0-C5E6-1BA6C0B474B3}"/>
                </a:ext>
              </a:extLst>
            </p:cNvPr>
            <p:cNvSpPr/>
            <p:nvPr/>
          </p:nvSpPr>
          <p:spPr>
            <a:xfrm>
              <a:off x="1069297" y="-12242780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85" name="Прямоугольник: скругленные углы 84">
              <a:extLst>
                <a:ext uri="{FF2B5EF4-FFF2-40B4-BE49-F238E27FC236}">
                  <a16:creationId xmlns:a16="http://schemas.microsoft.com/office/drawing/2014/main" id="{D44FF217-EB0C-B8B3-CDE6-557E0FBA54F6}"/>
                </a:ext>
              </a:extLst>
            </p:cNvPr>
            <p:cNvSpPr/>
            <p:nvPr/>
          </p:nvSpPr>
          <p:spPr>
            <a:xfrm>
              <a:off x="1069297" y="-16933229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86" name="Прямоугольник: скругленные углы 85">
              <a:extLst>
                <a:ext uri="{FF2B5EF4-FFF2-40B4-BE49-F238E27FC236}">
                  <a16:creationId xmlns:a16="http://schemas.microsoft.com/office/drawing/2014/main" id="{7A40D3E0-5B09-DB86-5224-61A2AAEA6583}"/>
                </a:ext>
              </a:extLst>
            </p:cNvPr>
            <p:cNvSpPr/>
            <p:nvPr/>
          </p:nvSpPr>
          <p:spPr>
            <a:xfrm>
              <a:off x="1069297" y="-7552331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87" name="Прямоугольник: скругленные углы 86">
              <a:extLst>
                <a:ext uri="{FF2B5EF4-FFF2-40B4-BE49-F238E27FC236}">
                  <a16:creationId xmlns:a16="http://schemas.microsoft.com/office/drawing/2014/main" id="{65860858-7228-0692-AE39-4EE0F7BF9DBA}"/>
                </a:ext>
              </a:extLst>
            </p:cNvPr>
            <p:cNvSpPr/>
            <p:nvPr/>
          </p:nvSpPr>
          <p:spPr>
            <a:xfrm>
              <a:off x="1069297" y="11209205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8" name="Группа 87">
            <a:extLst>
              <a:ext uri="{FF2B5EF4-FFF2-40B4-BE49-F238E27FC236}">
                <a16:creationId xmlns:a16="http://schemas.microsoft.com/office/drawing/2014/main" id="{453950E3-BEB2-3237-FE70-69BF518D37BB}"/>
              </a:ext>
            </a:extLst>
          </p:cNvPr>
          <p:cNvGrpSpPr/>
          <p:nvPr/>
        </p:nvGrpSpPr>
        <p:grpSpPr>
          <a:xfrm>
            <a:off x="8782702" y="12971453"/>
            <a:ext cx="2340000" cy="32624978"/>
            <a:chOff x="8782702" y="-18770969"/>
            <a:chExt cx="2340000" cy="32624978"/>
          </a:xfrm>
        </p:grpSpPr>
        <p:sp>
          <p:nvSpPr>
            <p:cNvPr id="89" name="Прямоугольник: скругленные углы 88">
              <a:extLst>
                <a:ext uri="{FF2B5EF4-FFF2-40B4-BE49-F238E27FC236}">
                  <a16:creationId xmlns:a16="http://schemas.microsoft.com/office/drawing/2014/main" id="{C566064B-F44B-35FC-78B7-176A103F00D9}"/>
                </a:ext>
              </a:extLst>
            </p:cNvPr>
            <p:cNvSpPr/>
            <p:nvPr/>
          </p:nvSpPr>
          <p:spPr>
            <a:xfrm>
              <a:off x="8782702" y="4672418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90" name="Прямоугольник: скругленные углы 89">
              <a:extLst>
                <a:ext uri="{FF2B5EF4-FFF2-40B4-BE49-F238E27FC236}">
                  <a16:creationId xmlns:a16="http://schemas.microsoft.com/office/drawing/2014/main" id="{AB53590E-4130-6F30-BC4F-6DE3CE3453C7}"/>
                </a:ext>
              </a:extLst>
            </p:cNvPr>
            <p:cNvSpPr/>
            <p:nvPr/>
          </p:nvSpPr>
          <p:spPr>
            <a:xfrm>
              <a:off x="8782702" y="-18031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91" name="Прямоугольник: скругленные углы 90">
              <a:extLst>
                <a:ext uri="{FF2B5EF4-FFF2-40B4-BE49-F238E27FC236}">
                  <a16:creationId xmlns:a16="http://schemas.microsoft.com/office/drawing/2014/main" id="{C21A3CAD-194B-F4CA-B49B-0166F7B576EB}"/>
                </a:ext>
              </a:extLst>
            </p:cNvPr>
            <p:cNvSpPr/>
            <p:nvPr/>
          </p:nvSpPr>
          <p:spPr>
            <a:xfrm>
              <a:off x="8782702" y="-4708480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92" name="Прямоугольник: скругленные углы 91">
              <a:extLst>
                <a:ext uri="{FF2B5EF4-FFF2-40B4-BE49-F238E27FC236}">
                  <a16:creationId xmlns:a16="http://schemas.microsoft.com/office/drawing/2014/main" id="{1EF31E75-3222-2CF0-7502-CAD3CFFA13E4}"/>
                </a:ext>
              </a:extLst>
            </p:cNvPr>
            <p:cNvSpPr/>
            <p:nvPr/>
          </p:nvSpPr>
          <p:spPr>
            <a:xfrm>
              <a:off x="8782702" y="-9390071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93" name="Прямоугольник: скругленные углы 92">
              <a:extLst>
                <a:ext uri="{FF2B5EF4-FFF2-40B4-BE49-F238E27FC236}">
                  <a16:creationId xmlns:a16="http://schemas.microsoft.com/office/drawing/2014/main" id="{E658992E-36E5-C4AB-2D72-A41524A84050}"/>
                </a:ext>
              </a:extLst>
            </p:cNvPr>
            <p:cNvSpPr/>
            <p:nvPr/>
          </p:nvSpPr>
          <p:spPr>
            <a:xfrm>
              <a:off x="8782702" y="-14080520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94" name="Прямоугольник: скругленные углы 93">
              <a:extLst>
                <a:ext uri="{FF2B5EF4-FFF2-40B4-BE49-F238E27FC236}">
                  <a16:creationId xmlns:a16="http://schemas.microsoft.com/office/drawing/2014/main" id="{3476E0EF-1C5A-5CFC-8D43-96911DCD0327}"/>
                </a:ext>
              </a:extLst>
            </p:cNvPr>
            <p:cNvSpPr/>
            <p:nvPr/>
          </p:nvSpPr>
          <p:spPr>
            <a:xfrm>
              <a:off x="8782702" y="-18770969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95" name="Прямоугольник: скругленные углы 94">
              <a:extLst>
                <a:ext uri="{FF2B5EF4-FFF2-40B4-BE49-F238E27FC236}">
                  <a16:creationId xmlns:a16="http://schemas.microsoft.com/office/drawing/2014/main" id="{DEE31315-33FB-9065-D242-E85DEB86DC2E}"/>
                </a:ext>
              </a:extLst>
            </p:cNvPr>
            <p:cNvSpPr/>
            <p:nvPr/>
          </p:nvSpPr>
          <p:spPr>
            <a:xfrm>
              <a:off x="8782702" y="9354009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98282DCD-F681-E207-AEDC-B37F4886FA4D}"/>
              </a:ext>
            </a:extLst>
          </p:cNvPr>
          <p:cNvGrpSpPr/>
          <p:nvPr/>
        </p:nvGrpSpPr>
        <p:grpSpPr>
          <a:xfrm>
            <a:off x="11353837" y="14590469"/>
            <a:ext cx="2340000" cy="32633836"/>
            <a:chOff x="11353837" y="-19885705"/>
            <a:chExt cx="2340000" cy="32633836"/>
          </a:xfrm>
        </p:grpSpPr>
        <p:sp>
          <p:nvSpPr>
            <p:cNvPr id="97" name="Прямоугольник: скругленные углы 96">
              <a:extLst>
                <a:ext uri="{FF2B5EF4-FFF2-40B4-BE49-F238E27FC236}">
                  <a16:creationId xmlns:a16="http://schemas.microsoft.com/office/drawing/2014/main" id="{478098EB-84E9-8674-7EE9-6768CAC4A9D2}"/>
                </a:ext>
              </a:extLst>
            </p:cNvPr>
            <p:cNvSpPr/>
            <p:nvPr/>
          </p:nvSpPr>
          <p:spPr>
            <a:xfrm>
              <a:off x="11353837" y="8248131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98" name="Прямоугольник: скругленные углы 97">
              <a:extLst>
                <a:ext uri="{FF2B5EF4-FFF2-40B4-BE49-F238E27FC236}">
                  <a16:creationId xmlns:a16="http://schemas.microsoft.com/office/drawing/2014/main" id="{29112AD9-F708-3D70-C708-1B2A9219832C}"/>
                </a:ext>
              </a:extLst>
            </p:cNvPr>
            <p:cNvSpPr/>
            <p:nvPr/>
          </p:nvSpPr>
          <p:spPr>
            <a:xfrm>
              <a:off x="11353837" y="3557682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99" name="Прямоугольник: скругленные углы 98">
              <a:extLst>
                <a:ext uri="{FF2B5EF4-FFF2-40B4-BE49-F238E27FC236}">
                  <a16:creationId xmlns:a16="http://schemas.microsoft.com/office/drawing/2014/main" id="{9DB97FEB-867E-30B5-4DF0-DE43F76BECD8}"/>
                </a:ext>
              </a:extLst>
            </p:cNvPr>
            <p:cNvSpPr/>
            <p:nvPr/>
          </p:nvSpPr>
          <p:spPr>
            <a:xfrm>
              <a:off x="11353837" y="-1132767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00" name="Прямоугольник: скругленные углы 99">
              <a:extLst>
                <a:ext uri="{FF2B5EF4-FFF2-40B4-BE49-F238E27FC236}">
                  <a16:creationId xmlns:a16="http://schemas.microsoft.com/office/drawing/2014/main" id="{EA1B15C2-7589-5B72-2C2C-90D3D9C8289D}"/>
                </a:ext>
              </a:extLst>
            </p:cNvPr>
            <p:cNvSpPr/>
            <p:nvPr/>
          </p:nvSpPr>
          <p:spPr>
            <a:xfrm>
              <a:off x="11353837" y="-581435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01" name="Прямоугольник: скругленные углы 100">
              <a:extLst>
                <a:ext uri="{FF2B5EF4-FFF2-40B4-BE49-F238E27FC236}">
                  <a16:creationId xmlns:a16="http://schemas.microsoft.com/office/drawing/2014/main" id="{F4D886C0-2900-4B50-EAAF-03462D4C0B65}"/>
                </a:ext>
              </a:extLst>
            </p:cNvPr>
            <p:cNvSpPr/>
            <p:nvPr/>
          </p:nvSpPr>
          <p:spPr>
            <a:xfrm>
              <a:off x="11353837" y="-10504807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02" name="Прямоугольник: скругленные углы 101">
              <a:extLst>
                <a:ext uri="{FF2B5EF4-FFF2-40B4-BE49-F238E27FC236}">
                  <a16:creationId xmlns:a16="http://schemas.microsoft.com/office/drawing/2014/main" id="{BDCC11DE-AA80-0AA1-3BEA-1ACEE180DF83}"/>
                </a:ext>
              </a:extLst>
            </p:cNvPr>
            <p:cNvSpPr/>
            <p:nvPr/>
          </p:nvSpPr>
          <p:spPr>
            <a:xfrm>
              <a:off x="11353837" y="-15195256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03" name="Прямоугольник: скругленные углы 102">
              <a:extLst>
                <a:ext uri="{FF2B5EF4-FFF2-40B4-BE49-F238E27FC236}">
                  <a16:creationId xmlns:a16="http://schemas.microsoft.com/office/drawing/2014/main" id="{F494FAC1-4ECA-15B9-4679-157FDF1DD88E}"/>
                </a:ext>
              </a:extLst>
            </p:cNvPr>
            <p:cNvSpPr/>
            <p:nvPr/>
          </p:nvSpPr>
          <p:spPr>
            <a:xfrm>
              <a:off x="11353837" y="-19885705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4" name="Группа 103">
            <a:extLst>
              <a:ext uri="{FF2B5EF4-FFF2-40B4-BE49-F238E27FC236}">
                <a16:creationId xmlns:a16="http://schemas.microsoft.com/office/drawing/2014/main" id="{92FEC454-6185-250C-0D3C-5586F591A29A}"/>
              </a:ext>
            </a:extLst>
          </p:cNvPr>
          <p:cNvGrpSpPr/>
          <p:nvPr/>
        </p:nvGrpSpPr>
        <p:grpSpPr>
          <a:xfrm>
            <a:off x="-1501838" y="29465663"/>
            <a:ext cx="2340000" cy="32616120"/>
            <a:chOff x="-1501838" y="-8238213"/>
            <a:chExt cx="2340000" cy="32616120"/>
          </a:xfrm>
        </p:grpSpPr>
        <p:sp>
          <p:nvSpPr>
            <p:cNvPr id="105" name="Прямоугольник: скругленные углы 104">
              <a:extLst>
                <a:ext uri="{FF2B5EF4-FFF2-40B4-BE49-F238E27FC236}">
                  <a16:creationId xmlns:a16="http://schemas.microsoft.com/office/drawing/2014/main" id="{B87242CD-C1F8-3EF7-495D-2E41F427C68E}"/>
                </a:ext>
              </a:extLst>
            </p:cNvPr>
            <p:cNvSpPr/>
            <p:nvPr/>
          </p:nvSpPr>
          <p:spPr>
            <a:xfrm>
              <a:off x="-1501838" y="19877907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06" name="Прямоугольник: скругленные углы 105">
              <a:extLst>
                <a:ext uri="{FF2B5EF4-FFF2-40B4-BE49-F238E27FC236}">
                  <a16:creationId xmlns:a16="http://schemas.microsoft.com/office/drawing/2014/main" id="{88F3AFF0-6E85-D7C6-36C0-541CC80F15DF}"/>
                </a:ext>
              </a:extLst>
            </p:cNvPr>
            <p:cNvSpPr/>
            <p:nvPr/>
          </p:nvSpPr>
          <p:spPr>
            <a:xfrm>
              <a:off x="-1501838" y="15187458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07" name="Прямоугольник: скругленные углы 106">
              <a:extLst>
                <a:ext uri="{FF2B5EF4-FFF2-40B4-BE49-F238E27FC236}">
                  <a16:creationId xmlns:a16="http://schemas.microsoft.com/office/drawing/2014/main" id="{D573002A-C469-DC8C-CDF6-1CD17FEDB95D}"/>
                </a:ext>
              </a:extLst>
            </p:cNvPr>
            <p:cNvSpPr/>
            <p:nvPr/>
          </p:nvSpPr>
          <p:spPr>
            <a:xfrm>
              <a:off x="-1501838" y="10497009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08" name="Прямоугольник: скругленные углы 107">
              <a:extLst>
                <a:ext uri="{FF2B5EF4-FFF2-40B4-BE49-F238E27FC236}">
                  <a16:creationId xmlns:a16="http://schemas.microsoft.com/office/drawing/2014/main" id="{3FAF1E47-9763-A572-5E15-8EB8916F366C}"/>
                </a:ext>
              </a:extLst>
            </p:cNvPr>
            <p:cNvSpPr/>
            <p:nvPr/>
          </p:nvSpPr>
          <p:spPr>
            <a:xfrm>
              <a:off x="-1501838" y="5815418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09" name="Прямоугольник: скругленные углы 108">
              <a:extLst>
                <a:ext uri="{FF2B5EF4-FFF2-40B4-BE49-F238E27FC236}">
                  <a16:creationId xmlns:a16="http://schemas.microsoft.com/office/drawing/2014/main" id="{585E4C72-F3DA-5F24-5C0C-BEFD2DAF9CF5}"/>
                </a:ext>
              </a:extLst>
            </p:cNvPr>
            <p:cNvSpPr/>
            <p:nvPr/>
          </p:nvSpPr>
          <p:spPr>
            <a:xfrm>
              <a:off x="-1501838" y="1133827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10" name="Прямоугольник: скругленные углы 109">
              <a:extLst>
                <a:ext uri="{FF2B5EF4-FFF2-40B4-BE49-F238E27FC236}">
                  <a16:creationId xmlns:a16="http://schemas.microsoft.com/office/drawing/2014/main" id="{698923B7-C5F2-BEB0-075D-03546C919A6F}"/>
                </a:ext>
              </a:extLst>
            </p:cNvPr>
            <p:cNvSpPr/>
            <p:nvPr/>
          </p:nvSpPr>
          <p:spPr>
            <a:xfrm>
              <a:off x="-1501838" y="-3547764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11" name="Прямоугольник: скругленные углы 110">
              <a:extLst>
                <a:ext uri="{FF2B5EF4-FFF2-40B4-BE49-F238E27FC236}">
                  <a16:creationId xmlns:a16="http://schemas.microsoft.com/office/drawing/2014/main" id="{0FF35801-566F-EE79-A5E3-FEA489E5272A}"/>
                </a:ext>
              </a:extLst>
            </p:cNvPr>
            <p:cNvSpPr/>
            <p:nvPr/>
          </p:nvSpPr>
          <p:spPr>
            <a:xfrm>
              <a:off x="-1501838" y="-8238213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2" name="Группа 111">
            <a:extLst>
              <a:ext uri="{FF2B5EF4-FFF2-40B4-BE49-F238E27FC236}">
                <a16:creationId xmlns:a16="http://schemas.microsoft.com/office/drawing/2014/main" id="{50B03157-B9E7-B43D-D996-9B6A6CAC8A54}"/>
              </a:ext>
            </a:extLst>
          </p:cNvPr>
          <p:cNvGrpSpPr/>
          <p:nvPr/>
        </p:nvGrpSpPr>
        <p:grpSpPr>
          <a:xfrm>
            <a:off x="3640432" y="20102351"/>
            <a:ext cx="2340000" cy="32624978"/>
            <a:chOff x="3640432" y="-9390071"/>
            <a:chExt cx="2340000" cy="32624978"/>
          </a:xfrm>
        </p:grpSpPr>
        <p:sp>
          <p:nvSpPr>
            <p:cNvPr id="113" name="Прямоугольник: скругленные углы 112">
              <a:extLst>
                <a:ext uri="{FF2B5EF4-FFF2-40B4-BE49-F238E27FC236}">
                  <a16:creationId xmlns:a16="http://schemas.microsoft.com/office/drawing/2014/main" id="{6A1636BB-3789-6F70-98E4-A7B760AAD6C1}"/>
                </a:ext>
              </a:extLst>
            </p:cNvPr>
            <p:cNvSpPr/>
            <p:nvPr/>
          </p:nvSpPr>
          <p:spPr>
            <a:xfrm>
              <a:off x="3640432" y="18734907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14" name="Прямоугольник: скругленные углы 113">
              <a:extLst>
                <a:ext uri="{FF2B5EF4-FFF2-40B4-BE49-F238E27FC236}">
                  <a16:creationId xmlns:a16="http://schemas.microsoft.com/office/drawing/2014/main" id="{459F9D19-C960-460C-1160-7014156D174A}"/>
                </a:ext>
              </a:extLst>
            </p:cNvPr>
            <p:cNvSpPr/>
            <p:nvPr/>
          </p:nvSpPr>
          <p:spPr>
            <a:xfrm>
              <a:off x="3640432" y="14044458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15" name="Прямоугольник: скругленные углы 114">
              <a:extLst>
                <a:ext uri="{FF2B5EF4-FFF2-40B4-BE49-F238E27FC236}">
                  <a16:creationId xmlns:a16="http://schemas.microsoft.com/office/drawing/2014/main" id="{C76F0AC6-168C-F29C-71E6-8AF4711CE07B}"/>
                </a:ext>
              </a:extLst>
            </p:cNvPr>
            <p:cNvSpPr/>
            <p:nvPr/>
          </p:nvSpPr>
          <p:spPr>
            <a:xfrm>
              <a:off x="3640432" y="9354009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16" name="Прямоугольник: скругленные углы 115">
              <a:extLst>
                <a:ext uri="{FF2B5EF4-FFF2-40B4-BE49-F238E27FC236}">
                  <a16:creationId xmlns:a16="http://schemas.microsoft.com/office/drawing/2014/main" id="{3AF1E85F-251C-9C9D-3ED5-3DB9EE318F9B}"/>
                </a:ext>
              </a:extLst>
            </p:cNvPr>
            <p:cNvSpPr/>
            <p:nvPr/>
          </p:nvSpPr>
          <p:spPr>
            <a:xfrm>
              <a:off x="3640432" y="4672418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17" name="Прямоугольник: скругленные углы 116">
              <a:extLst>
                <a:ext uri="{FF2B5EF4-FFF2-40B4-BE49-F238E27FC236}">
                  <a16:creationId xmlns:a16="http://schemas.microsoft.com/office/drawing/2014/main" id="{F087DCFB-7BF5-CB7B-5255-2342D51D6F6E}"/>
                </a:ext>
              </a:extLst>
            </p:cNvPr>
            <p:cNvSpPr/>
            <p:nvPr/>
          </p:nvSpPr>
          <p:spPr>
            <a:xfrm>
              <a:off x="3640432" y="-18031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18" name="Прямоугольник: скругленные углы 117">
              <a:extLst>
                <a:ext uri="{FF2B5EF4-FFF2-40B4-BE49-F238E27FC236}">
                  <a16:creationId xmlns:a16="http://schemas.microsoft.com/office/drawing/2014/main" id="{D22CF06A-8865-9081-414E-A3409AE701F3}"/>
                </a:ext>
              </a:extLst>
            </p:cNvPr>
            <p:cNvSpPr/>
            <p:nvPr/>
          </p:nvSpPr>
          <p:spPr>
            <a:xfrm>
              <a:off x="3640432" y="-4708480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19" name="Прямоугольник: скругленные углы 118">
              <a:extLst>
                <a:ext uri="{FF2B5EF4-FFF2-40B4-BE49-F238E27FC236}">
                  <a16:creationId xmlns:a16="http://schemas.microsoft.com/office/drawing/2014/main" id="{D76CB231-7092-136E-16DB-C336971B2755}"/>
                </a:ext>
              </a:extLst>
            </p:cNvPr>
            <p:cNvSpPr/>
            <p:nvPr/>
          </p:nvSpPr>
          <p:spPr>
            <a:xfrm>
              <a:off x="3640432" y="-9390071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DD1660DB-6D39-DB2A-7C6A-9FD39A0A7C54}"/>
              </a:ext>
            </a:extLst>
          </p:cNvPr>
          <p:cNvGrpSpPr/>
          <p:nvPr/>
        </p:nvGrpSpPr>
        <p:grpSpPr>
          <a:xfrm>
            <a:off x="331837" y="381000"/>
            <a:ext cx="11582400" cy="6096000"/>
            <a:chOff x="941437" y="-24826040"/>
            <a:chExt cx="11582400" cy="6096000"/>
          </a:xfrm>
        </p:grpSpPr>
        <p:sp>
          <p:nvSpPr>
            <p:cNvPr id="123" name="Прямоугольник: скругленные углы 122">
              <a:extLst>
                <a:ext uri="{FF2B5EF4-FFF2-40B4-BE49-F238E27FC236}">
                  <a16:creationId xmlns:a16="http://schemas.microsoft.com/office/drawing/2014/main" id="{5CAB2E35-0955-33D1-C9D5-2B73A2A3068D}"/>
                </a:ext>
              </a:extLst>
            </p:cNvPr>
            <p:cNvSpPr/>
            <p:nvPr/>
          </p:nvSpPr>
          <p:spPr>
            <a:xfrm>
              <a:off x="941437" y="-24826040"/>
              <a:ext cx="11582400" cy="6096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					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pic>
          <p:nvPicPr>
            <p:cNvPr id="124" name="Рисунок 123">
              <a:extLst>
                <a:ext uri="{FF2B5EF4-FFF2-40B4-BE49-F238E27FC236}">
                  <a16:creationId xmlns:a16="http://schemas.microsoft.com/office/drawing/2014/main" id="{7E7C6DEE-E410-D368-5242-754D394E1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3689" y="-24686340"/>
              <a:ext cx="11395960" cy="5743130"/>
            </a:xfrm>
            <a:prstGeom prst="roundRect">
              <a:avLst/>
            </a:prstGeom>
          </p:spPr>
        </p:pic>
      </p:grpSp>
      <p:grpSp>
        <p:nvGrpSpPr>
          <p:cNvPr id="129" name="Группа 128">
            <a:extLst>
              <a:ext uri="{FF2B5EF4-FFF2-40B4-BE49-F238E27FC236}">
                <a16:creationId xmlns:a16="http://schemas.microsoft.com/office/drawing/2014/main" id="{32B30907-AA3C-9713-12A2-E1FC95159B23}"/>
              </a:ext>
            </a:extLst>
          </p:cNvPr>
          <p:cNvGrpSpPr/>
          <p:nvPr/>
        </p:nvGrpSpPr>
        <p:grpSpPr>
          <a:xfrm>
            <a:off x="227649" y="-7135120"/>
            <a:ext cx="11582400" cy="6096000"/>
            <a:chOff x="331837" y="381000"/>
            <a:chExt cx="11582400" cy="6096000"/>
          </a:xfrm>
        </p:grpSpPr>
        <p:sp>
          <p:nvSpPr>
            <p:cNvPr id="130" name="Прямоугольник: скругленные углы 129">
              <a:extLst>
                <a:ext uri="{FF2B5EF4-FFF2-40B4-BE49-F238E27FC236}">
                  <a16:creationId xmlns:a16="http://schemas.microsoft.com/office/drawing/2014/main" id="{0A90C59F-7720-9E44-F1FF-8A91056103EA}"/>
                </a:ext>
              </a:extLst>
            </p:cNvPr>
            <p:cNvSpPr/>
            <p:nvPr/>
          </p:nvSpPr>
          <p:spPr>
            <a:xfrm>
              <a:off x="331837" y="381000"/>
              <a:ext cx="11582400" cy="6096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					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pic>
          <p:nvPicPr>
            <p:cNvPr id="131" name="Рисунок 130">
              <a:extLst>
                <a:ext uri="{FF2B5EF4-FFF2-40B4-BE49-F238E27FC236}">
                  <a16:creationId xmlns:a16="http://schemas.microsoft.com/office/drawing/2014/main" id="{739AE0C7-0574-5BDD-511C-F4CF123B5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4712" y="591382"/>
              <a:ext cx="11296650" cy="5675236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6490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CC4F9F2-C57A-5B1D-4492-3775DC0666EB}"/>
              </a:ext>
            </a:extLst>
          </p:cNvPr>
          <p:cNvGrpSpPr/>
          <p:nvPr/>
        </p:nvGrpSpPr>
        <p:grpSpPr>
          <a:xfrm>
            <a:off x="331837" y="381000"/>
            <a:ext cx="11582400" cy="6096000"/>
            <a:chOff x="331837" y="381000"/>
            <a:chExt cx="11582400" cy="6096000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A6420BA1-1303-1F29-94B6-FE77AC35FCED}"/>
                </a:ext>
              </a:extLst>
            </p:cNvPr>
            <p:cNvSpPr/>
            <p:nvPr/>
          </p:nvSpPr>
          <p:spPr>
            <a:xfrm>
              <a:off x="331837" y="381000"/>
              <a:ext cx="11582400" cy="6096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					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E198D2D2-C63A-E6C6-2095-967E1D5BD1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712" y="591382"/>
              <a:ext cx="11296650" cy="5675236"/>
            </a:xfrm>
            <a:prstGeom prst="roundRect">
              <a:avLst/>
            </a:prstGeom>
          </p:spPr>
        </p:pic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E9CEEA7-7F1B-1194-E48C-AD593DE223C1}"/>
              </a:ext>
            </a:extLst>
          </p:cNvPr>
          <p:cNvGrpSpPr/>
          <p:nvPr/>
        </p:nvGrpSpPr>
        <p:grpSpPr>
          <a:xfrm>
            <a:off x="331837" y="7907594"/>
            <a:ext cx="11582400" cy="6096000"/>
            <a:chOff x="941437" y="-24826040"/>
            <a:chExt cx="11582400" cy="6096000"/>
          </a:xfrm>
        </p:grpSpPr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3283EA7A-3CDD-E53A-DC97-5FBF90F62839}"/>
                </a:ext>
              </a:extLst>
            </p:cNvPr>
            <p:cNvSpPr/>
            <p:nvPr/>
          </p:nvSpPr>
          <p:spPr>
            <a:xfrm>
              <a:off x="941437" y="-24826040"/>
              <a:ext cx="11582400" cy="6096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					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5F811835-C814-E9C2-FE50-EE29CC3AA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689" y="-24686340"/>
              <a:ext cx="11395960" cy="5743130"/>
            </a:xfrm>
            <a:prstGeom prst="roundRect">
              <a:avLst/>
            </a:prstGeom>
          </p:spPr>
        </p:pic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6A4B7AF4-5E97-67D5-62F0-41FAF37846FA}"/>
              </a:ext>
            </a:extLst>
          </p:cNvPr>
          <p:cNvGrpSpPr/>
          <p:nvPr/>
        </p:nvGrpSpPr>
        <p:grpSpPr>
          <a:xfrm>
            <a:off x="246110" y="-13912140"/>
            <a:ext cx="11582400" cy="6096000"/>
            <a:chOff x="304800" y="556969"/>
            <a:chExt cx="11582400" cy="6096000"/>
          </a:xfrm>
        </p:grpSpPr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850685E7-4B6D-3812-D98A-EBBC8B751566}"/>
                </a:ext>
              </a:extLst>
            </p:cNvPr>
            <p:cNvSpPr/>
            <p:nvPr/>
          </p:nvSpPr>
          <p:spPr>
            <a:xfrm>
              <a:off x="304800" y="556969"/>
              <a:ext cx="11582400" cy="6096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					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F6B4B512-80BD-7AFE-9F4C-6B5AF1F25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9979" y="730389"/>
              <a:ext cx="11312333" cy="5698064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4964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79CBB7BA-5764-0993-1142-B6C577AC16CF}"/>
              </a:ext>
            </a:extLst>
          </p:cNvPr>
          <p:cNvGrpSpPr/>
          <p:nvPr/>
        </p:nvGrpSpPr>
        <p:grpSpPr>
          <a:xfrm>
            <a:off x="331837" y="7578213"/>
            <a:ext cx="11582400" cy="6096000"/>
            <a:chOff x="331837" y="381000"/>
            <a:chExt cx="11582400" cy="6096000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01844A0B-32F1-D334-1E9E-A0F1C095EF51}"/>
                </a:ext>
              </a:extLst>
            </p:cNvPr>
            <p:cNvSpPr/>
            <p:nvPr/>
          </p:nvSpPr>
          <p:spPr>
            <a:xfrm>
              <a:off x="331837" y="381000"/>
              <a:ext cx="11582400" cy="6096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					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C9C72E4D-B5F0-602C-01C7-D936BB88C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712" y="591382"/>
              <a:ext cx="11296650" cy="5675236"/>
            </a:xfrm>
            <a:prstGeom prst="roundRect">
              <a:avLst/>
            </a:prstGeom>
          </p:spPr>
        </p:pic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0C7834AD-6064-441B-49E9-1AE24987F6CD}"/>
              </a:ext>
            </a:extLst>
          </p:cNvPr>
          <p:cNvGrpSpPr/>
          <p:nvPr/>
        </p:nvGrpSpPr>
        <p:grpSpPr>
          <a:xfrm>
            <a:off x="484237" y="7730613"/>
            <a:ext cx="11582400" cy="6096000"/>
            <a:chOff x="331837" y="381000"/>
            <a:chExt cx="11582400" cy="6096000"/>
          </a:xfrm>
        </p:grpSpPr>
        <p:sp>
          <p:nvSpPr>
            <p:cNvPr id="17" name="Прямоугольник: скругленные углы 16">
              <a:extLst>
                <a:ext uri="{FF2B5EF4-FFF2-40B4-BE49-F238E27FC236}">
                  <a16:creationId xmlns:a16="http://schemas.microsoft.com/office/drawing/2014/main" id="{37AE00F5-7522-FAE0-F009-0DF9EFAF19EF}"/>
                </a:ext>
              </a:extLst>
            </p:cNvPr>
            <p:cNvSpPr/>
            <p:nvPr/>
          </p:nvSpPr>
          <p:spPr>
            <a:xfrm>
              <a:off x="331837" y="381000"/>
              <a:ext cx="11582400" cy="6096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					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1ECB03D6-BC15-B18F-5A93-D5A971E3C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712" y="591382"/>
              <a:ext cx="11296650" cy="5675236"/>
            </a:xfrm>
            <a:prstGeom prst="roundRect">
              <a:avLst/>
            </a:prstGeom>
          </p:spPr>
        </p:pic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4A3AF8E3-C716-FFB5-8092-1723B6FDC11A}"/>
              </a:ext>
            </a:extLst>
          </p:cNvPr>
          <p:cNvGrpSpPr/>
          <p:nvPr/>
        </p:nvGrpSpPr>
        <p:grpSpPr>
          <a:xfrm>
            <a:off x="361334" y="381000"/>
            <a:ext cx="11582400" cy="6096000"/>
            <a:chOff x="304800" y="556969"/>
            <a:chExt cx="11582400" cy="6096000"/>
          </a:xfrm>
        </p:grpSpPr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1A64B8A9-87D6-4001-2C7E-50E211C629EF}"/>
                </a:ext>
              </a:extLst>
            </p:cNvPr>
            <p:cNvSpPr/>
            <p:nvPr/>
          </p:nvSpPr>
          <p:spPr>
            <a:xfrm>
              <a:off x="304800" y="556969"/>
              <a:ext cx="11582400" cy="6096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					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6E89F8F7-D550-A565-F668-10EE0ADD6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0482" y="730389"/>
              <a:ext cx="11312333" cy="5698064"/>
            </a:xfrm>
            <a:prstGeom prst="roundRect">
              <a:avLst/>
            </a:prstGeom>
          </p:spPr>
        </p:pic>
      </p:grpSp>
      <p:grpSp>
        <p:nvGrpSpPr>
          <p:cNvPr id="163" name="Группа 162">
            <a:extLst>
              <a:ext uri="{FF2B5EF4-FFF2-40B4-BE49-F238E27FC236}">
                <a16:creationId xmlns:a16="http://schemas.microsoft.com/office/drawing/2014/main" id="{FA83257C-8E7F-465F-2C3D-AF29414F9C23}"/>
              </a:ext>
            </a:extLst>
          </p:cNvPr>
          <p:cNvGrpSpPr/>
          <p:nvPr/>
        </p:nvGrpSpPr>
        <p:grpSpPr>
          <a:xfrm>
            <a:off x="6211567" y="-49349334"/>
            <a:ext cx="2340000" cy="27943387"/>
            <a:chOff x="6211567" y="-6606620"/>
            <a:chExt cx="2340000" cy="27943387"/>
          </a:xfrm>
        </p:grpSpPr>
        <p:sp>
          <p:nvSpPr>
            <p:cNvPr id="164" name="Прямоугольник: скругленные углы 163">
              <a:extLst>
                <a:ext uri="{FF2B5EF4-FFF2-40B4-BE49-F238E27FC236}">
                  <a16:creationId xmlns:a16="http://schemas.microsoft.com/office/drawing/2014/main" id="{0EB621D9-E003-A16A-7DBE-C88A98A499C9}"/>
                </a:ext>
              </a:extLst>
            </p:cNvPr>
            <p:cNvSpPr/>
            <p:nvPr/>
          </p:nvSpPr>
          <p:spPr>
            <a:xfrm>
              <a:off x="6211567" y="-6606620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5" name="Прямоугольник: скругленные углы 164">
              <a:extLst>
                <a:ext uri="{FF2B5EF4-FFF2-40B4-BE49-F238E27FC236}">
                  <a16:creationId xmlns:a16="http://schemas.microsoft.com/office/drawing/2014/main" id="{35FCDDC0-7D5F-C282-DA15-05BA00F775CB}"/>
                </a:ext>
              </a:extLst>
            </p:cNvPr>
            <p:cNvSpPr/>
            <p:nvPr/>
          </p:nvSpPr>
          <p:spPr>
            <a:xfrm>
              <a:off x="6211567" y="16836767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66" name="Прямоугольник: скругленные углы 165">
              <a:extLst>
                <a:ext uri="{FF2B5EF4-FFF2-40B4-BE49-F238E27FC236}">
                  <a16:creationId xmlns:a16="http://schemas.microsoft.com/office/drawing/2014/main" id="{73193E79-C830-83F8-EB4D-354B79A6629C}"/>
                </a:ext>
              </a:extLst>
            </p:cNvPr>
            <p:cNvSpPr/>
            <p:nvPr/>
          </p:nvSpPr>
          <p:spPr>
            <a:xfrm>
              <a:off x="6211567" y="12146318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67" name="Прямоугольник: скругленные углы 166">
              <a:extLst>
                <a:ext uri="{FF2B5EF4-FFF2-40B4-BE49-F238E27FC236}">
                  <a16:creationId xmlns:a16="http://schemas.microsoft.com/office/drawing/2014/main" id="{E737EC4D-AD3A-21B2-C463-1425B5559230}"/>
                </a:ext>
              </a:extLst>
            </p:cNvPr>
            <p:cNvSpPr/>
            <p:nvPr/>
          </p:nvSpPr>
          <p:spPr>
            <a:xfrm>
              <a:off x="6211567" y="7464727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68" name="Прямоугольник: скругленные углы 167">
              <a:extLst>
                <a:ext uri="{FF2B5EF4-FFF2-40B4-BE49-F238E27FC236}">
                  <a16:creationId xmlns:a16="http://schemas.microsoft.com/office/drawing/2014/main" id="{5E29C11F-58CC-527D-6B15-A9DDD9CE031C}"/>
                </a:ext>
              </a:extLst>
            </p:cNvPr>
            <p:cNvSpPr/>
            <p:nvPr/>
          </p:nvSpPr>
          <p:spPr>
            <a:xfrm>
              <a:off x="6211567" y="2774278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69" name="Прямоугольник: скругленные углы 168">
              <a:extLst>
                <a:ext uri="{FF2B5EF4-FFF2-40B4-BE49-F238E27FC236}">
                  <a16:creationId xmlns:a16="http://schemas.microsoft.com/office/drawing/2014/main" id="{2FCE7904-5F70-95D9-A3A7-A6094B4CA2EF}"/>
                </a:ext>
              </a:extLst>
            </p:cNvPr>
            <p:cNvSpPr/>
            <p:nvPr/>
          </p:nvSpPr>
          <p:spPr>
            <a:xfrm>
              <a:off x="6211567" y="-1916171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</p:grpSp>
      <p:grpSp>
        <p:nvGrpSpPr>
          <p:cNvPr id="170" name="Группа 169">
            <a:extLst>
              <a:ext uri="{FF2B5EF4-FFF2-40B4-BE49-F238E27FC236}">
                <a16:creationId xmlns:a16="http://schemas.microsoft.com/office/drawing/2014/main" id="{EB39AA9A-1C00-C9F9-69CE-C4BA4AF1BD2E}"/>
              </a:ext>
            </a:extLst>
          </p:cNvPr>
          <p:cNvGrpSpPr/>
          <p:nvPr/>
        </p:nvGrpSpPr>
        <p:grpSpPr>
          <a:xfrm>
            <a:off x="1069297" y="-33362647"/>
            <a:ext cx="2340000" cy="32642434"/>
            <a:chOff x="1069297" y="-16933229"/>
            <a:chExt cx="2340000" cy="32642434"/>
          </a:xfrm>
        </p:grpSpPr>
        <p:sp>
          <p:nvSpPr>
            <p:cNvPr id="171" name="Прямоугольник: скругленные углы 170">
              <a:extLst>
                <a:ext uri="{FF2B5EF4-FFF2-40B4-BE49-F238E27FC236}">
                  <a16:creationId xmlns:a16="http://schemas.microsoft.com/office/drawing/2014/main" id="{0E586840-25FF-F76C-8047-C19236D60FBB}"/>
                </a:ext>
              </a:extLst>
            </p:cNvPr>
            <p:cNvSpPr/>
            <p:nvPr/>
          </p:nvSpPr>
          <p:spPr>
            <a:xfrm>
              <a:off x="1069297" y="6514587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изайн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72" name="Прямоугольник: скругленные углы 171">
              <a:extLst>
                <a:ext uri="{FF2B5EF4-FFF2-40B4-BE49-F238E27FC236}">
                  <a16:creationId xmlns:a16="http://schemas.microsoft.com/office/drawing/2014/main" id="{7125D885-C361-F1BE-8D32-58793BEC0F1C}"/>
                </a:ext>
              </a:extLst>
            </p:cNvPr>
            <p:cNvSpPr/>
            <p:nvPr/>
          </p:nvSpPr>
          <p:spPr>
            <a:xfrm>
              <a:off x="1069297" y="182413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</a:t>
              </a:r>
              <a:r>
                <a:rPr lang="fr-FR" sz="2000" dirty="0">
                  <a:ln w="0"/>
                  <a:solidFill>
                    <a:schemeClr val="tx1"/>
                  </a:solidFill>
                  <a:latin typeface="Arial Black" panose="020B0A04020102020204" pitchFamily="34" charset="0"/>
                </a:rPr>
                <a:t>Application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73" name="Прямоугольник: скругленные углы 172">
              <a:extLst>
                <a:ext uri="{FF2B5EF4-FFF2-40B4-BE49-F238E27FC236}">
                  <a16:creationId xmlns:a16="http://schemas.microsoft.com/office/drawing/2014/main" id="{253ED81E-C96D-D2EE-CA2D-334D4F30A2FD}"/>
                </a:ext>
              </a:extLst>
            </p:cNvPr>
            <p:cNvSpPr/>
            <p:nvPr/>
          </p:nvSpPr>
          <p:spPr>
            <a:xfrm>
              <a:off x="1069297" y="-2866311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4" name="Прямоугольник: скругленные углы 173">
              <a:extLst>
                <a:ext uri="{FF2B5EF4-FFF2-40B4-BE49-F238E27FC236}">
                  <a16:creationId xmlns:a16="http://schemas.microsoft.com/office/drawing/2014/main" id="{ABAA4DA6-2C1C-D834-63CE-5C84A61D87A2}"/>
                </a:ext>
              </a:extLst>
            </p:cNvPr>
            <p:cNvSpPr/>
            <p:nvPr/>
          </p:nvSpPr>
          <p:spPr>
            <a:xfrm>
              <a:off x="1069297" y="-12242780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75" name="Прямоугольник: скругленные углы 174">
              <a:extLst>
                <a:ext uri="{FF2B5EF4-FFF2-40B4-BE49-F238E27FC236}">
                  <a16:creationId xmlns:a16="http://schemas.microsoft.com/office/drawing/2014/main" id="{390BDEE8-5D61-FE9E-C2F8-981A4461A647}"/>
                </a:ext>
              </a:extLst>
            </p:cNvPr>
            <p:cNvSpPr/>
            <p:nvPr/>
          </p:nvSpPr>
          <p:spPr>
            <a:xfrm>
              <a:off x="1069297" y="-16933229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76" name="Прямоугольник: скругленные углы 175">
              <a:extLst>
                <a:ext uri="{FF2B5EF4-FFF2-40B4-BE49-F238E27FC236}">
                  <a16:creationId xmlns:a16="http://schemas.microsoft.com/office/drawing/2014/main" id="{FC70125D-C79C-3909-3873-B4D7F3D0C26C}"/>
                </a:ext>
              </a:extLst>
            </p:cNvPr>
            <p:cNvSpPr/>
            <p:nvPr/>
          </p:nvSpPr>
          <p:spPr>
            <a:xfrm>
              <a:off x="1069297" y="-7552331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77" name="Прямоугольник: скругленные углы 176">
              <a:extLst>
                <a:ext uri="{FF2B5EF4-FFF2-40B4-BE49-F238E27FC236}">
                  <a16:creationId xmlns:a16="http://schemas.microsoft.com/office/drawing/2014/main" id="{D36EC471-4F61-3B3A-7E4F-BBEE41FA9F7C}"/>
                </a:ext>
              </a:extLst>
            </p:cNvPr>
            <p:cNvSpPr/>
            <p:nvPr/>
          </p:nvSpPr>
          <p:spPr>
            <a:xfrm>
              <a:off x="1069297" y="11209205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8" name="Группа 177">
            <a:extLst>
              <a:ext uri="{FF2B5EF4-FFF2-40B4-BE49-F238E27FC236}">
                <a16:creationId xmlns:a16="http://schemas.microsoft.com/office/drawing/2014/main" id="{7F1ABF3C-5B81-4A60-575F-5010CB898FE6}"/>
              </a:ext>
            </a:extLst>
          </p:cNvPr>
          <p:cNvGrpSpPr/>
          <p:nvPr/>
        </p:nvGrpSpPr>
        <p:grpSpPr>
          <a:xfrm>
            <a:off x="8782702" y="-57822082"/>
            <a:ext cx="2340000" cy="32624978"/>
            <a:chOff x="8782702" y="-18770969"/>
            <a:chExt cx="2340000" cy="32624978"/>
          </a:xfrm>
        </p:grpSpPr>
        <p:sp>
          <p:nvSpPr>
            <p:cNvPr id="179" name="Прямоугольник: скругленные углы 178">
              <a:extLst>
                <a:ext uri="{FF2B5EF4-FFF2-40B4-BE49-F238E27FC236}">
                  <a16:creationId xmlns:a16="http://schemas.microsoft.com/office/drawing/2014/main" id="{25578167-5469-81B4-A53D-5D4841DF9868}"/>
                </a:ext>
              </a:extLst>
            </p:cNvPr>
            <p:cNvSpPr/>
            <p:nvPr/>
          </p:nvSpPr>
          <p:spPr>
            <a:xfrm>
              <a:off x="8782702" y="4672418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80" name="Прямоугольник: скругленные углы 179">
              <a:extLst>
                <a:ext uri="{FF2B5EF4-FFF2-40B4-BE49-F238E27FC236}">
                  <a16:creationId xmlns:a16="http://schemas.microsoft.com/office/drawing/2014/main" id="{2C88457E-409C-8023-CA9A-299A02FC27C9}"/>
                </a:ext>
              </a:extLst>
            </p:cNvPr>
            <p:cNvSpPr/>
            <p:nvPr/>
          </p:nvSpPr>
          <p:spPr>
            <a:xfrm>
              <a:off x="8782702" y="-18031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81" name="Прямоугольник: скругленные углы 180">
              <a:extLst>
                <a:ext uri="{FF2B5EF4-FFF2-40B4-BE49-F238E27FC236}">
                  <a16:creationId xmlns:a16="http://schemas.microsoft.com/office/drawing/2014/main" id="{608AF6D9-7437-8D10-741A-407EF354E111}"/>
                </a:ext>
              </a:extLst>
            </p:cNvPr>
            <p:cNvSpPr/>
            <p:nvPr/>
          </p:nvSpPr>
          <p:spPr>
            <a:xfrm>
              <a:off x="8782702" y="-4708480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82" name="Прямоугольник: скругленные углы 181">
              <a:extLst>
                <a:ext uri="{FF2B5EF4-FFF2-40B4-BE49-F238E27FC236}">
                  <a16:creationId xmlns:a16="http://schemas.microsoft.com/office/drawing/2014/main" id="{05BA2C0C-29E5-06B0-8CC6-90C8C63C6647}"/>
                </a:ext>
              </a:extLst>
            </p:cNvPr>
            <p:cNvSpPr/>
            <p:nvPr/>
          </p:nvSpPr>
          <p:spPr>
            <a:xfrm>
              <a:off x="8782702" y="-9390071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83" name="Прямоугольник: скругленные углы 182">
              <a:extLst>
                <a:ext uri="{FF2B5EF4-FFF2-40B4-BE49-F238E27FC236}">
                  <a16:creationId xmlns:a16="http://schemas.microsoft.com/office/drawing/2014/main" id="{134B3702-4818-AB4B-B86C-404F2FC6475A}"/>
                </a:ext>
              </a:extLst>
            </p:cNvPr>
            <p:cNvSpPr/>
            <p:nvPr/>
          </p:nvSpPr>
          <p:spPr>
            <a:xfrm>
              <a:off x="8782702" y="-14080520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84" name="Прямоугольник: скругленные углы 183">
              <a:extLst>
                <a:ext uri="{FF2B5EF4-FFF2-40B4-BE49-F238E27FC236}">
                  <a16:creationId xmlns:a16="http://schemas.microsoft.com/office/drawing/2014/main" id="{A90AEC09-CE2C-6950-9739-73DD69AE5839}"/>
                </a:ext>
              </a:extLst>
            </p:cNvPr>
            <p:cNvSpPr/>
            <p:nvPr/>
          </p:nvSpPr>
          <p:spPr>
            <a:xfrm>
              <a:off x="8782702" y="-18770969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85" name="Прямоугольник: скругленные углы 184">
              <a:extLst>
                <a:ext uri="{FF2B5EF4-FFF2-40B4-BE49-F238E27FC236}">
                  <a16:creationId xmlns:a16="http://schemas.microsoft.com/office/drawing/2014/main" id="{39A51880-7F84-E105-B71C-D7AE1C06AD43}"/>
                </a:ext>
              </a:extLst>
            </p:cNvPr>
            <p:cNvSpPr/>
            <p:nvPr/>
          </p:nvSpPr>
          <p:spPr>
            <a:xfrm>
              <a:off x="8782702" y="9354009"/>
              <a:ext cx="2340000" cy="4500000"/>
            </a:xfrm>
            <a:prstGeom prst="round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Группа 185">
            <a:extLst>
              <a:ext uri="{FF2B5EF4-FFF2-40B4-BE49-F238E27FC236}">
                <a16:creationId xmlns:a16="http://schemas.microsoft.com/office/drawing/2014/main" id="{77A4086F-AFA4-F176-F05A-F15AB5B15711}"/>
              </a:ext>
            </a:extLst>
          </p:cNvPr>
          <p:cNvGrpSpPr/>
          <p:nvPr/>
        </p:nvGrpSpPr>
        <p:grpSpPr>
          <a:xfrm>
            <a:off x="11353837" y="-46014022"/>
            <a:ext cx="2340000" cy="32633836"/>
            <a:chOff x="11353837" y="-19885705"/>
            <a:chExt cx="2340000" cy="32633836"/>
          </a:xfrm>
        </p:grpSpPr>
        <p:sp>
          <p:nvSpPr>
            <p:cNvPr id="187" name="Прямоугольник: скругленные углы 186">
              <a:extLst>
                <a:ext uri="{FF2B5EF4-FFF2-40B4-BE49-F238E27FC236}">
                  <a16:creationId xmlns:a16="http://schemas.microsoft.com/office/drawing/2014/main" id="{A7392C7C-3CC9-ACFE-8833-758A86D40EEA}"/>
                </a:ext>
              </a:extLst>
            </p:cNvPr>
            <p:cNvSpPr/>
            <p:nvPr/>
          </p:nvSpPr>
          <p:spPr>
            <a:xfrm>
              <a:off x="11353837" y="8248131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88" name="Прямоугольник: скругленные углы 187">
              <a:extLst>
                <a:ext uri="{FF2B5EF4-FFF2-40B4-BE49-F238E27FC236}">
                  <a16:creationId xmlns:a16="http://schemas.microsoft.com/office/drawing/2014/main" id="{FA84EADB-6D5D-B730-6ABB-0B336441E90F}"/>
                </a:ext>
              </a:extLst>
            </p:cNvPr>
            <p:cNvSpPr/>
            <p:nvPr/>
          </p:nvSpPr>
          <p:spPr>
            <a:xfrm>
              <a:off x="11353837" y="3557682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Прямоугольник: скругленные углы 188">
              <a:extLst>
                <a:ext uri="{FF2B5EF4-FFF2-40B4-BE49-F238E27FC236}">
                  <a16:creationId xmlns:a16="http://schemas.microsoft.com/office/drawing/2014/main" id="{CD2D5C05-A8A0-9F2E-7598-BF88799F6D68}"/>
                </a:ext>
              </a:extLst>
            </p:cNvPr>
            <p:cNvSpPr/>
            <p:nvPr/>
          </p:nvSpPr>
          <p:spPr>
            <a:xfrm>
              <a:off x="11353837" y="-1132767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90" name="Прямоугольник: скругленные углы 189">
              <a:extLst>
                <a:ext uri="{FF2B5EF4-FFF2-40B4-BE49-F238E27FC236}">
                  <a16:creationId xmlns:a16="http://schemas.microsoft.com/office/drawing/2014/main" id="{2471AFD9-1FF3-CB3F-7F44-ADB6BB78B58A}"/>
                </a:ext>
              </a:extLst>
            </p:cNvPr>
            <p:cNvSpPr/>
            <p:nvPr/>
          </p:nvSpPr>
          <p:spPr>
            <a:xfrm>
              <a:off x="11353837" y="-581435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91" name="Прямоугольник: скругленные углы 190">
              <a:extLst>
                <a:ext uri="{FF2B5EF4-FFF2-40B4-BE49-F238E27FC236}">
                  <a16:creationId xmlns:a16="http://schemas.microsoft.com/office/drawing/2014/main" id="{E111C81E-007B-03AC-A875-5931EE8312D1}"/>
                </a:ext>
              </a:extLst>
            </p:cNvPr>
            <p:cNvSpPr/>
            <p:nvPr/>
          </p:nvSpPr>
          <p:spPr>
            <a:xfrm>
              <a:off x="11353837" y="-10504807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92" name="Прямоугольник: скругленные углы 191">
              <a:extLst>
                <a:ext uri="{FF2B5EF4-FFF2-40B4-BE49-F238E27FC236}">
                  <a16:creationId xmlns:a16="http://schemas.microsoft.com/office/drawing/2014/main" id="{29FF180A-E598-9154-429A-D9891A3A5FB5}"/>
                </a:ext>
              </a:extLst>
            </p:cNvPr>
            <p:cNvSpPr/>
            <p:nvPr/>
          </p:nvSpPr>
          <p:spPr>
            <a:xfrm>
              <a:off x="11353837" y="-15195256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93" name="Прямоугольник: скругленные углы 192">
              <a:extLst>
                <a:ext uri="{FF2B5EF4-FFF2-40B4-BE49-F238E27FC236}">
                  <a16:creationId xmlns:a16="http://schemas.microsoft.com/office/drawing/2014/main" id="{E070ABC4-D192-CF2F-AE4C-7EC7AA14B2E9}"/>
                </a:ext>
              </a:extLst>
            </p:cNvPr>
            <p:cNvSpPr/>
            <p:nvPr/>
          </p:nvSpPr>
          <p:spPr>
            <a:xfrm>
              <a:off x="11353837" y="-19885705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4" name="Группа 193">
            <a:extLst>
              <a:ext uri="{FF2B5EF4-FFF2-40B4-BE49-F238E27FC236}">
                <a16:creationId xmlns:a16="http://schemas.microsoft.com/office/drawing/2014/main" id="{698225B4-FD2E-470F-2581-E94F95085F78}"/>
              </a:ext>
            </a:extLst>
          </p:cNvPr>
          <p:cNvGrpSpPr/>
          <p:nvPr/>
        </p:nvGrpSpPr>
        <p:grpSpPr>
          <a:xfrm>
            <a:off x="-1501838" y="-44849334"/>
            <a:ext cx="2340000" cy="32616120"/>
            <a:chOff x="-1501838" y="-8238213"/>
            <a:chExt cx="2340000" cy="32616120"/>
          </a:xfrm>
        </p:grpSpPr>
        <p:sp>
          <p:nvSpPr>
            <p:cNvPr id="195" name="Прямоугольник: скругленные углы 194">
              <a:extLst>
                <a:ext uri="{FF2B5EF4-FFF2-40B4-BE49-F238E27FC236}">
                  <a16:creationId xmlns:a16="http://schemas.microsoft.com/office/drawing/2014/main" id="{9011EF20-3C6D-F309-7337-4BAA0CE98225}"/>
                </a:ext>
              </a:extLst>
            </p:cNvPr>
            <p:cNvSpPr/>
            <p:nvPr/>
          </p:nvSpPr>
          <p:spPr>
            <a:xfrm>
              <a:off x="-1501838" y="19877907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96" name="Прямоугольник: скругленные углы 195">
              <a:extLst>
                <a:ext uri="{FF2B5EF4-FFF2-40B4-BE49-F238E27FC236}">
                  <a16:creationId xmlns:a16="http://schemas.microsoft.com/office/drawing/2014/main" id="{8E62E3C5-6133-F19D-68A7-510E9E103C9B}"/>
                </a:ext>
              </a:extLst>
            </p:cNvPr>
            <p:cNvSpPr/>
            <p:nvPr/>
          </p:nvSpPr>
          <p:spPr>
            <a:xfrm>
              <a:off x="-1501838" y="15187458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97" name="Прямоугольник: скругленные углы 196">
              <a:extLst>
                <a:ext uri="{FF2B5EF4-FFF2-40B4-BE49-F238E27FC236}">
                  <a16:creationId xmlns:a16="http://schemas.microsoft.com/office/drawing/2014/main" id="{80561C5E-D487-6E05-E372-248B851DA1C7}"/>
                </a:ext>
              </a:extLst>
            </p:cNvPr>
            <p:cNvSpPr/>
            <p:nvPr/>
          </p:nvSpPr>
          <p:spPr>
            <a:xfrm>
              <a:off x="-1501838" y="10497009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98" name="Прямоугольник: скругленные углы 197">
              <a:extLst>
                <a:ext uri="{FF2B5EF4-FFF2-40B4-BE49-F238E27FC236}">
                  <a16:creationId xmlns:a16="http://schemas.microsoft.com/office/drawing/2014/main" id="{3CD6C508-917A-1AD6-6056-FB4859EA54BB}"/>
                </a:ext>
              </a:extLst>
            </p:cNvPr>
            <p:cNvSpPr/>
            <p:nvPr/>
          </p:nvSpPr>
          <p:spPr>
            <a:xfrm>
              <a:off x="-1501838" y="5815418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99" name="Прямоугольник: скругленные углы 198">
              <a:extLst>
                <a:ext uri="{FF2B5EF4-FFF2-40B4-BE49-F238E27FC236}">
                  <a16:creationId xmlns:a16="http://schemas.microsoft.com/office/drawing/2014/main" id="{A6A76354-1451-9341-7F0D-8D4EE083A90C}"/>
                </a:ext>
              </a:extLst>
            </p:cNvPr>
            <p:cNvSpPr/>
            <p:nvPr/>
          </p:nvSpPr>
          <p:spPr>
            <a:xfrm>
              <a:off x="-1501838" y="1133827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00" name="Прямоугольник: скругленные углы 199">
              <a:extLst>
                <a:ext uri="{FF2B5EF4-FFF2-40B4-BE49-F238E27FC236}">
                  <a16:creationId xmlns:a16="http://schemas.microsoft.com/office/drawing/2014/main" id="{7916B995-8434-DE6E-7DD1-2FE81813E1F5}"/>
                </a:ext>
              </a:extLst>
            </p:cNvPr>
            <p:cNvSpPr/>
            <p:nvPr/>
          </p:nvSpPr>
          <p:spPr>
            <a:xfrm>
              <a:off x="-1501838" y="-3547764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01" name="Прямоугольник: скругленные углы 200">
              <a:extLst>
                <a:ext uri="{FF2B5EF4-FFF2-40B4-BE49-F238E27FC236}">
                  <a16:creationId xmlns:a16="http://schemas.microsoft.com/office/drawing/2014/main" id="{3FA9971A-A83D-9551-9FF3-5F90D15DCD59}"/>
                </a:ext>
              </a:extLst>
            </p:cNvPr>
            <p:cNvSpPr/>
            <p:nvPr/>
          </p:nvSpPr>
          <p:spPr>
            <a:xfrm>
              <a:off x="-1501838" y="-8238213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2" name="Группа 201">
            <a:extLst>
              <a:ext uri="{FF2B5EF4-FFF2-40B4-BE49-F238E27FC236}">
                <a16:creationId xmlns:a16="http://schemas.microsoft.com/office/drawing/2014/main" id="{8694F45C-3AE2-7A06-2419-AE333534FFD0}"/>
              </a:ext>
            </a:extLst>
          </p:cNvPr>
          <p:cNvGrpSpPr/>
          <p:nvPr/>
        </p:nvGrpSpPr>
        <p:grpSpPr>
          <a:xfrm>
            <a:off x="3640432" y="-35785510"/>
            <a:ext cx="2340000" cy="32624978"/>
            <a:chOff x="3640432" y="-9390071"/>
            <a:chExt cx="2340000" cy="32624978"/>
          </a:xfrm>
        </p:grpSpPr>
        <p:sp>
          <p:nvSpPr>
            <p:cNvPr id="203" name="Прямоугольник: скругленные углы 202">
              <a:extLst>
                <a:ext uri="{FF2B5EF4-FFF2-40B4-BE49-F238E27FC236}">
                  <a16:creationId xmlns:a16="http://schemas.microsoft.com/office/drawing/2014/main" id="{F96ABB6D-15D7-57B6-EE21-A8B2D2C3E9C4}"/>
                </a:ext>
              </a:extLst>
            </p:cNvPr>
            <p:cNvSpPr/>
            <p:nvPr/>
          </p:nvSpPr>
          <p:spPr>
            <a:xfrm>
              <a:off x="3640432" y="18734907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204" name="Прямоугольник: скругленные углы 203">
              <a:extLst>
                <a:ext uri="{FF2B5EF4-FFF2-40B4-BE49-F238E27FC236}">
                  <a16:creationId xmlns:a16="http://schemas.microsoft.com/office/drawing/2014/main" id="{CC340A70-7774-B2E2-79CA-F1584E8416B2}"/>
                </a:ext>
              </a:extLst>
            </p:cNvPr>
            <p:cNvSpPr/>
            <p:nvPr/>
          </p:nvSpPr>
          <p:spPr>
            <a:xfrm>
              <a:off x="3640432" y="14044458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05" name="Прямоугольник: скругленные углы 204">
              <a:extLst>
                <a:ext uri="{FF2B5EF4-FFF2-40B4-BE49-F238E27FC236}">
                  <a16:creationId xmlns:a16="http://schemas.microsoft.com/office/drawing/2014/main" id="{16B8137B-FC77-1699-B9CB-5E5744D14610}"/>
                </a:ext>
              </a:extLst>
            </p:cNvPr>
            <p:cNvSpPr/>
            <p:nvPr/>
          </p:nvSpPr>
          <p:spPr>
            <a:xfrm>
              <a:off x="3640432" y="9354009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06" name="Прямоугольник: скругленные углы 205">
              <a:extLst>
                <a:ext uri="{FF2B5EF4-FFF2-40B4-BE49-F238E27FC236}">
                  <a16:creationId xmlns:a16="http://schemas.microsoft.com/office/drawing/2014/main" id="{4ABF0ACA-2AD2-55AB-0E00-54ED223A7A53}"/>
                </a:ext>
              </a:extLst>
            </p:cNvPr>
            <p:cNvSpPr/>
            <p:nvPr/>
          </p:nvSpPr>
          <p:spPr>
            <a:xfrm>
              <a:off x="3640432" y="4672418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07" name="Прямоугольник: скругленные углы 206">
              <a:extLst>
                <a:ext uri="{FF2B5EF4-FFF2-40B4-BE49-F238E27FC236}">
                  <a16:creationId xmlns:a16="http://schemas.microsoft.com/office/drawing/2014/main" id="{73BAE7D1-D0E9-A858-8055-286EA813AF53}"/>
                </a:ext>
              </a:extLst>
            </p:cNvPr>
            <p:cNvSpPr/>
            <p:nvPr/>
          </p:nvSpPr>
          <p:spPr>
            <a:xfrm>
              <a:off x="3640432" y="-18031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208" name="Прямоугольник: скругленные углы 207">
              <a:extLst>
                <a:ext uri="{FF2B5EF4-FFF2-40B4-BE49-F238E27FC236}">
                  <a16:creationId xmlns:a16="http://schemas.microsoft.com/office/drawing/2014/main" id="{3F560210-5394-12DB-259D-31CFFD4DE681}"/>
                </a:ext>
              </a:extLst>
            </p:cNvPr>
            <p:cNvSpPr/>
            <p:nvPr/>
          </p:nvSpPr>
          <p:spPr>
            <a:xfrm>
              <a:off x="3640432" y="-4708480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09" name="Прямоугольник: скругленные углы 208">
              <a:extLst>
                <a:ext uri="{FF2B5EF4-FFF2-40B4-BE49-F238E27FC236}">
                  <a16:creationId xmlns:a16="http://schemas.microsoft.com/office/drawing/2014/main" id="{614ECC63-8A9C-26BF-B83F-F1E87970E854}"/>
                </a:ext>
              </a:extLst>
            </p:cNvPr>
            <p:cNvSpPr/>
            <p:nvPr/>
          </p:nvSpPr>
          <p:spPr>
            <a:xfrm>
              <a:off x="3640432" y="-9390071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801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A9508C9-D34F-8310-7C95-32B0FB7E9D81}"/>
              </a:ext>
            </a:extLst>
          </p:cNvPr>
          <p:cNvGrpSpPr/>
          <p:nvPr/>
        </p:nvGrpSpPr>
        <p:grpSpPr>
          <a:xfrm>
            <a:off x="304800" y="32550100"/>
            <a:ext cx="11582400" cy="6096000"/>
            <a:chOff x="304800" y="556969"/>
            <a:chExt cx="11582400" cy="6096000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6F168530-89D3-2084-BA23-3B382A4CA766}"/>
                </a:ext>
              </a:extLst>
            </p:cNvPr>
            <p:cNvSpPr/>
            <p:nvPr/>
          </p:nvSpPr>
          <p:spPr>
            <a:xfrm>
              <a:off x="304800" y="556969"/>
              <a:ext cx="11582400" cy="6096000"/>
            </a:xfrm>
            <a:prstGeom prst="round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					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0C70D54A-3518-C6B2-4F24-FD9F2F832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0482" y="730389"/>
              <a:ext cx="11312333" cy="5698064"/>
            </a:xfrm>
            <a:prstGeom prst="roundRect">
              <a:avLst/>
            </a:prstGeom>
          </p:spPr>
        </p:pic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EAE4B459-C1BA-511E-A4B5-77623AEF8197}"/>
              </a:ext>
            </a:extLst>
          </p:cNvPr>
          <p:cNvGrpSpPr/>
          <p:nvPr/>
        </p:nvGrpSpPr>
        <p:grpSpPr>
          <a:xfrm>
            <a:off x="6211567" y="-17336321"/>
            <a:ext cx="2340000" cy="27943387"/>
            <a:chOff x="6211567" y="-6606620"/>
            <a:chExt cx="2340000" cy="27943387"/>
          </a:xfrm>
        </p:grpSpPr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F3CBAE5D-FB9A-9795-D50D-1DCA44A2AC3E}"/>
                </a:ext>
              </a:extLst>
            </p:cNvPr>
            <p:cNvSpPr/>
            <p:nvPr/>
          </p:nvSpPr>
          <p:spPr>
            <a:xfrm>
              <a:off x="6211567" y="-6606620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E184E39C-6824-2CDF-8505-0FEEF391E332}"/>
                </a:ext>
              </a:extLst>
            </p:cNvPr>
            <p:cNvSpPr/>
            <p:nvPr/>
          </p:nvSpPr>
          <p:spPr>
            <a:xfrm>
              <a:off x="6211567" y="16836767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87D08F4A-57E0-2380-E03A-BDBA4DFFC95B}"/>
                </a:ext>
              </a:extLst>
            </p:cNvPr>
            <p:cNvSpPr/>
            <p:nvPr/>
          </p:nvSpPr>
          <p:spPr>
            <a:xfrm>
              <a:off x="6211567" y="12146318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1" name="Прямоугольник: скругленные углы 10">
              <a:extLst>
                <a:ext uri="{FF2B5EF4-FFF2-40B4-BE49-F238E27FC236}">
                  <a16:creationId xmlns:a16="http://schemas.microsoft.com/office/drawing/2014/main" id="{73BE5496-F93F-E22A-3E9A-27964AC453E5}"/>
                </a:ext>
              </a:extLst>
            </p:cNvPr>
            <p:cNvSpPr/>
            <p:nvPr/>
          </p:nvSpPr>
          <p:spPr>
            <a:xfrm>
              <a:off x="6211567" y="7464727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FB688F93-7832-6BE7-E093-72E69D796156}"/>
                </a:ext>
              </a:extLst>
            </p:cNvPr>
            <p:cNvSpPr/>
            <p:nvPr/>
          </p:nvSpPr>
          <p:spPr>
            <a:xfrm>
              <a:off x="6211567" y="2774278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9FA1A247-6AB5-3C89-1E54-1738B11835A5}"/>
                </a:ext>
              </a:extLst>
            </p:cNvPr>
            <p:cNvSpPr/>
            <p:nvPr/>
          </p:nvSpPr>
          <p:spPr>
            <a:xfrm>
              <a:off x="6211567" y="-1916171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C9858474-1879-0F0C-5C53-8A6B3F2F40A1}"/>
              </a:ext>
            </a:extLst>
          </p:cNvPr>
          <p:cNvGrpSpPr/>
          <p:nvPr/>
        </p:nvGrpSpPr>
        <p:grpSpPr>
          <a:xfrm>
            <a:off x="1069297" y="-1349634"/>
            <a:ext cx="2340000" cy="32642434"/>
            <a:chOff x="1069297" y="-16933229"/>
            <a:chExt cx="2340000" cy="32642434"/>
          </a:xfrm>
        </p:grpSpPr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1D2814EC-3E96-D764-EC78-390EAC003555}"/>
                </a:ext>
              </a:extLst>
            </p:cNvPr>
            <p:cNvSpPr/>
            <p:nvPr/>
          </p:nvSpPr>
          <p:spPr>
            <a:xfrm>
              <a:off x="1069297" y="6514587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изайн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016C178F-2EA6-7F1E-58A0-FA9B8AF0B73E}"/>
                </a:ext>
              </a:extLst>
            </p:cNvPr>
            <p:cNvSpPr/>
            <p:nvPr/>
          </p:nvSpPr>
          <p:spPr>
            <a:xfrm>
              <a:off x="1069297" y="182413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</a:t>
              </a:r>
              <a:r>
                <a:rPr lang="fr-FR" sz="2000" dirty="0">
                  <a:ln w="0"/>
                  <a:solidFill>
                    <a:schemeClr val="tx1"/>
                  </a:solidFill>
                  <a:latin typeface="Arial Black" panose="020B0A04020102020204" pitchFamily="34" charset="0"/>
                </a:rPr>
                <a:t>Application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17" name="Прямоугольник: скругленные углы 16">
              <a:extLst>
                <a:ext uri="{FF2B5EF4-FFF2-40B4-BE49-F238E27FC236}">
                  <a16:creationId xmlns:a16="http://schemas.microsoft.com/office/drawing/2014/main" id="{97BD2509-E720-1D1C-8C61-9B5D5F63F7EE}"/>
                </a:ext>
              </a:extLst>
            </p:cNvPr>
            <p:cNvSpPr/>
            <p:nvPr/>
          </p:nvSpPr>
          <p:spPr>
            <a:xfrm>
              <a:off x="1069297" y="-2866311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C29F31EE-1BF9-1540-8CF1-FD9BB681437C}"/>
                </a:ext>
              </a:extLst>
            </p:cNvPr>
            <p:cNvSpPr/>
            <p:nvPr/>
          </p:nvSpPr>
          <p:spPr>
            <a:xfrm>
              <a:off x="1069297" y="-12242780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19" name="Прямоугольник: скругленные углы 18">
              <a:extLst>
                <a:ext uri="{FF2B5EF4-FFF2-40B4-BE49-F238E27FC236}">
                  <a16:creationId xmlns:a16="http://schemas.microsoft.com/office/drawing/2014/main" id="{46008448-2C0B-6AF2-A086-28E735D4ECDB}"/>
                </a:ext>
              </a:extLst>
            </p:cNvPr>
            <p:cNvSpPr/>
            <p:nvPr/>
          </p:nvSpPr>
          <p:spPr>
            <a:xfrm>
              <a:off x="1069297" y="-16933229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0" name="Прямоугольник: скругленные углы 19">
              <a:extLst>
                <a:ext uri="{FF2B5EF4-FFF2-40B4-BE49-F238E27FC236}">
                  <a16:creationId xmlns:a16="http://schemas.microsoft.com/office/drawing/2014/main" id="{BC627B9B-0644-0D01-06DC-33B36D1AAF36}"/>
                </a:ext>
              </a:extLst>
            </p:cNvPr>
            <p:cNvSpPr/>
            <p:nvPr/>
          </p:nvSpPr>
          <p:spPr>
            <a:xfrm>
              <a:off x="1069297" y="-7552331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D1CB1120-E305-BE5E-CB4E-E49141E7DD89}"/>
                </a:ext>
              </a:extLst>
            </p:cNvPr>
            <p:cNvSpPr/>
            <p:nvPr/>
          </p:nvSpPr>
          <p:spPr>
            <a:xfrm>
              <a:off x="1069297" y="11209205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938CD514-2337-2A27-25FB-63316297258A}"/>
              </a:ext>
            </a:extLst>
          </p:cNvPr>
          <p:cNvGrpSpPr/>
          <p:nvPr/>
        </p:nvGrpSpPr>
        <p:grpSpPr>
          <a:xfrm>
            <a:off x="8782702" y="-25809069"/>
            <a:ext cx="2340000" cy="32624978"/>
            <a:chOff x="8782702" y="-18770969"/>
            <a:chExt cx="2340000" cy="32624978"/>
          </a:xfrm>
        </p:grpSpPr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63414E60-06E5-7BA0-4F1F-A9CC1DFF6E9F}"/>
                </a:ext>
              </a:extLst>
            </p:cNvPr>
            <p:cNvSpPr/>
            <p:nvPr/>
          </p:nvSpPr>
          <p:spPr>
            <a:xfrm>
              <a:off x="8782702" y="4672418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05BC55AF-1649-B2FB-11DB-75B17A161913}"/>
                </a:ext>
              </a:extLst>
            </p:cNvPr>
            <p:cNvSpPr/>
            <p:nvPr/>
          </p:nvSpPr>
          <p:spPr>
            <a:xfrm>
              <a:off x="8782702" y="-18031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DD8ADE63-9165-D10C-63C0-5080A40B16AB}"/>
                </a:ext>
              </a:extLst>
            </p:cNvPr>
            <p:cNvSpPr/>
            <p:nvPr/>
          </p:nvSpPr>
          <p:spPr>
            <a:xfrm>
              <a:off x="8782702" y="-4708480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26" name="Прямоугольник: скругленные углы 25">
              <a:extLst>
                <a:ext uri="{FF2B5EF4-FFF2-40B4-BE49-F238E27FC236}">
                  <a16:creationId xmlns:a16="http://schemas.microsoft.com/office/drawing/2014/main" id="{FB2D10C1-A4D7-5983-92A5-151D8F376302}"/>
                </a:ext>
              </a:extLst>
            </p:cNvPr>
            <p:cNvSpPr/>
            <p:nvPr/>
          </p:nvSpPr>
          <p:spPr>
            <a:xfrm>
              <a:off x="8782702" y="-9390071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B46CC086-6E69-9F88-7C41-C829EC2B612C}"/>
                </a:ext>
              </a:extLst>
            </p:cNvPr>
            <p:cNvSpPr/>
            <p:nvPr/>
          </p:nvSpPr>
          <p:spPr>
            <a:xfrm>
              <a:off x="8782702" y="-14080520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28" name="Прямоугольник: скругленные углы 27">
              <a:extLst>
                <a:ext uri="{FF2B5EF4-FFF2-40B4-BE49-F238E27FC236}">
                  <a16:creationId xmlns:a16="http://schemas.microsoft.com/office/drawing/2014/main" id="{3943822C-7B04-623C-9F12-AAB42E674437}"/>
                </a:ext>
              </a:extLst>
            </p:cNvPr>
            <p:cNvSpPr/>
            <p:nvPr/>
          </p:nvSpPr>
          <p:spPr>
            <a:xfrm>
              <a:off x="8782702" y="-18770969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9" name="Прямоугольник: скругленные углы 28">
              <a:extLst>
                <a:ext uri="{FF2B5EF4-FFF2-40B4-BE49-F238E27FC236}">
                  <a16:creationId xmlns:a16="http://schemas.microsoft.com/office/drawing/2014/main" id="{C94EDF22-7804-309A-BB3D-52346390B36D}"/>
                </a:ext>
              </a:extLst>
            </p:cNvPr>
            <p:cNvSpPr/>
            <p:nvPr/>
          </p:nvSpPr>
          <p:spPr>
            <a:xfrm>
              <a:off x="8782702" y="9354009"/>
              <a:ext cx="2340000" cy="4500000"/>
            </a:xfrm>
            <a:prstGeom prst="round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6208287D-B583-6267-D895-A47928D25E6F}"/>
              </a:ext>
            </a:extLst>
          </p:cNvPr>
          <p:cNvGrpSpPr/>
          <p:nvPr/>
        </p:nvGrpSpPr>
        <p:grpSpPr>
          <a:xfrm>
            <a:off x="11353837" y="-14001009"/>
            <a:ext cx="2340000" cy="32633836"/>
            <a:chOff x="11353837" y="-19885705"/>
            <a:chExt cx="2340000" cy="32633836"/>
          </a:xfrm>
        </p:grpSpPr>
        <p:sp>
          <p:nvSpPr>
            <p:cNvPr id="31" name="Прямоугольник: скругленные углы 30">
              <a:extLst>
                <a:ext uri="{FF2B5EF4-FFF2-40B4-BE49-F238E27FC236}">
                  <a16:creationId xmlns:a16="http://schemas.microsoft.com/office/drawing/2014/main" id="{6F376687-9F3C-50A6-DAE0-6BD4262791FD}"/>
                </a:ext>
              </a:extLst>
            </p:cNvPr>
            <p:cNvSpPr/>
            <p:nvPr/>
          </p:nvSpPr>
          <p:spPr>
            <a:xfrm>
              <a:off x="11353837" y="8248131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32" name="Прямоугольник: скругленные углы 31">
              <a:extLst>
                <a:ext uri="{FF2B5EF4-FFF2-40B4-BE49-F238E27FC236}">
                  <a16:creationId xmlns:a16="http://schemas.microsoft.com/office/drawing/2014/main" id="{4F3D4B59-E1F8-2D1F-12FB-33078E360A96}"/>
                </a:ext>
              </a:extLst>
            </p:cNvPr>
            <p:cNvSpPr/>
            <p:nvPr/>
          </p:nvSpPr>
          <p:spPr>
            <a:xfrm>
              <a:off x="11353837" y="3557682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BC673BCD-AED1-C8DB-9631-5C151B5F8106}"/>
                </a:ext>
              </a:extLst>
            </p:cNvPr>
            <p:cNvSpPr/>
            <p:nvPr/>
          </p:nvSpPr>
          <p:spPr>
            <a:xfrm>
              <a:off x="11353837" y="-1132767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34" name="Прямоугольник: скругленные углы 33">
              <a:extLst>
                <a:ext uri="{FF2B5EF4-FFF2-40B4-BE49-F238E27FC236}">
                  <a16:creationId xmlns:a16="http://schemas.microsoft.com/office/drawing/2014/main" id="{8EEF8A99-77B0-7C23-9A43-17F01F6A359F}"/>
                </a:ext>
              </a:extLst>
            </p:cNvPr>
            <p:cNvSpPr/>
            <p:nvPr/>
          </p:nvSpPr>
          <p:spPr>
            <a:xfrm>
              <a:off x="11353837" y="-581435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35" name="Прямоугольник: скругленные углы 34">
              <a:extLst>
                <a:ext uri="{FF2B5EF4-FFF2-40B4-BE49-F238E27FC236}">
                  <a16:creationId xmlns:a16="http://schemas.microsoft.com/office/drawing/2014/main" id="{191B58A6-5975-33F1-509D-789E36445FD7}"/>
                </a:ext>
              </a:extLst>
            </p:cNvPr>
            <p:cNvSpPr/>
            <p:nvPr/>
          </p:nvSpPr>
          <p:spPr>
            <a:xfrm>
              <a:off x="11353837" y="-10504807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011BEA27-D330-07F7-47EA-426EBF12B55F}"/>
                </a:ext>
              </a:extLst>
            </p:cNvPr>
            <p:cNvSpPr/>
            <p:nvPr/>
          </p:nvSpPr>
          <p:spPr>
            <a:xfrm>
              <a:off x="11353837" y="-15195256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37" name="Прямоугольник: скругленные углы 36">
              <a:extLst>
                <a:ext uri="{FF2B5EF4-FFF2-40B4-BE49-F238E27FC236}">
                  <a16:creationId xmlns:a16="http://schemas.microsoft.com/office/drawing/2014/main" id="{AFC2594D-E4E1-25C3-5657-A0D937DCEE10}"/>
                </a:ext>
              </a:extLst>
            </p:cNvPr>
            <p:cNvSpPr/>
            <p:nvPr/>
          </p:nvSpPr>
          <p:spPr>
            <a:xfrm>
              <a:off x="11353837" y="-19885705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B34E7E43-0458-6F26-943B-3E2099D2B0B8}"/>
              </a:ext>
            </a:extLst>
          </p:cNvPr>
          <p:cNvGrpSpPr/>
          <p:nvPr/>
        </p:nvGrpSpPr>
        <p:grpSpPr>
          <a:xfrm>
            <a:off x="-1501838" y="-8267938"/>
            <a:ext cx="2340000" cy="32616120"/>
            <a:chOff x="-1501838" y="-8238213"/>
            <a:chExt cx="2340000" cy="32616120"/>
          </a:xfrm>
        </p:grpSpPr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AE752AB5-5C09-E21D-C9F4-366C99CB2EEE}"/>
                </a:ext>
              </a:extLst>
            </p:cNvPr>
            <p:cNvSpPr/>
            <p:nvPr/>
          </p:nvSpPr>
          <p:spPr>
            <a:xfrm>
              <a:off x="-1501838" y="19877907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40" name="Прямоугольник: скругленные углы 39">
              <a:extLst>
                <a:ext uri="{FF2B5EF4-FFF2-40B4-BE49-F238E27FC236}">
                  <a16:creationId xmlns:a16="http://schemas.microsoft.com/office/drawing/2014/main" id="{1B719D87-33B8-5F75-9EE4-5CBB1A587EB0}"/>
                </a:ext>
              </a:extLst>
            </p:cNvPr>
            <p:cNvSpPr/>
            <p:nvPr/>
          </p:nvSpPr>
          <p:spPr>
            <a:xfrm>
              <a:off x="-1501838" y="15187458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41" name="Прямоугольник: скругленные углы 40">
              <a:extLst>
                <a:ext uri="{FF2B5EF4-FFF2-40B4-BE49-F238E27FC236}">
                  <a16:creationId xmlns:a16="http://schemas.microsoft.com/office/drawing/2014/main" id="{8016E426-9B6C-F1CE-41BF-A3351CD139E6}"/>
                </a:ext>
              </a:extLst>
            </p:cNvPr>
            <p:cNvSpPr/>
            <p:nvPr/>
          </p:nvSpPr>
          <p:spPr>
            <a:xfrm>
              <a:off x="-1501838" y="10497009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42" name="Прямоугольник: скругленные углы 41">
              <a:extLst>
                <a:ext uri="{FF2B5EF4-FFF2-40B4-BE49-F238E27FC236}">
                  <a16:creationId xmlns:a16="http://schemas.microsoft.com/office/drawing/2014/main" id="{50923869-F9E6-38E5-3C33-DEC32D685643}"/>
                </a:ext>
              </a:extLst>
            </p:cNvPr>
            <p:cNvSpPr/>
            <p:nvPr/>
          </p:nvSpPr>
          <p:spPr>
            <a:xfrm>
              <a:off x="-1501838" y="5815418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43" name="Прямоугольник: скругленные углы 42">
              <a:extLst>
                <a:ext uri="{FF2B5EF4-FFF2-40B4-BE49-F238E27FC236}">
                  <a16:creationId xmlns:a16="http://schemas.microsoft.com/office/drawing/2014/main" id="{D781C7DD-DFF8-00DA-970C-8F3289BDBD2E}"/>
                </a:ext>
              </a:extLst>
            </p:cNvPr>
            <p:cNvSpPr/>
            <p:nvPr/>
          </p:nvSpPr>
          <p:spPr>
            <a:xfrm>
              <a:off x="-1501838" y="1133827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44" name="Прямоугольник: скругленные углы 43">
              <a:extLst>
                <a:ext uri="{FF2B5EF4-FFF2-40B4-BE49-F238E27FC236}">
                  <a16:creationId xmlns:a16="http://schemas.microsoft.com/office/drawing/2014/main" id="{48625A78-6C98-6BD6-3C48-206636A28757}"/>
                </a:ext>
              </a:extLst>
            </p:cNvPr>
            <p:cNvSpPr/>
            <p:nvPr/>
          </p:nvSpPr>
          <p:spPr>
            <a:xfrm>
              <a:off x="-1501838" y="-3547764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45" name="Прямоугольник: скругленные углы 44">
              <a:extLst>
                <a:ext uri="{FF2B5EF4-FFF2-40B4-BE49-F238E27FC236}">
                  <a16:creationId xmlns:a16="http://schemas.microsoft.com/office/drawing/2014/main" id="{85A141BD-3458-E59D-1F74-44CC14976818}"/>
                </a:ext>
              </a:extLst>
            </p:cNvPr>
            <p:cNvSpPr/>
            <p:nvPr/>
          </p:nvSpPr>
          <p:spPr>
            <a:xfrm>
              <a:off x="-1501838" y="-8238213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D25220C4-36F8-7AD1-1C89-481247D17235}"/>
              </a:ext>
            </a:extLst>
          </p:cNvPr>
          <p:cNvGrpSpPr/>
          <p:nvPr/>
        </p:nvGrpSpPr>
        <p:grpSpPr>
          <a:xfrm>
            <a:off x="3640432" y="-3772497"/>
            <a:ext cx="2340000" cy="32624978"/>
            <a:chOff x="3640432" y="-9390071"/>
            <a:chExt cx="2340000" cy="32624978"/>
          </a:xfrm>
        </p:grpSpPr>
        <p:sp>
          <p:nvSpPr>
            <p:cNvPr id="47" name="Прямоугольник: скругленные углы 46">
              <a:extLst>
                <a:ext uri="{FF2B5EF4-FFF2-40B4-BE49-F238E27FC236}">
                  <a16:creationId xmlns:a16="http://schemas.microsoft.com/office/drawing/2014/main" id="{37D39C3A-9527-E0C2-F15F-800CE8018D7C}"/>
                </a:ext>
              </a:extLst>
            </p:cNvPr>
            <p:cNvSpPr/>
            <p:nvPr/>
          </p:nvSpPr>
          <p:spPr>
            <a:xfrm>
              <a:off x="3640432" y="18734907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48" name="Прямоугольник: скругленные углы 47">
              <a:extLst>
                <a:ext uri="{FF2B5EF4-FFF2-40B4-BE49-F238E27FC236}">
                  <a16:creationId xmlns:a16="http://schemas.microsoft.com/office/drawing/2014/main" id="{F8D9C8E7-3504-D16B-D0CA-C86E08C32B1A}"/>
                </a:ext>
              </a:extLst>
            </p:cNvPr>
            <p:cNvSpPr/>
            <p:nvPr/>
          </p:nvSpPr>
          <p:spPr>
            <a:xfrm>
              <a:off x="3640432" y="14044458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49" name="Прямоугольник: скругленные углы 48">
              <a:extLst>
                <a:ext uri="{FF2B5EF4-FFF2-40B4-BE49-F238E27FC236}">
                  <a16:creationId xmlns:a16="http://schemas.microsoft.com/office/drawing/2014/main" id="{91534177-2340-EF86-BE71-B697B60E6068}"/>
                </a:ext>
              </a:extLst>
            </p:cNvPr>
            <p:cNvSpPr/>
            <p:nvPr/>
          </p:nvSpPr>
          <p:spPr>
            <a:xfrm>
              <a:off x="3640432" y="9354009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0" name="Прямоугольник: скругленные углы 49">
              <a:extLst>
                <a:ext uri="{FF2B5EF4-FFF2-40B4-BE49-F238E27FC236}">
                  <a16:creationId xmlns:a16="http://schemas.microsoft.com/office/drawing/2014/main" id="{20BA5D3A-F976-CA3E-00F4-75A44A29096F}"/>
                </a:ext>
              </a:extLst>
            </p:cNvPr>
            <p:cNvSpPr/>
            <p:nvPr/>
          </p:nvSpPr>
          <p:spPr>
            <a:xfrm>
              <a:off x="3640432" y="4672418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1" name="Прямоугольник: скругленные углы 50">
              <a:extLst>
                <a:ext uri="{FF2B5EF4-FFF2-40B4-BE49-F238E27FC236}">
                  <a16:creationId xmlns:a16="http://schemas.microsoft.com/office/drawing/2014/main" id="{03C47E32-065F-8917-FC97-9F295B29929D}"/>
                </a:ext>
              </a:extLst>
            </p:cNvPr>
            <p:cNvSpPr/>
            <p:nvPr/>
          </p:nvSpPr>
          <p:spPr>
            <a:xfrm>
              <a:off x="3640432" y="-18031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52" name="Прямоугольник: скругленные углы 51">
              <a:extLst>
                <a:ext uri="{FF2B5EF4-FFF2-40B4-BE49-F238E27FC236}">
                  <a16:creationId xmlns:a16="http://schemas.microsoft.com/office/drawing/2014/main" id="{8861B912-3BD0-E45A-EC5F-5B6A6A593418}"/>
                </a:ext>
              </a:extLst>
            </p:cNvPr>
            <p:cNvSpPr/>
            <p:nvPr/>
          </p:nvSpPr>
          <p:spPr>
            <a:xfrm>
              <a:off x="3640432" y="-4708480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3" name="Прямоугольник: скругленные углы 52">
              <a:extLst>
                <a:ext uri="{FF2B5EF4-FFF2-40B4-BE49-F238E27FC236}">
                  <a16:creationId xmlns:a16="http://schemas.microsoft.com/office/drawing/2014/main" id="{AC0AC54D-B989-5B57-D954-2F676C9A0DB8}"/>
                </a:ext>
              </a:extLst>
            </p:cNvPr>
            <p:cNvSpPr/>
            <p:nvPr/>
          </p:nvSpPr>
          <p:spPr>
            <a:xfrm>
              <a:off x="3640432" y="-9390071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2716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83FA0-63E2-9B84-413D-9369B77A4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666542B9-9BB8-D0FF-DF07-A2DE38AD03C6}"/>
              </a:ext>
            </a:extLst>
          </p:cNvPr>
          <p:cNvGrpSpPr/>
          <p:nvPr/>
        </p:nvGrpSpPr>
        <p:grpSpPr>
          <a:xfrm>
            <a:off x="6211567" y="-7611657"/>
            <a:ext cx="2340000" cy="27943387"/>
            <a:chOff x="6211567" y="-6606620"/>
            <a:chExt cx="2340000" cy="27943387"/>
          </a:xfrm>
        </p:grpSpPr>
        <p:sp>
          <p:nvSpPr>
            <p:cNvPr id="45" name="Прямоугольник: скругленные углы 44">
              <a:extLst>
                <a:ext uri="{FF2B5EF4-FFF2-40B4-BE49-F238E27FC236}">
                  <a16:creationId xmlns:a16="http://schemas.microsoft.com/office/drawing/2014/main" id="{5FB50289-A95A-EC7B-10C9-392EA157BE88}"/>
                </a:ext>
              </a:extLst>
            </p:cNvPr>
            <p:cNvSpPr/>
            <p:nvPr/>
          </p:nvSpPr>
          <p:spPr>
            <a:xfrm>
              <a:off x="6211567" y="-6606620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46" name="Прямоугольник: скругленные углы 45">
              <a:extLst>
                <a:ext uri="{FF2B5EF4-FFF2-40B4-BE49-F238E27FC236}">
                  <a16:creationId xmlns:a16="http://schemas.microsoft.com/office/drawing/2014/main" id="{C0D926CD-06A1-B1F1-440F-BE93FA9D0D55}"/>
                </a:ext>
              </a:extLst>
            </p:cNvPr>
            <p:cNvSpPr/>
            <p:nvPr/>
          </p:nvSpPr>
          <p:spPr>
            <a:xfrm>
              <a:off x="6211567" y="16836767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47" name="Прямоугольник: скругленные углы 46">
              <a:extLst>
                <a:ext uri="{FF2B5EF4-FFF2-40B4-BE49-F238E27FC236}">
                  <a16:creationId xmlns:a16="http://schemas.microsoft.com/office/drawing/2014/main" id="{1C1C38D0-A681-5D9A-D6D3-6E88966144AC}"/>
                </a:ext>
              </a:extLst>
            </p:cNvPr>
            <p:cNvSpPr/>
            <p:nvPr/>
          </p:nvSpPr>
          <p:spPr>
            <a:xfrm>
              <a:off x="6211567" y="12146318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48" name="Прямоугольник: скругленные углы 47">
              <a:extLst>
                <a:ext uri="{FF2B5EF4-FFF2-40B4-BE49-F238E27FC236}">
                  <a16:creationId xmlns:a16="http://schemas.microsoft.com/office/drawing/2014/main" id="{A1C9C34D-E909-B7B1-6F62-08C886485108}"/>
                </a:ext>
              </a:extLst>
            </p:cNvPr>
            <p:cNvSpPr/>
            <p:nvPr/>
          </p:nvSpPr>
          <p:spPr>
            <a:xfrm>
              <a:off x="6211567" y="7464727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49" name="Прямоугольник: скругленные углы 48">
              <a:extLst>
                <a:ext uri="{FF2B5EF4-FFF2-40B4-BE49-F238E27FC236}">
                  <a16:creationId xmlns:a16="http://schemas.microsoft.com/office/drawing/2014/main" id="{9B6A4C98-8920-8CF8-56A7-87A9DD9FF216}"/>
                </a:ext>
              </a:extLst>
            </p:cNvPr>
            <p:cNvSpPr/>
            <p:nvPr/>
          </p:nvSpPr>
          <p:spPr>
            <a:xfrm>
              <a:off x="6211567" y="2774278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0" name="Прямоугольник: скругленные углы 49">
              <a:extLst>
                <a:ext uri="{FF2B5EF4-FFF2-40B4-BE49-F238E27FC236}">
                  <a16:creationId xmlns:a16="http://schemas.microsoft.com/office/drawing/2014/main" id="{F4F83DDB-8840-0184-5CE5-A7CDA76D3DBA}"/>
                </a:ext>
              </a:extLst>
            </p:cNvPr>
            <p:cNvSpPr/>
            <p:nvPr/>
          </p:nvSpPr>
          <p:spPr>
            <a:xfrm>
              <a:off x="6211567" y="-1916171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0D83C449-DCD8-36C1-9D18-44E0F9AB1D52}"/>
              </a:ext>
            </a:extLst>
          </p:cNvPr>
          <p:cNvGrpSpPr/>
          <p:nvPr/>
        </p:nvGrpSpPr>
        <p:grpSpPr>
          <a:xfrm>
            <a:off x="1069297" y="-4572154"/>
            <a:ext cx="2340000" cy="32642434"/>
            <a:chOff x="1069297" y="-16933229"/>
            <a:chExt cx="2340000" cy="32642434"/>
          </a:xfrm>
        </p:grpSpPr>
        <p:sp>
          <p:nvSpPr>
            <p:cNvPr id="52" name="Прямоугольник: скругленные углы 51">
              <a:extLst>
                <a:ext uri="{FF2B5EF4-FFF2-40B4-BE49-F238E27FC236}">
                  <a16:creationId xmlns:a16="http://schemas.microsoft.com/office/drawing/2014/main" id="{F547DEC9-3958-E0C1-6693-848A6412675B}"/>
                </a:ext>
              </a:extLst>
            </p:cNvPr>
            <p:cNvSpPr/>
            <p:nvPr/>
          </p:nvSpPr>
          <p:spPr>
            <a:xfrm>
              <a:off x="1069297" y="6514587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изайн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3" name="Прямоугольник: скругленные углы 52">
              <a:extLst>
                <a:ext uri="{FF2B5EF4-FFF2-40B4-BE49-F238E27FC236}">
                  <a16:creationId xmlns:a16="http://schemas.microsoft.com/office/drawing/2014/main" id="{C9CB6E94-FE97-4984-A6FC-32C203BF5ACE}"/>
                </a:ext>
              </a:extLst>
            </p:cNvPr>
            <p:cNvSpPr/>
            <p:nvPr/>
          </p:nvSpPr>
          <p:spPr>
            <a:xfrm>
              <a:off x="1069297" y="182413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</a:t>
              </a:r>
              <a:r>
                <a:rPr lang="fr-FR" sz="2000" dirty="0">
                  <a:ln w="0"/>
                  <a:solidFill>
                    <a:schemeClr val="tx1"/>
                  </a:solidFill>
                  <a:latin typeface="Arial Black" panose="020B0A04020102020204" pitchFamily="34" charset="0"/>
                </a:rPr>
                <a:t>Application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54" name="Прямоугольник: скругленные углы 53">
              <a:extLst>
                <a:ext uri="{FF2B5EF4-FFF2-40B4-BE49-F238E27FC236}">
                  <a16:creationId xmlns:a16="http://schemas.microsoft.com/office/drawing/2014/main" id="{A1C0C1CA-219A-18E8-6E04-17221175E6ED}"/>
                </a:ext>
              </a:extLst>
            </p:cNvPr>
            <p:cNvSpPr/>
            <p:nvPr/>
          </p:nvSpPr>
          <p:spPr>
            <a:xfrm>
              <a:off x="1069297" y="-2866311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55" name="Прямоугольник: скругленные углы 54">
              <a:extLst>
                <a:ext uri="{FF2B5EF4-FFF2-40B4-BE49-F238E27FC236}">
                  <a16:creationId xmlns:a16="http://schemas.microsoft.com/office/drawing/2014/main" id="{C94E5CCE-5E07-A0D0-C3D7-D5D5AB486255}"/>
                </a:ext>
              </a:extLst>
            </p:cNvPr>
            <p:cNvSpPr/>
            <p:nvPr/>
          </p:nvSpPr>
          <p:spPr>
            <a:xfrm>
              <a:off x="1069297" y="-12242780"/>
              <a:ext cx="2340000" cy="4500000"/>
            </a:xfrm>
            <a:prstGeom prst="round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6" name="Прямоугольник: скругленные углы 55">
              <a:extLst>
                <a:ext uri="{FF2B5EF4-FFF2-40B4-BE49-F238E27FC236}">
                  <a16:creationId xmlns:a16="http://schemas.microsoft.com/office/drawing/2014/main" id="{6D578B81-FA08-B8C1-5452-A8DE8AF141E4}"/>
                </a:ext>
              </a:extLst>
            </p:cNvPr>
            <p:cNvSpPr/>
            <p:nvPr/>
          </p:nvSpPr>
          <p:spPr>
            <a:xfrm>
              <a:off x="1069297" y="-16933229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7" name="Прямоугольник: скругленные углы 56">
              <a:extLst>
                <a:ext uri="{FF2B5EF4-FFF2-40B4-BE49-F238E27FC236}">
                  <a16:creationId xmlns:a16="http://schemas.microsoft.com/office/drawing/2014/main" id="{28C7A65B-F928-22A6-E15E-9A3897B26CEE}"/>
                </a:ext>
              </a:extLst>
            </p:cNvPr>
            <p:cNvSpPr/>
            <p:nvPr/>
          </p:nvSpPr>
          <p:spPr>
            <a:xfrm>
              <a:off x="1069297" y="-7552331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58" name="Прямоугольник: скругленные углы 57">
              <a:extLst>
                <a:ext uri="{FF2B5EF4-FFF2-40B4-BE49-F238E27FC236}">
                  <a16:creationId xmlns:a16="http://schemas.microsoft.com/office/drawing/2014/main" id="{278C3262-6635-33AC-447B-D70B5A60A119}"/>
                </a:ext>
              </a:extLst>
            </p:cNvPr>
            <p:cNvSpPr/>
            <p:nvPr/>
          </p:nvSpPr>
          <p:spPr>
            <a:xfrm>
              <a:off x="1069297" y="11209205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8903E3A9-2FDE-2B26-3C6C-EA897563EA5A}"/>
              </a:ext>
            </a:extLst>
          </p:cNvPr>
          <p:cNvGrpSpPr/>
          <p:nvPr/>
        </p:nvGrpSpPr>
        <p:grpSpPr>
          <a:xfrm>
            <a:off x="8782702" y="-13356648"/>
            <a:ext cx="2340000" cy="32624978"/>
            <a:chOff x="8782702" y="-18770969"/>
            <a:chExt cx="2340000" cy="32624978"/>
          </a:xfrm>
        </p:grpSpPr>
        <p:sp>
          <p:nvSpPr>
            <p:cNvPr id="60" name="Прямоугольник: скругленные углы 59">
              <a:extLst>
                <a:ext uri="{FF2B5EF4-FFF2-40B4-BE49-F238E27FC236}">
                  <a16:creationId xmlns:a16="http://schemas.microsoft.com/office/drawing/2014/main" id="{8A9C29A7-AEB2-BA75-8BCC-16ACAB78D74E}"/>
                </a:ext>
              </a:extLst>
            </p:cNvPr>
            <p:cNvSpPr/>
            <p:nvPr/>
          </p:nvSpPr>
          <p:spPr>
            <a:xfrm>
              <a:off x="8782702" y="4672418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61" name="Прямоугольник: скругленные углы 60">
              <a:extLst>
                <a:ext uri="{FF2B5EF4-FFF2-40B4-BE49-F238E27FC236}">
                  <a16:creationId xmlns:a16="http://schemas.microsoft.com/office/drawing/2014/main" id="{8540E5FA-A7DF-722B-93B1-742959BDCDCC}"/>
                </a:ext>
              </a:extLst>
            </p:cNvPr>
            <p:cNvSpPr/>
            <p:nvPr/>
          </p:nvSpPr>
          <p:spPr>
            <a:xfrm>
              <a:off x="8782702" y="-18031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62" name="Прямоугольник: скругленные углы 61">
              <a:extLst>
                <a:ext uri="{FF2B5EF4-FFF2-40B4-BE49-F238E27FC236}">
                  <a16:creationId xmlns:a16="http://schemas.microsoft.com/office/drawing/2014/main" id="{C32A0DBC-5F1E-EC20-B108-2B2F2353D114}"/>
                </a:ext>
              </a:extLst>
            </p:cNvPr>
            <p:cNvSpPr/>
            <p:nvPr/>
          </p:nvSpPr>
          <p:spPr>
            <a:xfrm>
              <a:off x="8782702" y="-4708480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63" name="Прямоугольник: скругленные углы 62">
              <a:extLst>
                <a:ext uri="{FF2B5EF4-FFF2-40B4-BE49-F238E27FC236}">
                  <a16:creationId xmlns:a16="http://schemas.microsoft.com/office/drawing/2014/main" id="{E4D01F4D-17AE-40AF-DE80-334F389D2F78}"/>
                </a:ext>
              </a:extLst>
            </p:cNvPr>
            <p:cNvSpPr/>
            <p:nvPr/>
          </p:nvSpPr>
          <p:spPr>
            <a:xfrm>
              <a:off x="8782702" y="-9390071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64" name="Прямоугольник: скругленные углы 63">
              <a:extLst>
                <a:ext uri="{FF2B5EF4-FFF2-40B4-BE49-F238E27FC236}">
                  <a16:creationId xmlns:a16="http://schemas.microsoft.com/office/drawing/2014/main" id="{EC931310-88CF-2EB5-8901-03040854C26D}"/>
                </a:ext>
              </a:extLst>
            </p:cNvPr>
            <p:cNvSpPr/>
            <p:nvPr/>
          </p:nvSpPr>
          <p:spPr>
            <a:xfrm>
              <a:off x="8782702" y="-14080520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65" name="Прямоугольник: скругленные углы 64">
              <a:extLst>
                <a:ext uri="{FF2B5EF4-FFF2-40B4-BE49-F238E27FC236}">
                  <a16:creationId xmlns:a16="http://schemas.microsoft.com/office/drawing/2014/main" id="{000FAF34-3EEB-C795-7F01-91856B7539AF}"/>
                </a:ext>
              </a:extLst>
            </p:cNvPr>
            <p:cNvSpPr/>
            <p:nvPr/>
          </p:nvSpPr>
          <p:spPr>
            <a:xfrm>
              <a:off x="8782702" y="-18770969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6" name="Прямоугольник: скругленные углы 65">
              <a:extLst>
                <a:ext uri="{FF2B5EF4-FFF2-40B4-BE49-F238E27FC236}">
                  <a16:creationId xmlns:a16="http://schemas.microsoft.com/office/drawing/2014/main" id="{0633836B-1E94-D4FC-3653-0CE530A8304D}"/>
                </a:ext>
              </a:extLst>
            </p:cNvPr>
            <p:cNvSpPr/>
            <p:nvPr/>
          </p:nvSpPr>
          <p:spPr>
            <a:xfrm>
              <a:off x="8782702" y="9354009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E729C324-25D5-04E7-7D60-7A17DBFAB799}"/>
              </a:ext>
            </a:extLst>
          </p:cNvPr>
          <p:cNvGrpSpPr/>
          <p:nvPr/>
        </p:nvGrpSpPr>
        <p:grpSpPr>
          <a:xfrm>
            <a:off x="11353837" y="-14738126"/>
            <a:ext cx="2340000" cy="32633836"/>
            <a:chOff x="11353837" y="-19885705"/>
            <a:chExt cx="2340000" cy="32633836"/>
          </a:xfrm>
        </p:grpSpPr>
        <p:sp>
          <p:nvSpPr>
            <p:cNvPr id="68" name="Прямоугольник: скругленные углы 67">
              <a:extLst>
                <a:ext uri="{FF2B5EF4-FFF2-40B4-BE49-F238E27FC236}">
                  <a16:creationId xmlns:a16="http://schemas.microsoft.com/office/drawing/2014/main" id="{50747E59-F821-6025-69FE-85C2CC3AEE0F}"/>
                </a:ext>
              </a:extLst>
            </p:cNvPr>
            <p:cNvSpPr/>
            <p:nvPr/>
          </p:nvSpPr>
          <p:spPr>
            <a:xfrm>
              <a:off x="11353837" y="8248131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69" name="Прямоугольник: скругленные углы 68">
              <a:extLst>
                <a:ext uri="{FF2B5EF4-FFF2-40B4-BE49-F238E27FC236}">
                  <a16:creationId xmlns:a16="http://schemas.microsoft.com/office/drawing/2014/main" id="{7434CFD6-F245-3BF3-9040-0165360539DB}"/>
                </a:ext>
              </a:extLst>
            </p:cNvPr>
            <p:cNvSpPr/>
            <p:nvPr/>
          </p:nvSpPr>
          <p:spPr>
            <a:xfrm>
              <a:off x="11353837" y="3557682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70" name="Прямоугольник: скругленные углы 69">
              <a:extLst>
                <a:ext uri="{FF2B5EF4-FFF2-40B4-BE49-F238E27FC236}">
                  <a16:creationId xmlns:a16="http://schemas.microsoft.com/office/drawing/2014/main" id="{760FC39F-0728-AC05-4D7D-577F53E0D8A2}"/>
                </a:ext>
              </a:extLst>
            </p:cNvPr>
            <p:cNvSpPr/>
            <p:nvPr/>
          </p:nvSpPr>
          <p:spPr>
            <a:xfrm>
              <a:off x="11353837" y="-1132767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71" name="Прямоугольник: скругленные углы 70">
              <a:extLst>
                <a:ext uri="{FF2B5EF4-FFF2-40B4-BE49-F238E27FC236}">
                  <a16:creationId xmlns:a16="http://schemas.microsoft.com/office/drawing/2014/main" id="{8E2A218A-80B7-2C15-BC6A-2B3AE771CF6A}"/>
                </a:ext>
              </a:extLst>
            </p:cNvPr>
            <p:cNvSpPr/>
            <p:nvPr/>
          </p:nvSpPr>
          <p:spPr>
            <a:xfrm>
              <a:off x="11353837" y="-581435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72" name="Прямоугольник: скругленные углы 71">
              <a:extLst>
                <a:ext uri="{FF2B5EF4-FFF2-40B4-BE49-F238E27FC236}">
                  <a16:creationId xmlns:a16="http://schemas.microsoft.com/office/drawing/2014/main" id="{93DAA092-505C-9ACD-3EA1-E801FB3095D0}"/>
                </a:ext>
              </a:extLst>
            </p:cNvPr>
            <p:cNvSpPr/>
            <p:nvPr/>
          </p:nvSpPr>
          <p:spPr>
            <a:xfrm>
              <a:off x="11353837" y="-10504807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73" name="Прямоугольник: скругленные углы 72">
              <a:extLst>
                <a:ext uri="{FF2B5EF4-FFF2-40B4-BE49-F238E27FC236}">
                  <a16:creationId xmlns:a16="http://schemas.microsoft.com/office/drawing/2014/main" id="{F861C3BE-18EB-CC42-3001-E23AD18BE728}"/>
                </a:ext>
              </a:extLst>
            </p:cNvPr>
            <p:cNvSpPr/>
            <p:nvPr/>
          </p:nvSpPr>
          <p:spPr>
            <a:xfrm>
              <a:off x="11353837" y="-15195256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74" name="Прямоугольник: скругленные углы 73">
              <a:extLst>
                <a:ext uri="{FF2B5EF4-FFF2-40B4-BE49-F238E27FC236}">
                  <a16:creationId xmlns:a16="http://schemas.microsoft.com/office/drawing/2014/main" id="{A6D28313-AE72-50C8-ADCB-53A471A665A4}"/>
                </a:ext>
              </a:extLst>
            </p:cNvPr>
            <p:cNvSpPr/>
            <p:nvPr/>
          </p:nvSpPr>
          <p:spPr>
            <a:xfrm>
              <a:off x="11353837" y="-19885705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13E1EBE9-2F28-641B-1B76-C981D26C8BE4}"/>
              </a:ext>
            </a:extLst>
          </p:cNvPr>
          <p:cNvGrpSpPr/>
          <p:nvPr/>
        </p:nvGrpSpPr>
        <p:grpSpPr>
          <a:xfrm>
            <a:off x="-1501838" y="-2551447"/>
            <a:ext cx="2340000" cy="32616120"/>
            <a:chOff x="-1501838" y="-8238213"/>
            <a:chExt cx="2340000" cy="32616120"/>
          </a:xfrm>
        </p:grpSpPr>
        <p:sp>
          <p:nvSpPr>
            <p:cNvPr id="76" name="Прямоугольник: скругленные углы 75">
              <a:extLst>
                <a:ext uri="{FF2B5EF4-FFF2-40B4-BE49-F238E27FC236}">
                  <a16:creationId xmlns:a16="http://schemas.microsoft.com/office/drawing/2014/main" id="{A87481F9-437D-DDCC-C077-B4EF018586CF}"/>
                </a:ext>
              </a:extLst>
            </p:cNvPr>
            <p:cNvSpPr/>
            <p:nvPr/>
          </p:nvSpPr>
          <p:spPr>
            <a:xfrm>
              <a:off x="-1501838" y="19877907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77" name="Прямоугольник: скругленные углы 76">
              <a:extLst>
                <a:ext uri="{FF2B5EF4-FFF2-40B4-BE49-F238E27FC236}">
                  <a16:creationId xmlns:a16="http://schemas.microsoft.com/office/drawing/2014/main" id="{EA54B226-BF13-5782-82DB-3163213F01DA}"/>
                </a:ext>
              </a:extLst>
            </p:cNvPr>
            <p:cNvSpPr/>
            <p:nvPr/>
          </p:nvSpPr>
          <p:spPr>
            <a:xfrm>
              <a:off x="-1501838" y="15187458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78" name="Прямоугольник: скругленные углы 77">
              <a:extLst>
                <a:ext uri="{FF2B5EF4-FFF2-40B4-BE49-F238E27FC236}">
                  <a16:creationId xmlns:a16="http://schemas.microsoft.com/office/drawing/2014/main" id="{A310F765-B1ED-A9E1-70F1-A024B980BD51}"/>
                </a:ext>
              </a:extLst>
            </p:cNvPr>
            <p:cNvSpPr/>
            <p:nvPr/>
          </p:nvSpPr>
          <p:spPr>
            <a:xfrm>
              <a:off x="-1501838" y="10497009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79" name="Прямоугольник: скругленные углы 78">
              <a:extLst>
                <a:ext uri="{FF2B5EF4-FFF2-40B4-BE49-F238E27FC236}">
                  <a16:creationId xmlns:a16="http://schemas.microsoft.com/office/drawing/2014/main" id="{3A1C3010-1F6C-6B61-0C91-479E837B1818}"/>
                </a:ext>
              </a:extLst>
            </p:cNvPr>
            <p:cNvSpPr/>
            <p:nvPr/>
          </p:nvSpPr>
          <p:spPr>
            <a:xfrm>
              <a:off x="-1501838" y="5815418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80" name="Прямоугольник: скругленные углы 79">
              <a:extLst>
                <a:ext uri="{FF2B5EF4-FFF2-40B4-BE49-F238E27FC236}">
                  <a16:creationId xmlns:a16="http://schemas.microsoft.com/office/drawing/2014/main" id="{B7C4C13B-8CED-1D24-F7CD-9CA0865409B8}"/>
                </a:ext>
              </a:extLst>
            </p:cNvPr>
            <p:cNvSpPr/>
            <p:nvPr/>
          </p:nvSpPr>
          <p:spPr>
            <a:xfrm>
              <a:off x="-1501838" y="1133827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81" name="Прямоугольник: скругленные углы 80">
              <a:extLst>
                <a:ext uri="{FF2B5EF4-FFF2-40B4-BE49-F238E27FC236}">
                  <a16:creationId xmlns:a16="http://schemas.microsoft.com/office/drawing/2014/main" id="{FB8EB311-E8E6-1FF9-E116-CC3971FA18CD}"/>
                </a:ext>
              </a:extLst>
            </p:cNvPr>
            <p:cNvSpPr/>
            <p:nvPr/>
          </p:nvSpPr>
          <p:spPr>
            <a:xfrm>
              <a:off x="-1501838" y="-3547764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82" name="Прямоугольник: скругленные углы 81">
              <a:extLst>
                <a:ext uri="{FF2B5EF4-FFF2-40B4-BE49-F238E27FC236}">
                  <a16:creationId xmlns:a16="http://schemas.microsoft.com/office/drawing/2014/main" id="{C26F5C05-3614-2BD8-DF6F-C3B52F55780B}"/>
                </a:ext>
              </a:extLst>
            </p:cNvPr>
            <p:cNvSpPr/>
            <p:nvPr/>
          </p:nvSpPr>
          <p:spPr>
            <a:xfrm>
              <a:off x="-1501838" y="-8238213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3" name="Группа 82">
            <a:extLst>
              <a:ext uri="{FF2B5EF4-FFF2-40B4-BE49-F238E27FC236}">
                <a16:creationId xmlns:a16="http://schemas.microsoft.com/office/drawing/2014/main" id="{D296E7BB-233A-AE15-73A2-2BA972869661}"/>
              </a:ext>
            </a:extLst>
          </p:cNvPr>
          <p:cNvGrpSpPr/>
          <p:nvPr/>
        </p:nvGrpSpPr>
        <p:grpSpPr>
          <a:xfrm>
            <a:off x="3640432" y="-13346404"/>
            <a:ext cx="2340000" cy="32624978"/>
            <a:chOff x="3640432" y="-9390071"/>
            <a:chExt cx="2340000" cy="32624978"/>
          </a:xfrm>
        </p:grpSpPr>
        <p:sp>
          <p:nvSpPr>
            <p:cNvPr id="84" name="Прямоугольник: скругленные углы 83">
              <a:extLst>
                <a:ext uri="{FF2B5EF4-FFF2-40B4-BE49-F238E27FC236}">
                  <a16:creationId xmlns:a16="http://schemas.microsoft.com/office/drawing/2014/main" id="{E01C074B-696E-006B-066A-5A0F4D3166D8}"/>
                </a:ext>
              </a:extLst>
            </p:cNvPr>
            <p:cNvSpPr/>
            <p:nvPr/>
          </p:nvSpPr>
          <p:spPr>
            <a:xfrm>
              <a:off x="3640432" y="18734907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85" name="Прямоугольник: скругленные углы 84">
              <a:extLst>
                <a:ext uri="{FF2B5EF4-FFF2-40B4-BE49-F238E27FC236}">
                  <a16:creationId xmlns:a16="http://schemas.microsoft.com/office/drawing/2014/main" id="{A1F01592-A23D-4E2D-FC59-DB43F75008A3}"/>
                </a:ext>
              </a:extLst>
            </p:cNvPr>
            <p:cNvSpPr/>
            <p:nvPr/>
          </p:nvSpPr>
          <p:spPr>
            <a:xfrm>
              <a:off x="3640432" y="14044458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86" name="Прямоугольник: скругленные углы 85">
              <a:extLst>
                <a:ext uri="{FF2B5EF4-FFF2-40B4-BE49-F238E27FC236}">
                  <a16:creationId xmlns:a16="http://schemas.microsoft.com/office/drawing/2014/main" id="{144E508F-00B0-9792-3434-EB0520C32640}"/>
                </a:ext>
              </a:extLst>
            </p:cNvPr>
            <p:cNvSpPr/>
            <p:nvPr/>
          </p:nvSpPr>
          <p:spPr>
            <a:xfrm>
              <a:off x="3640432" y="9354009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87" name="Прямоугольник: скругленные углы 86">
              <a:extLst>
                <a:ext uri="{FF2B5EF4-FFF2-40B4-BE49-F238E27FC236}">
                  <a16:creationId xmlns:a16="http://schemas.microsoft.com/office/drawing/2014/main" id="{E1FEF1A9-C78D-9EDB-64C2-B9CE79400D0D}"/>
                </a:ext>
              </a:extLst>
            </p:cNvPr>
            <p:cNvSpPr/>
            <p:nvPr/>
          </p:nvSpPr>
          <p:spPr>
            <a:xfrm>
              <a:off x="3640432" y="4672418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88" name="Прямоугольник: скругленные углы 87">
              <a:extLst>
                <a:ext uri="{FF2B5EF4-FFF2-40B4-BE49-F238E27FC236}">
                  <a16:creationId xmlns:a16="http://schemas.microsoft.com/office/drawing/2014/main" id="{40A29B84-56DB-FFB1-2D53-948AC104548F}"/>
                </a:ext>
              </a:extLst>
            </p:cNvPr>
            <p:cNvSpPr/>
            <p:nvPr/>
          </p:nvSpPr>
          <p:spPr>
            <a:xfrm>
              <a:off x="3640432" y="-18031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89" name="Прямоугольник: скругленные углы 88">
              <a:extLst>
                <a:ext uri="{FF2B5EF4-FFF2-40B4-BE49-F238E27FC236}">
                  <a16:creationId xmlns:a16="http://schemas.microsoft.com/office/drawing/2014/main" id="{8E282C6F-EAC2-C175-5E99-E759B43EFE12}"/>
                </a:ext>
              </a:extLst>
            </p:cNvPr>
            <p:cNvSpPr/>
            <p:nvPr/>
          </p:nvSpPr>
          <p:spPr>
            <a:xfrm>
              <a:off x="3640432" y="-4708480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90" name="Прямоугольник: скругленные углы 89">
              <a:extLst>
                <a:ext uri="{FF2B5EF4-FFF2-40B4-BE49-F238E27FC236}">
                  <a16:creationId xmlns:a16="http://schemas.microsoft.com/office/drawing/2014/main" id="{19CFE7EE-0E0C-8F5E-1E2E-6CEFDC620B42}"/>
                </a:ext>
              </a:extLst>
            </p:cNvPr>
            <p:cNvSpPr/>
            <p:nvPr/>
          </p:nvSpPr>
          <p:spPr>
            <a:xfrm>
              <a:off x="3640432" y="-9390071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5064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4AAADB-1D00-DDA6-64AA-97D0FD642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0CEC5F0D-5A9F-4269-6694-240C120719F9}"/>
              </a:ext>
            </a:extLst>
          </p:cNvPr>
          <p:cNvGrpSpPr/>
          <p:nvPr/>
        </p:nvGrpSpPr>
        <p:grpSpPr>
          <a:xfrm>
            <a:off x="6211567" y="-3884955"/>
            <a:ext cx="2340000" cy="27943387"/>
            <a:chOff x="6211567" y="-6606620"/>
            <a:chExt cx="2340000" cy="27943387"/>
          </a:xfrm>
        </p:grpSpPr>
        <p:sp>
          <p:nvSpPr>
            <p:cNvPr id="45" name="Прямоугольник: скругленные углы 44">
              <a:extLst>
                <a:ext uri="{FF2B5EF4-FFF2-40B4-BE49-F238E27FC236}">
                  <a16:creationId xmlns:a16="http://schemas.microsoft.com/office/drawing/2014/main" id="{5385496E-138B-47E9-60C9-F09CDCA4E571}"/>
                </a:ext>
              </a:extLst>
            </p:cNvPr>
            <p:cNvSpPr/>
            <p:nvPr/>
          </p:nvSpPr>
          <p:spPr>
            <a:xfrm>
              <a:off x="6211567" y="-6606620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46" name="Прямоугольник: скругленные углы 45">
              <a:extLst>
                <a:ext uri="{FF2B5EF4-FFF2-40B4-BE49-F238E27FC236}">
                  <a16:creationId xmlns:a16="http://schemas.microsoft.com/office/drawing/2014/main" id="{C6AE0AFF-D5C8-17D5-5159-D22FC07E3D41}"/>
                </a:ext>
              </a:extLst>
            </p:cNvPr>
            <p:cNvSpPr/>
            <p:nvPr/>
          </p:nvSpPr>
          <p:spPr>
            <a:xfrm>
              <a:off x="6211567" y="16836767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47" name="Прямоугольник: скругленные углы 46">
              <a:extLst>
                <a:ext uri="{FF2B5EF4-FFF2-40B4-BE49-F238E27FC236}">
                  <a16:creationId xmlns:a16="http://schemas.microsoft.com/office/drawing/2014/main" id="{E24D1FA0-3971-147E-5C3A-A00965225E36}"/>
                </a:ext>
              </a:extLst>
            </p:cNvPr>
            <p:cNvSpPr/>
            <p:nvPr/>
          </p:nvSpPr>
          <p:spPr>
            <a:xfrm>
              <a:off x="6211567" y="12146318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48" name="Прямоугольник: скругленные углы 47">
              <a:extLst>
                <a:ext uri="{FF2B5EF4-FFF2-40B4-BE49-F238E27FC236}">
                  <a16:creationId xmlns:a16="http://schemas.microsoft.com/office/drawing/2014/main" id="{9BBF73D3-3DF4-E4D6-F908-E3759AD5F59A}"/>
                </a:ext>
              </a:extLst>
            </p:cNvPr>
            <p:cNvSpPr/>
            <p:nvPr/>
          </p:nvSpPr>
          <p:spPr>
            <a:xfrm>
              <a:off x="6211567" y="7464727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49" name="Прямоугольник: скругленные углы 48">
              <a:extLst>
                <a:ext uri="{FF2B5EF4-FFF2-40B4-BE49-F238E27FC236}">
                  <a16:creationId xmlns:a16="http://schemas.microsoft.com/office/drawing/2014/main" id="{5D197F31-7D02-FB7A-7004-4478FE4D43EA}"/>
                </a:ext>
              </a:extLst>
            </p:cNvPr>
            <p:cNvSpPr/>
            <p:nvPr/>
          </p:nvSpPr>
          <p:spPr>
            <a:xfrm>
              <a:off x="6211567" y="2774278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0" name="Прямоугольник: скругленные углы 49">
              <a:extLst>
                <a:ext uri="{FF2B5EF4-FFF2-40B4-BE49-F238E27FC236}">
                  <a16:creationId xmlns:a16="http://schemas.microsoft.com/office/drawing/2014/main" id="{A1498291-860F-D42E-F9ED-6798E95367C8}"/>
                </a:ext>
              </a:extLst>
            </p:cNvPr>
            <p:cNvSpPr/>
            <p:nvPr/>
          </p:nvSpPr>
          <p:spPr>
            <a:xfrm>
              <a:off x="6211567" y="-1916171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AAE9960B-A813-4EB5-0C69-2A58A089BBF6}"/>
              </a:ext>
            </a:extLst>
          </p:cNvPr>
          <p:cNvGrpSpPr/>
          <p:nvPr/>
        </p:nvGrpSpPr>
        <p:grpSpPr>
          <a:xfrm>
            <a:off x="1069297" y="-9135908"/>
            <a:ext cx="2340000" cy="32642434"/>
            <a:chOff x="1069297" y="-16933229"/>
            <a:chExt cx="2340000" cy="32642434"/>
          </a:xfrm>
        </p:grpSpPr>
        <p:sp>
          <p:nvSpPr>
            <p:cNvPr id="52" name="Прямоугольник: скругленные углы 51">
              <a:extLst>
                <a:ext uri="{FF2B5EF4-FFF2-40B4-BE49-F238E27FC236}">
                  <a16:creationId xmlns:a16="http://schemas.microsoft.com/office/drawing/2014/main" id="{073D8363-331B-4EAD-EEEB-B66241BC2D8C}"/>
                </a:ext>
              </a:extLst>
            </p:cNvPr>
            <p:cNvSpPr/>
            <p:nvPr/>
          </p:nvSpPr>
          <p:spPr>
            <a:xfrm>
              <a:off x="1069297" y="6514587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изайн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3" name="Прямоугольник: скругленные углы 52">
              <a:extLst>
                <a:ext uri="{FF2B5EF4-FFF2-40B4-BE49-F238E27FC236}">
                  <a16:creationId xmlns:a16="http://schemas.microsoft.com/office/drawing/2014/main" id="{1869ABE4-37A5-780F-7032-3959638F9675}"/>
                </a:ext>
              </a:extLst>
            </p:cNvPr>
            <p:cNvSpPr/>
            <p:nvPr/>
          </p:nvSpPr>
          <p:spPr>
            <a:xfrm>
              <a:off x="1069297" y="182413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</a:t>
              </a:r>
              <a:r>
                <a:rPr lang="fr-FR" sz="2000" dirty="0">
                  <a:ln w="0"/>
                  <a:solidFill>
                    <a:schemeClr val="tx1"/>
                  </a:solidFill>
                  <a:latin typeface="Arial Black" panose="020B0A04020102020204" pitchFamily="34" charset="0"/>
                </a:rPr>
                <a:t>Application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54" name="Прямоугольник: скругленные углы 53">
              <a:extLst>
                <a:ext uri="{FF2B5EF4-FFF2-40B4-BE49-F238E27FC236}">
                  <a16:creationId xmlns:a16="http://schemas.microsoft.com/office/drawing/2014/main" id="{92815F86-2CF1-21D3-DEA8-4F49F258FCD7}"/>
                </a:ext>
              </a:extLst>
            </p:cNvPr>
            <p:cNvSpPr/>
            <p:nvPr/>
          </p:nvSpPr>
          <p:spPr>
            <a:xfrm>
              <a:off x="1069297" y="-2866311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55" name="Прямоугольник: скругленные углы 54">
              <a:extLst>
                <a:ext uri="{FF2B5EF4-FFF2-40B4-BE49-F238E27FC236}">
                  <a16:creationId xmlns:a16="http://schemas.microsoft.com/office/drawing/2014/main" id="{9F3011F0-3035-15B7-36A0-29983C76E522}"/>
                </a:ext>
              </a:extLst>
            </p:cNvPr>
            <p:cNvSpPr/>
            <p:nvPr/>
          </p:nvSpPr>
          <p:spPr>
            <a:xfrm>
              <a:off x="1069297" y="-12242780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6" name="Прямоугольник: скругленные углы 55">
              <a:extLst>
                <a:ext uri="{FF2B5EF4-FFF2-40B4-BE49-F238E27FC236}">
                  <a16:creationId xmlns:a16="http://schemas.microsoft.com/office/drawing/2014/main" id="{62101B4F-EE7F-D6F0-C870-03FB33649AA7}"/>
                </a:ext>
              </a:extLst>
            </p:cNvPr>
            <p:cNvSpPr/>
            <p:nvPr/>
          </p:nvSpPr>
          <p:spPr>
            <a:xfrm>
              <a:off x="1069297" y="-16933229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7" name="Прямоугольник: скругленные углы 56">
              <a:extLst>
                <a:ext uri="{FF2B5EF4-FFF2-40B4-BE49-F238E27FC236}">
                  <a16:creationId xmlns:a16="http://schemas.microsoft.com/office/drawing/2014/main" id="{24C1C052-3DEE-7847-5A8E-1C2599FC1ACF}"/>
                </a:ext>
              </a:extLst>
            </p:cNvPr>
            <p:cNvSpPr/>
            <p:nvPr/>
          </p:nvSpPr>
          <p:spPr>
            <a:xfrm>
              <a:off x="1069297" y="-7552331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58" name="Прямоугольник: скругленные углы 57">
              <a:extLst>
                <a:ext uri="{FF2B5EF4-FFF2-40B4-BE49-F238E27FC236}">
                  <a16:creationId xmlns:a16="http://schemas.microsoft.com/office/drawing/2014/main" id="{150BB672-7DC5-D10B-9FD7-7F782FC55659}"/>
                </a:ext>
              </a:extLst>
            </p:cNvPr>
            <p:cNvSpPr/>
            <p:nvPr/>
          </p:nvSpPr>
          <p:spPr>
            <a:xfrm>
              <a:off x="1069297" y="11209205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E54A2616-500E-8DB7-5B53-C8F8ACA292E8}"/>
              </a:ext>
            </a:extLst>
          </p:cNvPr>
          <p:cNvGrpSpPr/>
          <p:nvPr/>
        </p:nvGrpSpPr>
        <p:grpSpPr>
          <a:xfrm>
            <a:off x="8782702" y="-25332338"/>
            <a:ext cx="2340000" cy="32624978"/>
            <a:chOff x="8782702" y="-18770969"/>
            <a:chExt cx="2340000" cy="32624978"/>
          </a:xfrm>
        </p:grpSpPr>
        <p:sp>
          <p:nvSpPr>
            <p:cNvPr id="60" name="Прямоугольник: скругленные углы 59">
              <a:extLst>
                <a:ext uri="{FF2B5EF4-FFF2-40B4-BE49-F238E27FC236}">
                  <a16:creationId xmlns:a16="http://schemas.microsoft.com/office/drawing/2014/main" id="{AE729E49-A210-2EC5-2E5B-8A85C733B429}"/>
                </a:ext>
              </a:extLst>
            </p:cNvPr>
            <p:cNvSpPr/>
            <p:nvPr/>
          </p:nvSpPr>
          <p:spPr>
            <a:xfrm>
              <a:off x="8782702" y="4672418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61" name="Прямоугольник: скругленные углы 60">
              <a:extLst>
                <a:ext uri="{FF2B5EF4-FFF2-40B4-BE49-F238E27FC236}">
                  <a16:creationId xmlns:a16="http://schemas.microsoft.com/office/drawing/2014/main" id="{B871A832-FE29-3EFE-FB47-72481A57937C}"/>
                </a:ext>
              </a:extLst>
            </p:cNvPr>
            <p:cNvSpPr/>
            <p:nvPr/>
          </p:nvSpPr>
          <p:spPr>
            <a:xfrm>
              <a:off x="8782702" y="-18031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62" name="Прямоугольник: скругленные углы 61">
              <a:extLst>
                <a:ext uri="{FF2B5EF4-FFF2-40B4-BE49-F238E27FC236}">
                  <a16:creationId xmlns:a16="http://schemas.microsoft.com/office/drawing/2014/main" id="{3CAFD859-BAD8-CFB6-D971-51C5EAA9F5BA}"/>
                </a:ext>
              </a:extLst>
            </p:cNvPr>
            <p:cNvSpPr/>
            <p:nvPr/>
          </p:nvSpPr>
          <p:spPr>
            <a:xfrm>
              <a:off x="8782702" y="-4708480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63" name="Прямоугольник: скругленные углы 62">
              <a:extLst>
                <a:ext uri="{FF2B5EF4-FFF2-40B4-BE49-F238E27FC236}">
                  <a16:creationId xmlns:a16="http://schemas.microsoft.com/office/drawing/2014/main" id="{AB8531D1-C456-C2A4-C651-E86E4E0DC5B5}"/>
                </a:ext>
              </a:extLst>
            </p:cNvPr>
            <p:cNvSpPr/>
            <p:nvPr/>
          </p:nvSpPr>
          <p:spPr>
            <a:xfrm>
              <a:off x="8782702" y="-9390071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64" name="Прямоугольник: скругленные углы 63">
              <a:extLst>
                <a:ext uri="{FF2B5EF4-FFF2-40B4-BE49-F238E27FC236}">
                  <a16:creationId xmlns:a16="http://schemas.microsoft.com/office/drawing/2014/main" id="{44143756-3EEB-9CF5-8C2C-43CAE38DC07B}"/>
                </a:ext>
              </a:extLst>
            </p:cNvPr>
            <p:cNvSpPr/>
            <p:nvPr/>
          </p:nvSpPr>
          <p:spPr>
            <a:xfrm>
              <a:off x="8782702" y="-14080520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65" name="Прямоугольник: скругленные углы 64">
              <a:extLst>
                <a:ext uri="{FF2B5EF4-FFF2-40B4-BE49-F238E27FC236}">
                  <a16:creationId xmlns:a16="http://schemas.microsoft.com/office/drawing/2014/main" id="{280293C1-C1C1-2ED3-2413-7D8D42FE1AB8}"/>
                </a:ext>
              </a:extLst>
            </p:cNvPr>
            <p:cNvSpPr/>
            <p:nvPr/>
          </p:nvSpPr>
          <p:spPr>
            <a:xfrm>
              <a:off x="8782702" y="-18770969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6" name="Прямоугольник: скругленные углы 65">
              <a:extLst>
                <a:ext uri="{FF2B5EF4-FFF2-40B4-BE49-F238E27FC236}">
                  <a16:creationId xmlns:a16="http://schemas.microsoft.com/office/drawing/2014/main" id="{CD75A43D-F088-F744-0964-E1C88BE78D91}"/>
                </a:ext>
              </a:extLst>
            </p:cNvPr>
            <p:cNvSpPr/>
            <p:nvPr/>
          </p:nvSpPr>
          <p:spPr>
            <a:xfrm>
              <a:off x="8782702" y="9354009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338DDF79-B246-4716-E5BD-1F58AE6962DC}"/>
              </a:ext>
            </a:extLst>
          </p:cNvPr>
          <p:cNvGrpSpPr/>
          <p:nvPr/>
        </p:nvGrpSpPr>
        <p:grpSpPr>
          <a:xfrm>
            <a:off x="11353837" y="-23353430"/>
            <a:ext cx="2340000" cy="32633836"/>
            <a:chOff x="11353837" y="-19885705"/>
            <a:chExt cx="2340000" cy="32633836"/>
          </a:xfrm>
        </p:grpSpPr>
        <p:sp>
          <p:nvSpPr>
            <p:cNvPr id="68" name="Прямоугольник: скругленные углы 67">
              <a:extLst>
                <a:ext uri="{FF2B5EF4-FFF2-40B4-BE49-F238E27FC236}">
                  <a16:creationId xmlns:a16="http://schemas.microsoft.com/office/drawing/2014/main" id="{D2689858-C2C3-0597-A595-26D400F67720}"/>
                </a:ext>
              </a:extLst>
            </p:cNvPr>
            <p:cNvSpPr/>
            <p:nvPr/>
          </p:nvSpPr>
          <p:spPr>
            <a:xfrm>
              <a:off x="11353837" y="8248131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69" name="Прямоугольник: скругленные углы 68">
              <a:extLst>
                <a:ext uri="{FF2B5EF4-FFF2-40B4-BE49-F238E27FC236}">
                  <a16:creationId xmlns:a16="http://schemas.microsoft.com/office/drawing/2014/main" id="{0C5EC050-4CCE-AC7E-A36E-170063AFCA0F}"/>
                </a:ext>
              </a:extLst>
            </p:cNvPr>
            <p:cNvSpPr/>
            <p:nvPr/>
          </p:nvSpPr>
          <p:spPr>
            <a:xfrm>
              <a:off x="11353837" y="3557682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70" name="Прямоугольник: скругленные углы 69">
              <a:extLst>
                <a:ext uri="{FF2B5EF4-FFF2-40B4-BE49-F238E27FC236}">
                  <a16:creationId xmlns:a16="http://schemas.microsoft.com/office/drawing/2014/main" id="{A0E0A008-C7DA-3FBF-E1AE-B46EE34A992F}"/>
                </a:ext>
              </a:extLst>
            </p:cNvPr>
            <p:cNvSpPr/>
            <p:nvPr/>
          </p:nvSpPr>
          <p:spPr>
            <a:xfrm>
              <a:off x="11353837" y="-1132767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71" name="Прямоугольник: скругленные углы 70">
              <a:extLst>
                <a:ext uri="{FF2B5EF4-FFF2-40B4-BE49-F238E27FC236}">
                  <a16:creationId xmlns:a16="http://schemas.microsoft.com/office/drawing/2014/main" id="{9AF1C49A-764F-6743-D726-880B34EC01E1}"/>
                </a:ext>
              </a:extLst>
            </p:cNvPr>
            <p:cNvSpPr/>
            <p:nvPr/>
          </p:nvSpPr>
          <p:spPr>
            <a:xfrm>
              <a:off x="11353837" y="-581435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72" name="Прямоугольник: скругленные углы 71">
              <a:extLst>
                <a:ext uri="{FF2B5EF4-FFF2-40B4-BE49-F238E27FC236}">
                  <a16:creationId xmlns:a16="http://schemas.microsoft.com/office/drawing/2014/main" id="{E32E2F23-CB00-1769-33D8-2147285D1371}"/>
                </a:ext>
              </a:extLst>
            </p:cNvPr>
            <p:cNvSpPr/>
            <p:nvPr/>
          </p:nvSpPr>
          <p:spPr>
            <a:xfrm>
              <a:off x="11353837" y="-10504807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73" name="Прямоугольник: скругленные углы 72">
              <a:extLst>
                <a:ext uri="{FF2B5EF4-FFF2-40B4-BE49-F238E27FC236}">
                  <a16:creationId xmlns:a16="http://schemas.microsoft.com/office/drawing/2014/main" id="{8BB4FE3D-6AE6-642D-6D08-9C301C1F64D2}"/>
                </a:ext>
              </a:extLst>
            </p:cNvPr>
            <p:cNvSpPr/>
            <p:nvPr/>
          </p:nvSpPr>
          <p:spPr>
            <a:xfrm>
              <a:off x="11353837" y="-15195256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74" name="Прямоугольник: скругленные углы 73">
              <a:extLst>
                <a:ext uri="{FF2B5EF4-FFF2-40B4-BE49-F238E27FC236}">
                  <a16:creationId xmlns:a16="http://schemas.microsoft.com/office/drawing/2014/main" id="{482C0F93-F385-9A0F-7982-5721DBF0AA25}"/>
                </a:ext>
              </a:extLst>
            </p:cNvPr>
            <p:cNvSpPr/>
            <p:nvPr/>
          </p:nvSpPr>
          <p:spPr>
            <a:xfrm>
              <a:off x="11353837" y="-19885705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3D7A8C35-17D7-2E7D-C2E8-0C34E170196E}"/>
              </a:ext>
            </a:extLst>
          </p:cNvPr>
          <p:cNvGrpSpPr/>
          <p:nvPr/>
        </p:nvGrpSpPr>
        <p:grpSpPr>
          <a:xfrm>
            <a:off x="-1501838" y="-18885154"/>
            <a:ext cx="2340000" cy="32616120"/>
            <a:chOff x="-1501838" y="-8238213"/>
            <a:chExt cx="2340000" cy="32616120"/>
          </a:xfrm>
        </p:grpSpPr>
        <p:sp>
          <p:nvSpPr>
            <p:cNvPr id="76" name="Прямоугольник: скругленные углы 75">
              <a:extLst>
                <a:ext uri="{FF2B5EF4-FFF2-40B4-BE49-F238E27FC236}">
                  <a16:creationId xmlns:a16="http://schemas.microsoft.com/office/drawing/2014/main" id="{DB9AF901-1D1D-8620-2AF0-3E174147CF08}"/>
                </a:ext>
              </a:extLst>
            </p:cNvPr>
            <p:cNvSpPr/>
            <p:nvPr/>
          </p:nvSpPr>
          <p:spPr>
            <a:xfrm>
              <a:off x="-1501838" y="19877907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77" name="Прямоугольник: скругленные углы 76">
              <a:extLst>
                <a:ext uri="{FF2B5EF4-FFF2-40B4-BE49-F238E27FC236}">
                  <a16:creationId xmlns:a16="http://schemas.microsoft.com/office/drawing/2014/main" id="{C90C4EAE-E40C-84E1-BA50-D3FFC92E4F3F}"/>
                </a:ext>
              </a:extLst>
            </p:cNvPr>
            <p:cNvSpPr/>
            <p:nvPr/>
          </p:nvSpPr>
          <p:spPr>
            <a:xfrm>
              <a:off x="-1501838" y="15187458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78" name="Прямоугольник: скругленные углы 77">
              <a:extLst>
                <a:ext uri="{FF2B5EF4-FFF2-40B4-BE49-F238E27FC236}">
                  <a16:creationId xmlns:a16="http://schemas.microsoft.com/office/drawing/2014/main" id="{A3F2F197-3BD4-BD1D-AFC7-40E54B076A18}"/>
                </a:ext>
              </a:extLst>
            </p:cNvPr>
            <p:cNvSpPr/>
            <p:nvPr/>
          </p:nvSpPr>
          <p:spPr>
            <a:xfrm>
              <a:off x="-1501838" y="10497009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79" name="Прямоугольник: скругленные углы 78">
              <a:extLst>
                <a:ext uri="{FF2B5EF4-FFF2-40B4-BE49-F238E27FC236}">
                  <a16:creationId xmlns:a16="http://schemas.microsoft.com/office/drawing/2014/main" id="{A5BF1EA9-E964-5465-57D4-98F57A220430}"/>
                </a:ext>
              </a:extLst>
            </p:cNvPr>
            <p:cNvSpPr/>
            <p:nvPr/>
          </p:nvSpPr>
          <p:spPr>
            <a:xfrm>
              <a:off x="-1501838" y="5815418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80" name="Прямоугольник: скругленные углы 79">
              <a:extLst>
                <a:ext uri="{FF2B5EF4-FFF2-40B4-BE49-F238E27FC236}">
                  <a16:creationId xmlns:a16="http://schemas.microsoft.com/office/drawing/2014/main" id="{04293AD1-740E-BCB5-5294-B5E95B66AB76}"/>
                </a:ext>
              </a:extLst>
            </p:cNvPr>
            <p:cNvSpPr/>
            <p:nvPr/>
          </p:nvSpPr>
          <p:spPr>
            <a:xfrm>
              <a:off x="-1501838" y="1133827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81" name="Прямоугольник: скругленные углы 80">
              <a:extLst>
                <a:ext uri="{FF2B5EF4-FFF2-40B4-BE49-F238E27FC236}">
                  <a16:creationId xmlns:a16="http://schemas.microsoft.com/office/drawing/2014/main" id="{D6C4E5D1-9A2B-627E-B143-00D8C91615F8}"/>
                </a:ext>
              </a:extLst>
            </p:cNvPr>
            <p:cNvSpPr/>
            <p:nvPr/>
          </p:nvSpPr>
          <p:spPr>
            <a:xfrm>
              <a:off x="-1501838" y="-3547764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82" name="Прямоугольник: скругленные углы 81">
              <a:extLst>
                <a:ext uri="{FF2B5EF4-FFF2-40B4-BE49-F238E27FC236}">
                  <a16:creationId xmlns:a16="http://schemas.microsoft.com/office/drawing/2014/main" id="{9492CF0D-88F6-ED6D-4CB0-C949339D251D}"/>
                </a:ext>
              </a:extLst>
            </p:cNvPr>
            <p:cNvSpPr/>
            <p:nvPr/>
          </p:nvSpPr>
          <p:spPr>
            <a:xfrm>
              <a:off x="-1501838" y="-8238213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3" name="Группа 82">
            <a:extLst>
              <a:ext uri="{FF2B5EF4-FFF2-40B4-BE49-F238E27FC236}">
                <a16:creationId xmlns:a16="http://schemas.microsoft.com/office/drawing/2014/main" id="{775684B1-7518-13E9-58DE-92EC7F373A8E}"/>
              </a:ext>
            </a:extLst>
          </p:cNvPr>
          <p:cNvGrpSpPr/>
          <p:nvPr/>
        </p:nvGrpSpPr>
        <p:grpSpPr>
          <a:xfrm>
            <a:off x="3640432" y="-12262981"/>
            <a:ext cx="2340000" cy="32624978"/>
            <a:chOff x="3640432" y="-9390071"/>
            <a:chExt cx="2340000" cy="32624978"/>
          </a:xfrm>
        </p:grpSpPr>
        <p:sp>
          <p:nvSpPr>
            <p:cNvPr id="84" name="Прямоугольник: скругленные углы 83">
              <a:extLst>
                <a:ext uri="{FF2B5EF4-FFF2-40B4-BE49-F238E27FC236}">
                  <a16:creationId xmlns:a16="http://schemas.microsoft.com/office/drawing/2014/main" id="{5FDD477F-ACEB-41AA-84C6-36F9D08A0844}"/>
                </a:ext>
              </a:extLst>
            </p:cNvPr>
            <p:cNvSpPr/>
            <p:nvPr/>
          </p:nvSpPr>
          <p:spPr>
            <a:xfrm>
              <a:off x="3640432" y="18734907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85" name="Прямоугольник: скругленные углы 84">
              <a:extLst>
                <a:ext uri="{FF2B5EF4-FFF2-40B4-BE49-F238E27FC236}">
                  <a16:creationId xmlns:a16="http://schemas.microsoft.com/office/drawing/2014/main" id="{6292A912-C29B-0DBB-6F9A-A6070BD11EDC}"/>
                </a:ext>
              </a:extLst>
            </p:cNvPr>
            <p:cNvSpPr/>
            <p:nvPr/>
          </p:nvSpPr>
          <p:spPr>
            <a:xfrm>
              <a:off x="3640432" y="14044458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86" name="Прямоугольник: скругленные углы 85">
              <a:extLst>
                <a:ext uri="{FF2B5EF4-FFF2-40B4-BE49-F238E27FC236}">
                  <a16:creationId xmlns:a16="http://schemas.microsoft.com/office/drawing/2014/main" id="{76940414-8614-50A1-B3EC-82E377D5D473}"/>
                </a:ext>
              </a:extLst>
            </p:cNvPr>
            <p:cNvSpPr/>
            <p:nvPr/>
          </p:nvSpPr>
          <p:spPr>
            <a:xfrm>
              <a:off x="3640432" y="9354009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87" name="Прямоугольник: скругленные углы 86">
              <a:extLst>
                <a:ext uri="{FF2B5EF4-FFF2-40B4-BE49-F238E27FC236}">
                  <a16:creationId xmlns:a16="http://schemas.microsoft.com/office/drawing/2014/main" id="{9D3F62B5-5848-ADCA-B619-6AC150E3902D}"/>
                </a:ext>
              </a:extLst>
            </p:cNvPr>
            <p:cNvSpPr/>
            <p:nvPr/>
          </p:nvSpPr>
          <p:spPr>
            <a:xfrm>
              <a:off x="3640432" y="4672418"/>
              <a:ext cx="2340000" cy="4500000"/>
            </a:xfrm>
            <a:prstGeom prst="roundRect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88" name="Прямоугольник: скругленные углы 87">
              <a:extLst>
                <a:ext uri="{FF2B5EF4-FFF2-40B4-BE49-F238E27FC236}">
                  <a16:creationId xmlns:a16="http://schemas.microsoft.com/office/drawing/2014/main" id="{5A253365-33EC-8E28-F481-257BC1DF6124}"/>
                </a:ext>
              </a:extLst>
            </p:cNvPr>
            <p:cNvSpPr/>
            <p:nvPr/>
          </p:nvSpPr>
          <p:spPr>
            <a:xfrm>
              <a:off x="3640432" y="-18031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89" name="Прямоугольник: скругленные углы 88">
              <a:extLst>
                <a:ext uri="{FF2B5EF4-FFF2-40B4-BE49-F238E27FC236}">
                  <a16:creationId xmlns:a16="http://schemas.microsoft.com/office/drawing/2014/main" id="{23308D23-52B7-A959-B268-4E9EC970763B}"/>
                </a:ext>
              </a:extLst>
            </p:cNvPr>
            <p:cNvSpPr/>
            <p:nvPr/>
          </p:nvSpPr>
          <p:spPr>
            <a:xfrm>
              <a:off x="3640432" y="-4708480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90" name="Прямоугольник: скругленные углы 89">
              <a:extLst>
                <a:ext uri="{FF2B5EF4-FFF2-40B4-BE49-F238E27FC236}">
                  <a16:creationId xmlns:a16="http://schemas.microsoft.com/office/drawing/2014/main" id="{386FD1AD-7C42-19AD-16CF-F89A2331EE4A}"/>
                </a:ext>
              </a:extLst>
            </p:cNvPr>
            <p:cNvSpPr/>
            <p:nvPr/>
          </p:nvSpPr>
          <p:spPr>
            <a:xfrm>
              <a:off x="3640432" y="-9390071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DF783E99-BB1B-6832-3D95-183B4C6B2193}"/>
              </a:ext>
            </a:extLst>
          </p:cNvPr>
          <p:cNvGrpSpPr/>
          <p:nvPr/>
        </p:nvGrpSpPr>
        <p:grpSpPr>
          <a:xfrm>
            <a:off x="1476663" y="-31931382"/>
            <a:ext cx="9007538" cy="5493564"/>
            <a:chOff x="-4503769" y="-1550214"/>
            <a:chExt cx="9007538" cy="5493564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E5AFD898-BE72-A26E-44AA-A855D42BC587}"/>
                </a:ext>
              </a:extLst>
            </p:cNvPr>
            <p:cNvSpPr/>
            <p:nvPr/>
          </p:nvSpPr>
          <p:spPr>
            <a:xfrm>
              <a:off x="-4503769" y="-1550214"/>
              <a:ext cx="9007538" cy="5493564"/>
            </a:xfrm>
            <a:prstGeom prst="round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44B60B8-4067-AE91-E7B9-C7FEE900C4E0}"/>
                </a:ext>
              </a:extLst>
            </p:cNvPr>
            <p:cNvSpPr/>
            <p:nvPr/>
          </p:nvSpPr>
          <p:spPr>
            <a:xfrm>
              <a:off x="-4280126" y="-707886"/>
              <a:ext cx="6574236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just"/>
              <a:r>
                <a:rPr lang="ru-RU" sz="4000" b="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Спасибо за внимание</a:t>
              </a: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63E011CF-F261-014B-2C10-0503400E8298}"/>
                </a:ext>
              </a:extLst>
            </p:cNvPr>
            <p:cNvSpPr/>
            <p:nvPr/>
          </p:nvSpPr>
          <p:spPr>
            <a:xfrm>
              <a:off x="-4280126" y="0"/>
              <a:ext cx="8528275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just"/>
              <a:r>
                <a:rPr lang="ru-RU" sz="3200" b="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“Технологии не меняют мир — люди, которые их создают, меняют его. В мире IT каждая строка кода — это потенциал для будущего.”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6570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03C0C372-B517-8482-EF79-C2B59045263B}"/>
              </a:ext>
            </a:extLst>
          </p:cNvPr>
          <p:cNvGrpSpPr/>
          <p:nvPr/>
        </p:nvGrpSpPr>
        <p:grpSpPr>
          <a:xfrm>
            <a:off x="6211567" y="28830245"/>
            <a:ext cx="2340000" cy="27943387"/>
            <a:chOff x="6211567" y="-6606620"/>
            <a:chExt cx="2340000" cy="27943387"/>
          </a:xfrm>
        </p:grpSpPr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B7FD1FA9-83CF-C370-B7C6-792EE3FF9461}"/>
                </a:ext>
              </a:extLst>
            </p:cNvPr>
            <p:cNvSpPr/>
            <p:nvPr/>
          </p:nvSpPr>
          <p:spPr>
            <a:xfrm>
              <a:off x="6211567" y="-6606620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B10DF4FD-EE61-6A18-95BA-586C9CF0DB96}"/>
                </a:ext>
              </a:extLst>
            </p:cNvPr>
            <p:cNvSpPr/>
            <p:nvPr/>
          </p:nvSpPr>
          <p:spPr>
            <a:xfrm>
              <a:off x="6211567" y="16836767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4C7BB050-AB70-74E8-8D46-9BDB68A9B381}"/>
                </a:ext>
              </a:extLst>
            </p:cNvPr>
            <p:cNvSpPr/>
            <p:nvPr/>
          </p:nvSpPr>
          <p:spPr>
            <a:xfrm>
              <a:off x="6211567" y="12146318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C25F8D2C-AD3E-C25B-F445-357C2D767362}"/>
                </a:ext>
              </a:extLst>
            </p:cNvPr>
            <p:cNvSpPr/>
            <p:nvPr/>
          </p:nvSpPr>
          <p:spPr>
            <a:xfrm>
              <a:off x="6211567" y="7464727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5B5BCE40-7345-F520-A712-BDF03A93C8D8}"/>
                </a:ext>
              </a:extLst>
            </p:cNvPr>
            <p:cNvSpPr/>
            <p:nvPr/>
          </p:nvSpPr>
          <p:spPr>
            <a:xfrm>
              <a:off x="6211567" y="2774278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6" name="Прямоугольник: скругленные углы 25">
              <a:extLst>
                <a:ext uri="{FF2B5EF4-FFF2-40B4-BE49-F238E27FC236}">
                  <a16:creationId xmlns:a16="http://schemas.microsoft.com/office/drawing/2014/main" id="{DC61B553-F17E-B540-E28E-D6510E20DFD7}"/>
                </a:ext>
              </a:extLst>
            </p:cNvPr>
            <p:cNvSpPr/>
            <p:nvPr/>
          </p:nvSpPr>
          <p:spPr>
            <a:xfrm>
              <a:off x="6211567" y="-1916171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5BC04059-0895-2196-9738-FDBC6CFBC04F}"/>
              </a:ext>
            </a:extLst>
          </p:cNvPr>
          <p:cNvGrpSpPr/>
          <p:nvPr/>
        </p:nvGrpSpPr>
        <p:grpSpPr>
          <a:xfrm>
            <a:off x="1069297" y="23579292"/>
            <a:ext cx="2340000" cy="32642434"/>
            <a:chOff x="1069297" y="-16933229"/>
            <a:chExt cx="2340000" cy="32642434"/>
          </a:xfrm>
        </p:grpSpPr>
        <p:sp>
          <p:nvSpPr>
            <p:cNvPr id="28" name="Прямоугольник: скругленные углы 27">
              <a:extLst>
                <a:ext uri="{FF2B5EF4-FFF2-40B4-BE49-F238E27FC236}">
                  <a16:creationId xmlns:a16="http://schemas.microsoft.com/office/drawing/2014/main" id="{61BB46A6-041E-A2B9-C2D1-DAFF536B7FB4}"/>
                </a:ext>
              </a:extLst>
            </p:cNvPr>
            <p:cNvSpPr/>
            <p:nvPr/>
          </p:nvSpPr>
          <p:spPr>
            <a:xfrm>
              <a:off x="1069297" y="6514587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изайн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29" name="Прямоугольник: скругленные углы 28">
              <a:extLst>
                <a:ext uri="{FF2B5EF4-FFF2-40B4-BE49-F238E27FC236}">
                  <a16:creationId xmlns:a16="http://schemas.microsoft.com/office/drawing/2014/main" id="{7A8488E4-2177-6F91-DEF2-D0358B6A210C}"/>
                </a:ext>
              </a:extLst>
            </p:cNvPr>
            <p:cNvSpPr/>
            <p:nvPr/>
          </p:nvSpPr>
          <p:spPr>
            <a:xfrm>
              <a:off x="1069297" y="182413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</a:t>
              </a:r>
              <a:r>
                <a:rPr lang="fr-FR" sz="2000" dirty="0">
                  <a:ln w="0"/>
                  <a:solidFill>
                    <a:schemeClr val="tx1"/>
                  </a:solidFill>
                  <a:latin typeface="Arial Black" panose="020B0A04020102020204" pitchFamily="34" charset="0"/>
                </a:rPr>
                <a:t>Application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D096DEBA-4547-42BE-094C-3A08F6838748}"/>
                </a:ext>
              </a:extLst>
            </p:cNvPr>
            <p:cNvSpPr/>
            <p:nvPr/>
          </p:nvSpPr>
          <p:spPr>
            <a:xfrm>
              <a:off x="1069297" y="-2866311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1" name="Прямоугольник: скругленные углы 30">
              <a:extLst>
                <a:ext uri="{FF2B5EF4-FFF2-40B4-BE49-F238E27FC236}">
                  <a16:creationId xmlns:a16="http://schemas.microsoft.com/office/drawing/2014/main" id="{A92D221A-FCAB-CAB8-D8C0-75E2491A7C95}"/>
                </a:ext>
              </a:extLst>
            </p:cNvPr>
            <p:cNvSpPr/>
            <p:nvPr/>
          </p:nvSpPr>
          <p:spPr>
            <a:xfrm>
              <a:off x="1069297" y="-12242780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32" name="Прямоугольник: скругленные углы 31">
              <a:extLst>
                <a:ext uri="{FF2B5EF4-FFF2-40B4-BE49-F238E27FC236}">
                  <a16:creationId xmlns:a16="http://schemas.microsoft.com/office/drawing/2014/main" id="{6F6184AF-0246-B7DF-3C1C-592A6A80D16E}"/>
                </a:ext>
              </a:extLst>
            </p:cNvPr>
            <p:cNvSpPr/>
            <p:nvPr/>
          </p:nvSpPr>
          <p:spPr>
            <a:xfrm>
              <a:off x="1069297" y="-16933229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9C3F8EB1-1A9D-0637-4FC8-F7454A312E75}"/>
                </a:ext>
              </a:extLst>
            </p:cNvPr>
            <p:cNvSpPr/>
            <p:nvPr/>
          </p:nvSpPr>
          <p:spPr>
            <a:xfrm>
              <a:off x="1069297" y="-7552331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34" name="Прямоугольник: скругленные углы 33">
              <a:extLst>
                <a:ext uri="{FF2B5EF4-FFF2-40B4-BE49-F238E27FC236}">
                  <a16:creationId xmlns:a16="http://schemas.microsoft.com/office/drawing/2014/main" id="{F0811D29-3474-1F28-E22C-0414FB8A0A5B}"/>
                </a:ext>
              </a:extLst>
            </p:cNvPr>
            <p:cNvSpPr/>
            <p:nvPr/>
          </p:nvSpPr>
          <p:spPr>
            <a:xfrm>
              <a:off x="1069297" y="11209205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4F1FD596-FE38-15F6-C642-D7F88C25BB69}"/>
              </a:ext>
            </a:extLst>
          </p:cNvPr>
          <p:cNvGrpSpPr/>
          <p:nvPr/>
        </p:nvGrpSpPr>
        <p:grpSpPr>
          <a:xfrm>
            <a:off x="8782702" y="7382862"/>
            <a:ext cx="2340000" cy="32624978"/>
            <a:chOff x="8782702" y="-18770969"/>
            <a:chExt cx="2340000" cy="32624978"/>
          </a:xfrm>
        </p:grpSpPr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AB059B0F-12BF-A960-690D-95DE3850C17B}"/>
                </a:ext>
              </a:extLst>
            </p:cNvPr>
            <p:cNvSpPr/>
            <p:nvPr/>
          </p:nvSpPr>
          <p:spPr>
            <a:xfrm>
              <a:off x="8782702" y="4672418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37" name="Прямоугольник: скругленные углы 36">
              <a:extLst>
                <a:ext uri="{FF2B5EF4-FFF2-40B4-BE49-F238E27FC236}">
                  <a16:creationId xmlns:a16="http://schemas.microsoft.com/office/drawing/2014/main" id="{9608B8AD-9201-189E-CA55-B7373C8C88AA}"/>
                </a:ext>
              </a:extLst>
            </p:cNvPr>
            <p:cNvSpPr/>
            <p:nvPr/>
          </p:nvSpPr>
          <p:spPr>
            <a:xfrm>
              <a:off x="8782702" y="-18031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38" name="Прямоугольник: скругленные углы 37">
              <a:extLst>
                <a:ext uri="{FF2B5EF4-FFF2-40B4-BE49-F238E27FC236}">
                  <a16:creationId xmlns:a16="http://schemas.microsoft.com/office/drawing/2014/main" id="{847C3264-CB93-0B2F-BEF9-9D2B3D866AE8}"/>
                </a:ext>
              </a:extLst>
            </p:cNvPr>
            <p:cNvSpPr/>
            <p:nvPr/>
          </p:nvSpPr>
          <p:spPr>
            <a:xfrm>
              <a:off x="8782702" y="-4708480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51A56E74-68DB-B7CB-475E-0886CAAFA975}"/>
                </a:ext>
              </a:extLst>
            </p:cNvPr>
            <p:cNvSpPr/>
            <p:nvPr/>
          </p:nvSpPr>
          <p:spPr>
            <a:xfrm>
              <a:off x="8782702" y="-9390071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40" name="Прямоугольник: скругленные углы 39">
              <a:extLst>
                <a:ext uri="{FF2B5EF4-FFF2-40B4-BE49-F238E27FC236}">
                  <a16:creationId xmlns:a16="http://schemas.microsoft.com/office/drawing/2014/main" id="{66C63E16-9F1F-5425-9B9D-1507913940D3}"/>
                </a:ext>
              </a:extLst>
            </p:cNvPr>
            <p:cNvSpPr/>
            <p:nvPr/>
          </p:nvSpPr>
          <p:spPr>
            <a:xfrm>
              <a:off x="8782702" y="-14080520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41" name="Прямоугольник: скругленные углы 40">
              <a:extLst>
                <a:ext uri="{FF2B5EF4-FFF2-40B4-BE49-F238E27FC236}">
                  <a16:creationId xmlns:a16="http://schemas.microsoft.com/office/drawing/2014/main" id="{BE77735A-0B7C-77C9-85F9-AB4B1905394B}"/>
                </a:ext>
              </a:extLst>
            </p:cNvPr>
            <p:cNvSpPr/>
            <p:nvPr/>
          </p:nvSpPr>
          <p:spPr>
            <a:xfrm>
              <a:off x="8782702" y="-18770969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42" name="Прямоугольник: скругленные углы 41">
              <a:extLst>
                <a:ext uri="{FF2B5EF4-FFF2-40B4-BE49-F238E27FC236}">
                  <a16:creationId xmlns:a16="http://schemas.microsoft.com/office/drawing/2014/main" id="{2879F268-566B-0726-86DA-FA7BC27C0CBB}"/>
                </a:ext>
              </a:extLst>
            </p:cNvPr>
            <p:cNvSpPr/>
            <p:nvPr/>
          </p:nvSpPr>
          <p:spPr>
            <a:xfrm>
              <a:off x="8782702" y="9354009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E03DA5A8-870C-A66E-5818-EFC4FDE3FCC0}"/>
              </a:ext>
            </a:extLst>
          </p:cNvPr>
          <p:cNvGrpSpPr/>
          <p:nvPr/>
        </p:nvGrpSpPr>
        <p:grpSpPr>
          <a:xfrm>
            <a:off x="11353837" y="9361770"/>
            <a:ext cx="2340000" cy="32633836"/>
            <a:chOff x="11353837" y="-19885705"/>
            <a:chExt cx="2340000" cy="32633836"/>
          </a:xfrm>
        </p:grpSpPr>
        <p:sp>
          <p:nvSpPr>
            <p:cNvPr id="44" name="Прямоугольник: скругленные углы 43">
              <a:extLst>
                <a:ext uri="{FF2B5EF4-FFF2-40B4-BE49-F238E27FC236}">
                  <a16:creationId xmlns:a16="http://schemas.microsoft.com/office/drawing/2014/main" id="{FEEE9268-928A-AF91-0D20-18831B203C02}"/>
                </a:ext>
              </a:extLst>
            </p:cNvPr>
            <p:cNvSpPr/>
            <p:nvPr/>
          </p:nvSpPr>
          <p:spPr>
            <a:xfrm>
              <a:off x="11353837" y="8248131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45" name="Прямоугольник: скругленные углы 44">
              <a:extLst>
                <a:ext uri="{FF2B5EF4-FFF2-40B4-BE49-F238E27FC236}">
                  <a16:creationId xmlns:a16="http://schemas.microsoft.com/office/drawing/2014/main" id="{4D2DE73F-4D1D-FADB-86E3-F3F15EA5E42A}"/>
                </a:ext>
              </a:extLst>
            </p:cNvPr>
            <p:cNvSpPr/>
            <p:nvPr/>
          </p:nvSpPr>
          <p:spPr>
            <a:xfrm>
              <a:off x="11353837" y="3557682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46" name="Прямоугольник: скругленные углы 45">
              <a:extLst>
                <a:ext uri="{FF2B5EF4-FFF2-40B4-BE49-F238E27FC236}">
                  <a16:creationId xmlns:a16="http://schemas.microsoft.com/office/drawing/2014/main" id="{2B4CAA3E-9535-CD0E-E723-8FE21425E84C}"/>
                </a:ext>
              </a:extLst>
            </p:cNvPr>
            <p:cNvSpPr/>
            <p:nvPr/>
          </p:nvSpPr>
          <p:spPr>
            <a:xfrm>
              <a:off x="11353837" y="-1132767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47" name="Прямоугольник: скругленные углы 46">
              <a:extLst>
                <a:ext uri="{FF2B5EF4-FFF2-40B4-BE49-F238E27FC236}">
                  <a16:creationId xmlns:a16="http://schemas.microsoft.com/office/drawing/2014/main" id="{6126BB21-0C16-72F7-F2BB-EACE11FB9A5D}"/>
                </a:ext>
              </a:extLst>
            </p:cNvPr>
            <p:cNvSpPr/>
            <p:nvPr/>
          </p:nvSpPr>
          <p:spPr>
            <a:xfrm>
              <a:off x="11353837" y="-5814358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48" name="Прямоугольник: скругленные углы 47">
              <a:extLst>
                <a:ext uri="{FF2B5EF4-FFF2-40B4-BE49-F238E27FC236}">
                  <a16:creationId xmlns:a16="http://schemas.microsoft.com/office/drawing/2014/main" id="{7755E7ED-3B0B-4747-7934-B7B403CDE9A7}"/>
                </a:ext>
              </a:extLst>
            </p:cNvPr>
            <p:cNvSpPr/>
            <p:nvPr/>
          </p:nvSpPr>
          <p:spPr>
            <a:xfrm>
              <a:off x="11353837" y="-10504807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49" name="Прямоугольник: скругленные углы 48">
              <a:extLst>
                <a:ext uri="{FF2B5EF4-FFF2-40B4-BE49-F238E27FC236}">
                  <a16:creationId xmlns:a16="http://schemas.microsoft.com/office/drawing/2014/main" id="{EB9EC126-D9B3-5F66-5AB5-981BD94BAEB5}"/>
                </a:ext>
              </a:extLst>
            </p:cNvPr>
            <p:cNvSpPr/>
            <p:nvPr/>
          </p:nvSpPr>
          <p:spPr>
            <a:xfrm>
              <a:off x="11353837" y="-15195256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0" name="Прямоугольник: скругленные углы 49">
              <a:extLst>
                <a:ext uri="{FF2B5EF4-FFF2-40B4-BE49-F238E27FC236}">
                  <a16:creationId xmlns:a16="http://schemas.microsoft.com/office/drawing/2014/main" id="{7F0FB941-3D76-DA0E-B62D-B2954D472BC4}"/>
                </a:ext>
              </a:extLst>
            </p:cNvPr>
            <p:cNvSpPr/>
            <p:nvPr/>
          </p:nvSpPr>
          <p:spPr>
            <a:xfrm>
              <a:off x="11353837" y="-19885705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92779A13-D1D8-D91C-C20E-EBA57EBCE65A}"/>
              </a:ext>
            </a:extLst>
          </p:cNvPr>
          <p:cNvGrpSpPr/>
          <p:nvPr/>
        </p:nvGrpSpPr>
        <p:grpSpPr>
          <a:xfrm>
            <a:off x="-1501838" y="13830046"/>
            <a:ext cx="2340000" cy="32616120"/>
            <a:chOff x="-1501838" y="-8238213"/>
            <a:chExt cx="2340000" cy="32616120"/>
          </a:xfrm>
        </p:grpSpPr>
        <p:sp>
          <p:nvSpPr>
            <p:cNvPr id="52" name="Прямоугольник: скругленные углы 51">
              <a:extLst>
                <a:ext uri="{FF2B5EF4-FFF2-40B4-BE49-F238E27FC236}">
                  <a16:creationId xmlns:a16="http://schemas.microsoft.com/office/drawing/2014/main" id="{40E33C63-E5C5-356F-A3F4-438E7A2FC6FF}"/>
                </a:ext>
              </a:extLst>
            </p:cNvPr>
            <p:cNvSpPr/>
            <p:nvPr/>
          </p:nvSpPr>
          <p:spPr>
            <a:xfrm>
              <a:off x="-1501838" y="19877907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53" name="Прямоугольник: скругленные углы 52">
              <a:extLst>
                <a:ext uri="{FF2B5EF4-FFF2-40B4-BE49-F238E27FC236}">
                  <a16:creationId xmlns:a16="http://schemas.microsoft.com/office/drawing/2014/main" id="{E403346F-854E-1F38-8C27-1957645752C8}"/>
                </a:ext>
              </a:extLst>
            </p:cNvPr>
            <p:cNvSpPr/>
            <p:nvPr/>
          </p:nvSpPr>
          <p:spPr>
            <a:xfrm>
              <a:off x="-1501838" y="15187458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4" name="Прямоугольник: скругленные углы 53">
              <a:extLst>
                <a:ext uri="{FF2B5EF4-FFF2-40B4-BE49-F238E27FC236}">
                  <a16:creationId xmlns:a16="http://schemas.microsoft.com/office/drawing/2014/main" id="{587DC587-479A-4B1B-2DE3-976EB3202EC7}"/>
                </a:ext>
              </a:extLst>
            </p:cNvPr>
            <p:cNvSpPr/>
            <p:nvPr/>
          </p:nvSpPr>
          <p:spPr>
            <a:xfrm>
              <a:off x="-1501838" y="10497009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55" name="Прямоугольник: скругленные углы 54">
              <a:extLst>
                <a:ext uri="{FF2B5EF4-FFF2-40B4-BE49-F238E27FC236}">
                  <a16:creationId xmlns:a16="http://schemas.microsoft.com/office/drawing/2014/main" id="{CEE99381-D5F2-09F0-A525-78B31E28E5DD}"/>
                </a:ext>
              </a:extLst>
            </p:cNvPr>
            <p:cNvSpPr/>
            <p:nvPr/>
          </p:nvSpPr>
          <p:spPr>
            <a:xfrm>
              <a:off x="-1501838" y="5815418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56" name="Прямоугольник: скругленные углы 55">
              <a:extLst>
                <a:ext uri="{FF2B5EF4-FFF2-40B4-BE49-F238E27FC236}">
                  <a16:creationId xmlns:a16="http://schemas.microsoft.com/office/drawing/2014/main" id="{291E3221-3103-8E15-6908-B514C63FC4A8}"/>
                </a:ext>
              </a:extLst>
            </p:cNvPr>
            <p:cNvSpPr/>
            <p:nvPr/>
          </p:nvSpPr>
          <p:spPr>
            <a:xfrm>
              <a:off x="-1501838" y="1133827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7" name="Прямоугольник: скругленные углы 56">
              <a:extLst>
                <a:ext uri="{FF2B5EF4-FFF2-40B4-BE49-F238E27FC236}">
                  <a16:creationId xmlns:a16="http://schemas.microsoft.com/office/drawing/2014/main" id="{790F70CA-65D7-529B-02DD-FE40CD7D7E8F}"/>
                </a:ext>
              </a:extLst>
            </p:cNvPr>
            <p:cNvSpPr/>
            <p:nvPr/>
          </p:nvSpPr>
          <p:spPr>
            <a:xfrm>
              <a:off x="-1501838" y="-3547764"/>
              <a:ext cx="2340000" cy="4500000"/>
            </a:xfrm>
            <a:prstGeom prst="roundRect">
              <a:avLst/>
            </a:prstGeom>
            <a:solidFill>
              <a:srgbClr val="FFFF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58" name="Прямоугольник: скругленные углы 57">
              <a:extLst>
                <a:ext uri="{FF2B5EF4-FFF2-40B4-BE49-F238E27FC236}">
                  <a16:creationId xmlns:a16="http://schemas.microsoft.com/office/drawing/2014/main" id="{061C18FE-70FB-350A-F608-DF75020EF94E}"/>
                </a:ext>
              </a:extLst>
            </p:cNvPr>
            <p:cNvSpPr/>
            <p:nvPr/>
          </p:nvSpPr>
          <p:spPr>
            <a:xfrm>
              <a:off x="-1501838" y="-8238213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7E95DC6C-98EF-F919-8E76-1606A7421431}"/>
              </a:ext>
            </a:extLst>
          </p:cNvPr>
          <p:cNvGrpSpPr/>
          <p:nvPr/>
        </p:nvGrpSpPr>
        <p:grpSpPr>
          <a:xfrm>
            <a:off x="3640432" y="20452219"/>
            <a:ext cx="2340000" cy="32624978"/>
            <a:chOff x="3640432" y="-9390071"/>
            <a:chExt cx="2340000" cy="32624978"/>
          </a:xfrm>
        </p:grpSpPr>
        <p:sp>
          <p:nvSpPr>
            <p:cNvPr id="60" name="Прямоугольник: скругленные углы 59">
              <a:extLst>
                <a:ext uri="{FF2B5EF4-FFF2-40B4-BE49-F238E27FC236}">
                  <a16:creationId xmlns:a16="http://schemas.microsoft.com/office/drawing/2014/main" id="{B35EA5B3-D201-8D61-A34F-AA2337ACB215}"/>
                </a:ext>
              </a:extLst>
            </p:cNvPr>
            <p:cNvSpPr/>
            <p:nvPr/>
          </p:nvSpPr>
          <p:spPr>
            <a:xfrm>
              <a:off x="3640432" y="18734907"/>
              <a:ext cx="2340000" cy="4500000"/>
            </a:xfrm>
            <a:prstGeom prst="roundRect">
              <a:avLst/>
            </a:prstGeom>
            <a:solidFill>
              <a:schemeClr val="bg1">
                <a:lumMod val="9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Архитектура</a:t>
              </a: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</a:t>
              </a:r>
              <a:r>
                <a:rPr lang="fr-FR" sz="20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проекта</a:t>
              </a:r>
              <a:endPara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fr-FR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Single Page Application (SPA)</a:t>
              </a: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Sing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Page Application (SPA)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перезагрузки при переходе между разделами.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Быстро, плавно, как в приложении.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система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Каждый модуль — отдельный файл. Подключается через &lt;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script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Имеет свою логику, стили, HTML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мешает другим блокам</a:t>
              </a:r>
            </a:p>
          </p:txBody>
        </p:sp>
        <p:sp>
          <p:nvSpPr>
            <p:cNvPr id="61" name="Прямоугольник: скругленные углы 60">
              <a:extLst>
                <a:ext uri="{FF2B5EF4-FFF2-40B4-BE49-F238E27FC236}">
                  <a16:creationId xmlns:a16="http://schemas.microsoft.com/office/drawing/2014/main" id="{D5F2D637-5667-CD1D-1E86-5E73F668BC2B}"/>
                </a:ext>
              </a:extLst>
            </p:cNvPr>
            <p:cNvSpPr/>
            <p:nvPr/>
          </p:nvSpPr>
          <p:spPr>
            <a:xfrm>
              <a:off x="3640432" y="14044458"/>
              <a:ext cx="2340000" cy="4500000"/>
            </a:xfrm>
            <a:prstGeom prst="roundRect">
              <a:avLst/>
            </a:prstGeom>
            <a:solidFill>
              <a:srgbClr val="66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скрин снизу</a:t>
              </a:r>
            </a:p>
            <a:p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2" name="Прямоугольник: скругленные углы 61">
              <a:extLst>
                <a:ext uri="{FF2B5EF4-FFF2-40B4-BE49-F238E27FC236}">
                  <a16:creationId xmlns:a16="http://schemas.microsoft.com/office/drawing/2014/main" id="{C8188176-08C9-475F-34A9-5D85D9A42D78}"/>
                </a:ext>
              </a:extLst>
            </p:cNvPr>
            <p:cNvSpPr/>
            <p:nvPr/>
          </p:nvSpPr>
          <p:spPr>
            <a:xfrm>
              <a:off x="3640432" y="9354009"/>
              <a:ext cx="2340000" cy="4500000"/>
            </a:xfrm>
            <a:prstGeom prst="roundRect">
              <a:avLst/>
            </a:prstGeom>
            <a:solidFill>
              <a:srgbClr val="FFCC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дальше?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Проект масштабируем и готов к развитию: 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Магазин модулей — пользователи смогут устанавливать свои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PWA — чтобы работало как приложение на iPhone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конец. Это начало экосистемы.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63" name="Прямоугольник: скругленные углы 62">
              <a:extLst>
                <a:ext uri="{FF2B5EF4-FFF2-40B4-BE49-F238E27FC236}">
                  <a16:creationId xmlns:a16="http://schemas.microsoft.com/office/drawing/2014/main" id="{6CE76664-5033-E36B-7D92-421F67701919}"/>
                </a:ext>
              </a:extLst>
            </p:cNvPr>
            <p:cNvSpPr/>
            <p:nvPr/>
          </p:nvSpPr>
          <p:spPr>
            <a:xfrm>
              <a:off x="3640432" y="4672418"/>
              <a:ext cx="2340000" cy="4500000"/>
            </a:xfrm>
            <a:prstGeom prst="roundRect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Почему это круто?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Потому что: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Сделали сами — от дизайна до кода.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Нет шаблонов — только оригинальная архитектура.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Не "сайт", а продукт — с UX, логикой, расширяемостью.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 Source — код открыт, можно развивать вместе.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работает — и выглядит достойно.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это инструмент, который будет жить дальше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64" name="Прямоугольник: скругленные углы 63">
              <a:extLst>
                <a:ext uri="{FF2B5EF4-FFF2-40B4-BE49-F238E27FC236}">
                  <a16:creationId xmlns:a16="http://schemas.microsoft.com/office/drawing/2014/main" id="{C6E5B4C4-FBFD-B707-EDC9-867467FBB88C}"/>
                </a:ext>
              </a:extLst>
            </p:cNvPr>
            <p:cNvSpPr/>
            <p:nvPr/>
          </p:nvSpPr>
          <p:spPr>
            <a:xfrm>
              <a:off x="3640432" y="-18031"/>
              <a:ext cx="2340000" cy="4500000"/>
            </a:xfrm>
            <a:prstGeom prst="roundRect">
              <a:avLst/>
            </a:prstGeom>
            <a:solidFill>
              <a:srgbClr val="91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Зачем это нужно?</a:t>
              </a:r>
              <a:endPara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Мы живём в мире множества сервисов: погода, задачи, расписание, опросы — всё разбросано.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Решение:</a:t>
              </a:r>
            </a:p>
            <a:p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Единое пространство, где всё под рукой, красиво, быстро и без лишних кликов. </a:t>
              </a:r>
            </a:p>
            <a:p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MyToolKit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не просто сайт. Это личный дашборд, который работает как приложение. 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65" name="Прямоугольник: скругленные углы 64">
              <a:extLst>
                <a:ext uri="{FF2B5EF4-FFF2-40B4-BE49-F238E27FC236}">
                  <a16:creationId xmlns:a16="http://schemas.microsoft.com/office/drawing/2014/main" id="{958527B2-2435-0D14-2666-F6B1E9501BA3}"/>
                </a:ext>
              </a:extLst>
            </p:cNvPr>
            <p:cNvSpPr/>
            <p:nvPr/>
          </p:nvSpPr>
          <p:spPr>
            <a:xfrm>
              <a:off x="3640432" y="-4708480"/>
              <a:ext cx="2340000" cy="4500000"/>
            </a:xfrm>
            <a:prstGeom prst="roundRect">
              <a:avLst/>
            </a:prstGeom>
            <a:solidFill>
              <a:srgbClr val="EA6216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Что мы сделали?</a:t>
              </a:r>
              <a:r>
                <a:rPr lang="ru-RU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Дизайн в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Figma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продуманный UI/UX, адаптивность, стиль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Вёрстка с нуля — семантическая разметка, гибкая сетка,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кроссбраузерность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SPA на чистом JavaScript — без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React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Vue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Angular</a:t>
              </a:r>
              <a:endParaRPr lang="ru-RU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Модульная архитектура — каждый блок — независимый компонент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Работа с API и </a:t>
              </a:r>
              <a:r>
                <a:rPr lang="ru-RU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LocalStorage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— данные живут и обновляются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Это не сборка из туториалов. Это наш продукт.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66" name="Прямоугольник: скругленные углы 65">
              <a:extLst>
                <a:ext uri="{FF2B5EF4-FFF2-40B4-BE49-F238E27FC236}">
                  <a16:creationId xmlns:a16="http://schemas.microsoft.com/office/drawing/2014/main" id="{74BBFC31-E49E-EB0D-662A-CFF2B12E85F3}"/>
                </a:ext>
              </a:extLst>
            </p:cNvPr>
            <p:cNvSpPr/>
            <p:nvPr/>
          </p:nvSpPr>
          <p:spPr>
            <a:xfrm>
              <a:off x="3640432" y="-9390071"/>
              <a:ext cx="2340000" cy="4500000"/>
            </a:xfrm>
            <a:prstGeom prst="roundRect">
              <a:avLst/>
            </a:prstGeom>
            <a:solidFill>
              <a:srgbClr val="FFCC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r>
                <a:rPr lang="ru-RU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Модуль "Погода"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пример глубокой проработки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Определение геолокации через 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navigator.geolocation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Получение названия города через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OpenStreetMap API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Данные о погоде — с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Open-</a:t>
              </a:r>
              <a:r>
                <a:rPr lang="en-US" sz="11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Meteo</a:t>
              </a:r>
              <a:endPara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Прогноз на 4 часа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Анимированный фон и облако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Адаптивный дизайн</a:t>
              </a:r>
            </a:p>
            <a:p>
              <a:pPr>
                <a:spcAft>
                  <a:spcPts val="600"/>
                </a:spcAft>
              </a:pP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Всё — на чистом </a:t>
              </a:r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JavaScript, </a:t>
              </a:r>
              <a:r>
                <a:rPr lang="ru-RU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без библиотек. 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5D35C75E-3776-54D7-AA09-E659788D239D}"/>
              </a:ext>
            </a:extLst>
          </p:cNvPr>
          <p:cNvGrpSpPr/>
          <p:nvPr/>
        </p:nvGrpSpPr>
        <p:grpSpPr>
          <a:xfrm>
            <a:off x="1476663" y="783818"/>
            <a:ext cx="9007538" cy="5493564"/>
            <a:chOff x="-4503769" y="-1550214"/>
            <a:chExt cx="9007538" cy="5493564"/>
          </a:xfrm>
        </p:grpSpPr>
        <p:sp>
          <p:nvSpPr>
            <p:cNvPr id="68" name="Прямоугольник: скругленные углы 67">
              <a:extLst>
                <a:ext uri="{FF2B5EF4-FFF2-40B4-BE49-F238E27FC236}">
                  <a16:creationId xmlns:a16="http://schemas.microsoft.com/office/drawing/2014/main" id="{B088FDB3-53F1-32D0-8608-A23EC305CDFC}"/>
                </a:ext>
              </a:extLst>
            </p:cNvPr>
            <p:cNvSpPr/>
            <p:nvPr/>
          </p:nvSpPr>
          <p:spPr>
            <a:xfrm>
              <a:off x="-4503769" y="-1550214"/>
              <a:ext cx="9007538" cy="5493564"/>
            </a:xfrm>
            <a:prstGeom prst="round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rtlCol="0" anchor="t" anchorCtr="0"/>
            <a:lstStyle/>
            <a:p>
              <a:pPr>
                <a:spcAft>
                  <a:spcPts val="600"/>
                </a:spcAft>
              </a:pPr>
              <a:endParaRPr lang="ru-RU" sz="1100" dirty="0">
                <a:solidFill>
                  <a:schemeClr val="tx1"/>
                </a:solidFill>
              </a:endParaRPr>
            </a:p>
          </p:txBody>
        </p:sp>
        <p:sp>
          <p:nvSpPr>
            <p:cNvPr id="69" name="Прямоугольник 68">
              <a:extLst>
                <a:ext uri="{FF2B5EF4-FFF2-40B4-BE49-F238E27FC236}">
                  <a16:creationId xmlns:a16="http://schemas.microsoft.com/office/drawing/2014/main" id="{198788CD-B8DC-8931-4149-20F1A0C761B3}"/>
                </a:ext>
              </a:extLst>
            </p:cNvPr>
            <p:cNvSpPr/>
            <p:nvPr/>
          </p:nvSpPr>
          <p:spPr>
            <a:xfrm>
              <a:off x="-4280126" y="-707886"/>
              <a:ext cx="6574236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just"/>
              <a:r>
                <a:rPr lang="ru-RU" sz="4000" b="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Спасибо за внимание</a:t>
              </a:r>
            </a:p>
          </p:txBody>
        </p:sp>
        <p:sp>
          <p:nvSpPr>
            <p:cNvPr id="70" name="Прямоугольник 69">
              <a:extLst>
                <a:ext uri="{FF2B5EF4-FFF2-40B4-BE49-F238E27FC236}">
                  <a16:creationId xmlns:a16="http://schemas.microsoft.com/office/drawing/2014/main" id="{33099D62-DAC7-ADC0-EFC0-229BA5C1BEE4}"/>
                </a:ext>
              </a:extLst>
            </p:cNvPr>
            <p:cNvSpPr/>
            <p:nvPr/>
          </p:nvSpPr>
          <p:spPr>
            <a:xfrm>
              <a:off x="-4280126" y="0"/>
              <a:ext cx="8528275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just"/>
              <a:r>
                <a:rPr lang="ru-RU" sz="3200" b="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“Технологии не меняют мир — люди, которые их создают, меняют его. В мире IT каждая строка кода — это потенциал для будущего.”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2611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20537</Words>
  <Application>Microsoft Office PowerPoint</Application>
  <PresentationFormat>Широкоэкранный</PresentationFormat>
  <Paragraphs>2902</Paragraphs>
  <Slides>12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Bahnschrift SemiBold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Qasz Clark</dc:creator>
  <cp:lastModifiedBy>Qasz Clark</cp:lastModifiedBy>
  <cp:revision>8</cp:revision>
  <dcterms:created xsi:type="dcterms:W3CDTF">2025-11-09T13:20:13Z</dcterms:created>
  <dcterms:modified xsi:type="dcterms:W3CDTF">2025-11-12T12:40:03Z</dcterms:modified>
</cp:coreProperties>
</file>